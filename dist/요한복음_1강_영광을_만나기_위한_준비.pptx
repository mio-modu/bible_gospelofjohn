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charts/chart1.xml" ContentType="application/vnd.openxmlformats-officedocument.drawingml.chart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</p:sldIdLst>
  <p:notesMasterIdLst>
    <p:notesMasterId r:id="rId5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오리엔테이션" id="{32dd01dd-efe0-53bd-b7de-7bbc3e85372d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요한복음 분석" id="{5e005e2c-dbda-c2e5-110f-53b762a9bd48}">
          <p14:sldIdLst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1과 · 예수님에 대한 증언" id="{2085e0e6-8adc-1bee-4fd7-cded5fb90731}">
          <p14:sldIdLst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</p14:sldIdLst>
        </p14:section>
        <p14:section name="1과 · 하나님에 대한 증언" id="{78d000d0-7421-91ad-568b-4b4c037ba168}">
          <p14:sldIdLst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</p14:sldIdLst>
        </p14:section>
        <p14:section name="마무리" id="{6e927ba5-bba7-cf6a-cdfb-afb265593ce8}">
          <p14:sldIdLst>
            <p14:sldId id="299"/>
            <p14:sldId id="300"/>
            <p14:sldId id="301"/>
            <p14:sldId id="302"/>
          </p14:sldIdLst>
        </p14:section>
        <p14:section name="부록" id="{0787bcad-ca72-38ce-5023-3694ad001635}">
          <p14:sldIdLst>
            <p14:sldId id="30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notesMaster" Target="notesMasters/notesMaster1.xml"/><Relationship Id="rId51" Type="http://schemas.openxmlformats.org/officeDocument/2006/relationships/presProps" Target="presProps.xml"/><Relationship Id="rId52" Type="http://schemas.openxmlformats.org/officeDocument/2006/relationships/viewProps" Target="viewProps.xml"/><Relationship Id="rId53" Type="http://schemas.openxmlformats.org/officeDocument/2006/relationships/theme" Target="theme/theme1.xml"/><Relationship Id="rId5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17202B"/>
                </a:solidFill>
                <a:latin typeface="Arial"/>
              </a:defRPr>
            </a:pPr>
            <a:r>
              <a:rPr sz="1600" b="0" i="0" u="none" strike="noStrike">
                <a:solidFill>
                  <a:srgbClr val="17202B"/>
                </a:solidFill>
                <a:latin typeface="Arial"/>
              </a:rPr>
              <a:t>복음서별 ‘사랑’ 사용 횟수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‘사랑’ 사용 횟수</c:v>
                </c:pt>
              </c:strCache>
            </c:strRef>
          </c:tx>
          <c:spPr>
            <a:solidFill>
              <a:srgbClr val="AEB9C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17202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EB9C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EB9C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EB9C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19A4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마태</c:v>
                  </c:pt>
                  <c:pt idx="1">
                    <c:v>마가</c:v>
                  </c:pt>
                  <c:pt idx="2">
                    <c:v>누가</c:v>
                  </c:pt>
                  <c:pt idx="3">
                    <c:v>요한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</c:v>
                </c:pt>
                <c:pt idx="1">
                  <c:v>7</c:v>
                </c:pt>
                <c:pt idx="2">
                  <c:v>16</c:v>
                </c:pt>
                <c:pt idx="3">
                  <c:v>51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500" u="none">
                  <a:solidFill>
                    <a:srgbClr val="17202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E748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인사 → 과정 안내 → 소그룹 나눔(소개·조장선출) → 1과 강의 순서로 진행합니다.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1주차는 오리엔테이션이 있어 소그룹 나눔을 강의보다 앞에 둡니다. 2주차부터는 강의1 → 나눔 → 강의2 순서입니다.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조장은 자원을 먼저 받고, 없으면 추천으로 세웁니다. 조장 연락처를 꼭 확보하세요.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20:31은 1강에서 가장 중요한 구절입니다. 성구 암송 과제로 제시해도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“저자에 대해 알면 알수록 그 글을 더 깊이 이해할 수 있다.”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잠시 멈추고 질문: 여러분을 담대하게 만드는 것은 무엇입니까?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1005840" y="1938528"/>
            <a:ext cx="91440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b="1" spc="400" kern="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17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60120" y="2395728"/>
            <a:ext cx="1005840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005840" y="4041648"/>
            <a:ext cx="960120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lnSpc>
                <a:spcPct val="135000"/>
              </a:lnSpc>
              <a:buNone/>
              <a:defRPr lang="en-US" sz="20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lnSpc>
                <a:spcPct val="135000"/>
              </a:lnSpc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960120" y="2011680"/>
            <a:ext cx="201168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72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7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60120" y="3127248"/>
            <a:ext cx="98755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005840" y="4206240"/>
            <a:ext cx="91440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9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19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4" name="Text 0"/>
          <p:cNvSpPr txBox="1"/>
          <p:nvPr/>
        </p:nvSpPr>
        <p:spPr>
          <a:xfrm>
            <a:off x="685800" y="63733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OBC · 제1강 영광을 만나기 위한 준비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4" name="Text 0"/>
          <p:cNvSpPr txBox="1"/>
          <p:nvPr/>
        </p:nvSpPr>
        <p:spPr>
          <a:xfrm>
            <a:off x="685800" y="63733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OBC · 제1강 영광을 만나기 위한 준비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HARE">
    <p:bg>
      <p:bgPr>
        <a:solidFill>
          <a:schemeClr val="accen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58368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spc="300" kern="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078992"/>
            <a:ext cx="1082009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2148840"/>
            <a:ext cx="10820095" cy="3931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  <p:sp>
        <p:nvSpPr>
          <p:cNvPr id="5" name="Text 0"/>
          <p:cNvSpPr txBox="1"/>
          <p:nvPr/>
        </p:nvSpPr>
        <p:spPr>
          <a:xfrm>
            <a:off x="685800" y="63733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OBC · 제1강 영광을 만나기 위한 준비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 txBox="1"/>
          <p:nvPr/>
        </p:nvSpPr>
        <p:spPr>
          <a:xfrm>
            <a:off x="685800" y="63733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OBC · 제1강 영광을 만나기 위한 준비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1005840" y="193852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b="1" spc="400" kern="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OBC 요한복음 · 제 1 강</a:t>
            </a:r>
            <a:endParaRPr lang="en-US" sz="17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60120" y="2395728"/>
            <a:ext cx="10058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영광을 만나기 위한 준비</a:t>
            </a:r>
            <a:endParaRPr lang="en-US" sz="5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005840" y="4041648"/>
            <a:ext cx="9601200" cy="1371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lnSpc>
                <a:spcPct val="135000"/>
              </a:lnSpc>
              <a:buNone/>
            </a:pPr>
            <a:r>
              <a:rPr lang="en-US" sz="20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1:1~18</a:t>
            </a:r>
            <a:endParaRPr lang="en-US" sz="2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BEE Korea 교재 제1과   |   서누리 성인공동체 · 드리머스 청년공동체</a:t>
            </a:r>
            <a:endParaRPr lang="en-US" sz="2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7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박성은 목사</a:t>
            </a:r>
            <a:endParaRPr lang="en-US" sz="2000" dirty="0"/>
          </a:p>
        </p:txBody>
      </p:sp>
      <p:sp>
        <p:nvSpPr>
          <p:cNvPr id="5" name="greeting"/>
          <p:cNvSpPr txBox="1"/>
          <p:nvPr/>
        </p:nvSpPr>
        <p:spPr>
          <a:xfrm>
            <a:off x="960120" y="54864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사랑하고 축복합니다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우리가 함께할 길</a:t>
            </a:r>
            <a:endParaRPr lang="en-US" sz="3600" dirty="0"/>
          </a:p>
        </p:txBody>
      </p:sp>
      <p:sp>
        <p:nvSpPr>
          <p:cNvPr id="3" name="flow-0"/>
          <p:cNvSpPr/>
          <p:nvPr/>
        </p:nvSpPr>
        <p:spPr>
          <a:xfrm>
            <a:off x="685800" y="1737360"/>
            <a:ext cx="1856781" cy="1920240"/>
          </a:xfrm>
          <a:prstGeom prst="roundRect">
            <a:avLst>
              <a:gd name="adj" fmla="val 2955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flow-0-head"/>
          <p:cNvSpPr txBox="1"/>
          <p:nvPr/>
        </p:nvSpPr>
        <p:spPr>
          <a:xfrm>
            <a:off x="832104" y="1920240"/>
            <a:ext cx="15641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오리엔테이션</a:t>
            </a:r>
            <a:endParaRPr lang="en-US" sz="2000" dirty="0"/>
          </a:p>
        </p:txBody>
      </p:sp>
      <p:sp>
        <p:nvSpPr>
          <p:cNvPr id="5" name="flow-0-body"/>
          <p:cNvSpPr txBox="1"/>
          <p:nvPr/>
        </p:nvSpPr>
        <p:spPr>
          <a:xfrm>
            <a:off x="813816" y="2340864"/>
            <a:ext cx="1600749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과정 · 수료 기준</a:t>
            </a:r>
            <a:endParaRPr lang="en-US" sz="1600" dirty="0"/>
          </a:p>
        </p:txBody>
      </p:sp>
      <p:sp>
        <p:nvSpPr>
          <p:cNvPr id="6" name="flow-0-arrow"/>
          <p:cNvSpPr txBox="1"/>
          <p:nvPr/>
        </p:nvSpPr>
        <p:spPr>
          <a:xfrm>
            <a:off x="2542581" y="2496312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500" dirty="0"/>
          </a:p>
        </p:txBody>
      </p:sp>
      <p:sp>
        <p:nvSpPr>
          <p:cNvPr id="7" name="flow-1"/>
          <p:cNvSpPr/>
          <p:nvPr/>
        </p:nvSpPr>
        <p:spPr>
          <a:xfrm>
            <a:off x="2926629" y="1737360"/>
            <a:ext cx="1856781" cy="1920240"/>
          </a:xfrm>
          <a:prstGeom prst="roundRect">
            <a:avLst>
              <a:gd name="adj" fmla="val 2955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8" name="flow-1-head"/>
          <p:cNvSpPr txBox="1"/>
          <p:nvPr/>
        </p:nvSpPr>
        <p:spPr>
          <a:xfrm>
            <a:off x="3072933" y="1920240"/>
            <a:ext cx="15641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소그룹 나눔</a:t>
            </a:r>
            <a:endParaRPr lang="en-US" sz="2000" dirty="0"/>
          </a:p>
        </p:txBody>
      </p:sp>
      <p:sp>
        <p:nvSpPr>
          <p:cNvPr id="9" name="flow-1-body"/>
          <p:cNvSpPr txBox="1"/>
          <p:nvPr/>
        </p:nvSpPr>
        <p:spPr>
          <a:xfrm>
            <a:off x="3054645" y="2340864"/>
            <a:ext cx="1600749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소개 · 조장 선출</a:t>
            </a:r>
            <a:endParaRPr lang="en-US" sz="1600" dirty="0"/>
          </a:p>
        </p:txBody>
      </p:sp>
      <p:sp>
        <p:nvSpPr>
          <p:cNvPr id="10" name="flow-1-arrow"/>
          <p:cNvSpPr txBox="1"/>
          <p:nvPr/>
        </p:nvSpPr>
        <p:spPr>
          <a:xfrm>
            <a:off x="4783409" y="2496312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500" dirty="0"/>
          </a:p>
        </p:txBody>
      </p:sp>
      <p:sp>
        <p:nvSpPr>
          <p:cNvPr id="11" name="flow-2"/>
          <p:cNvSpPr/>
          <p:nvPr/>
        </p:nvSpPr>
        <p:spPr>
          <a:xfrm>
            <a:off x="5167457" y="1737360"/>
            <a:ext cx="1856781" cy="1920240"/>
          </a:xfrm>
          <a:prstGeom prst="roundRect">
            <a:avLst>
              <a:gd name="adj" fmla="val 2955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2" name="flow-2-head"/>
          <p:cNvSpPr txBox="1"/>
          <p:nvPr/>
        </p:nvSpPr>
        <p:spPr>
          <a:xfrm>
            <a:off x="5313761" y="1920240"/>
            <a:ext cx="15641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분석</a:t>
            </a:r>
            <a:endParaRPr lang="en-US" sz="2000" dirty="0"/>
          </a:p>
        </p:txBody>
      </p:sp>
      <p:sp>
        <p:nvSpPr>
          <p:cNvPr id="13" name="flow-2-body"/>
          <p:cNvSpPr txBox="1"/>
          <p:nvPr/>
        </p:nvSpPr>
        <p:spPr>
          <a:xfrm>
            <a:off x="5295473" y="2340864"/>
            <a:ext cx="1600749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저자 · 구조</a:t>
            </a:r>
            <a:endParaRPr lang="en-US" sz="160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완전수 7</a:t>
            </a:r>
            <a:endParaRPr lang="en-US" sz="1600" dirty="0"/>
          </a:p>
        </p:txBody>
      </p:sp>
      <p:sp>
        <p:nvSpPr>
          <p:cNvPr id="14" name="flow-2-arrow"/>
          <p:cNvSpPr txBox="1"/>
          <p:nvPr/>
        </p:nvSpPr>
        <p:spPr>
          <a:xfrm>
            <a:off x="7024238" y="2496312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500" dirty="0"/>
          </a:p>
        </p:txBody>
      </p:sp>
      <p:sp>
        <p:nvSpPr>
          <p:cNvPr id="15" name="flow-3"/>
          <p:cNvSpPr/>
          <p:nvPr/>
        </p:nvSpPr>
        <p:spPr>
          <a:xfrm>
            <a:off x="7408286" y="1737360"/>
            <a:ext cx="1856781" cy="1920240"/>
          </a:xfrm>
          <a:prstGeom prst="roundRect">
            <a:avLst>
              <a:gd name="adj" fmla="val 2955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6" name="flow-3-head"/>
          <p:cNvSpPr txBox="1"/>
          <p:nvPr/>
        </p:nvSpPr>
        <p:spPr>
          <a:xfrm>
            <a:off x="7554590" y="1920240"/>
            <a:ext cx="15641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1과 전반</a:t>
            </a:r>
            <a:endParaRPr lang="en-US" sz="2000" dirty="0"/>
          </a:p>
        </p:txBody>
      </p:sp>
      <p:sp>
        <p:nvSpPr>
          <p:cNvPr id="17" name="flow-3-body"/>
          <p:cNvSpPr txBox="1"/>
          <p:nvPr/>
        </p:nvSpPr>
        <p:spPr>
          <a:xfrm>
            <a:off x="7536302" y="2340864"/>
            <a:ext cx="1600749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예수님에 대한 증언</a:t>
            </a:r>
            <a:endParaRPr lang="en-US" sz="160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1~21</a:t>
            </a:r>
            <a:endParaRPr lang="en-US" sz="1600" dirty="0"/>
          </a:p>
        </p:txBody>
      </p:sp>
      <p:sp>
        <p:nvSpPr>
          <p:cNvPr id="18" name="flow-3-arrow"/>
          <p:cNvSpPr txBox="1"/>
          <p:nvPr/>
        </p:nvSpPr>
        <p:spPr>
          <a:xfrm>
            <a:off x="9265067" y="2496312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500" dirty="0"/>
          </a:p>
        </p:txBody>
      </p:sp>
      <p:sp>
        <p:nvSpPr>
          <p:cNvPr id="19" name="flow-4"/>
          <p:cNvSpPr/>
          <p:nvPr/>
        </p:nvSpPr>
        <p:spPr>
          <a:xfrm>
            <a:off x="9649115" y="1737360"/>
            <a:ext cx="1856781" cy="1920240"/>
          </a:xfrm>
          <a:prstGeom prst="roundRect">
            <a:avLst>
              <a:gd name="adj" fmla="val 2955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0" name="flow-4-head"/>
          <p:cNvSpPr txBox="1"/>
          <p:nvPr/>
        </p:nvSpPr>
        <p:spPr>
          <a:xfrm>
            <a:off x="9795419" y="1920240"/>
            <a:ext cx="15641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1과 후반</a:t>
            </a:r>
            <a:endParaRPr lang="en-US" sz="2000" dirty="0"/>
          </a:p>
        </p:txBody>
      </p:sp>
      <p:sp>
        <p:nvSpPr>
          <p:cNvPr id="21" name="flow-4-body"/>
          <p:cNvSpPr txBox="1"/>
          <p:nvPr/>
        </p:nvSpPr>
        <p:spPr>
          <a:xfrm>
            <a:off x="9777131" y="2340864"/>
            <a:ext cx="1600749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하나님에 대한 증언</a:t>
            </a:r>
            <a:endParaRPr lang="en-US" sz="160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22~41</a:t>
            </a:r>
            <a:endParaRPr lang="en-US" sz="1600" dirty="0"/>
          </a:p>
        </p:txBody>
      </p:sp>
      <p:sp>
        <p:nvSpPr>
          <p:cNvPr id="22" name="keyline"/>
          <p:cNvSpPr/>
          <p:nvPr/>
        </p:nvSpPr>
        <p:spPr>
          <a:xfrm>
            <a:off x="685800" y="4114800"/>
            <a:ext cx="10820095" cy="1463040"/>
          </a:xfrm>
          <a:prstGeom prst="roundRect">
            <a:avLst>
              <a:gd name="adj" fmla="val 6250"/>
            </a:avLst>
          </a:prstGeom>
          <a:solidFill>
            <a:schemeClr val="tx2"/>
          </a:solidFill>
          <a:ln/>
        </p:spPr>
      </p:sp>
      <p:sp>
        <p:nvSpPr>
          <p:cNvPr id="23" name="keyline-text"/>
          <p:cNvSpPr txBox="1"/>
          <p:nvPr/>
        </p:nvSpPr>
        <p:spPr>
          <a:xfrm>
            <a:off x="960120" y="4114800"/>
            <a:ext cx="102714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오늘의 한 문장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“요한복음은 예수님이 누구신지를 증언하는 복음서입니다”</a:t>
            </a:r>
            <a:endParaRPr lang="en-US" sz="2600" dirty="0"/>
          </a:p>
        </p:txBody>
      </p:sp>
      <p:sp>
        <p:nvSpPr>
          <p:cNvPr id="25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강의가 가는 방향</a:t>
            </a:r>
            <a:endParaRPr lang="en-US" sz="3600" dirty="0"/>
          </a:p>
        </p:txBody>
      </p:sp>
      <p:sp>
        <p:nvSpPr>
          <p:cNvPr id="3" name="card-0"/>
          <p:cNvSpPr/>
          <p:nvPr/>
        </p:nvSpPr>
        <p:spPr>
          <a:xfrm>
            <a:off x="685800" y="1627632"/>
            <a:ext cx="3448202" cy="3200400"/>
          </a:xfrm>
          <a:prstGeom prst="roundRect">
            <a:avLst>
              <a:gd name="adj" fmla="val 1714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86537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865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15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395728"/>
            <a:ext cx="2972714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질문으로 끝까지</a:t>
            </a:r>
            <a:endParaRPr lang="en-US" sz="22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3172968"/>
            <a:ext cx="297271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“예수님은 누구신가?”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요한복음은 예수님의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신성(神性)을 증언한다.</a:t>
            </a:r>
            <a:endParaRPr lang="en-US" sz="1700" dirty="0"/>
          </a:p>
        </p:txBody>
      </p:sp>
      <p:sp>
        <p:nvSpPr>
          <p:cNvPr id="8" name="card-1"/>
          <p:cNvSpPr/>
          <p:nvPr/>
        </p:nvSpPr>
        <p:spPr>
          <a:xfrm>
            <a:off x="4371746" y="1627632"/>
            <a:ext cx="3448202" cy="3200400"/>
          </a:xfrm>
          <a:prstGeom prst="roundRect">
            <a:avLst>
              <a:gd name="adj" fmla="val 1714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1-badge"/>
          <p:cNvSpPr/>
          <p:nvPr/>
        </p:nvSpPr>
        <p:spPr>
          <a:xfrm>
            <a:off x="4609490" y="186537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card-1-badge-text"/>
          <p:cNvSpPr txBox="1"/>
          <p:nvPr/>
        </p:nvSpPr>
        <p:spPr>
          <a:xfrm>
            <a:off x="4609490" y="1865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1500" dirty="0"/>
          </a:p>
        </p:txBody>
      </p:sp>
      <p:sp>
        <p:nvSpPr>
          <p:cNvPr id="11" name="card-1-head"/>
          <p:cNvSpPr txBox="1"/>
          <p:nvPr/>
        </p:nvSpPr>
        <p:spPr>
          <a:xfrm>
            <a:off x="4609490" y="2395728"/>
            <a:ext cx="2972714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‘영광’ 한 단어로 꿰기</a:t>
            </a:r>
            <a:endParaRPr lang="en-US" sz="2200" dirty="0"/>
          </a:p>
        </p:txBody>
      </p:sp>
      <p:sp>
        <p:nvSpPr>
          <p:cNvPr id="12" name="card-1-body"/>
          <p:cNvSpPr txBox="1"/>
          <p:nvPr/>
        </p:nvSpPr>
        <p:spPr>
          <a:xfrm>
            <a:off x="4609490" y="3172968"/>
            <a:ext cx="297271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준비 → 드러남 → 드러내심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영광이신 예수님 · 하나님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최후 여정 → 거함 → 초대</a:t>
            </a:r>
            <a:endParaRPr lang="en-US" sz="1700" dirty="0"/>
          </a:p>
        </p:txBody>
      </p:sp>
      <p:sp>
        <p:nvSpPr>
          <p:cNvPr id="13" name="card-2"/>
          <p:cNvSpPr/>
          <p:nvPr/>
        </p:nvSpPr>
        <p:spPr>
          <a:xfrm>
            <a:off x="8057693" y="1627632"/>
            <a:ext cx="3448202" cy="3200400"/>
          </a:xfrm>
          <a:prstGeom prst="roundRect">
            <a:avLst>
              <a:gd name="adj" fmla="val 1714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card-2-badge"/>
          <p:cNvSpPr/>
          <p:nvPr/>
        </p:nvSpPr>
        <p:spPr>
          <a:xfrm>
            <a:off x="8295437" y="186537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card-2-badge-text"/>
          <p:cNvSpPr txBox="1"/>
          <p:nvPr/>
        </p:nvSpPr>
        <p:spPr>
          <a:xfrm>
            <a:off x="8295437" y="1865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1500" dirty="0"/>
          </a:p>
        </p:txBody>
      </p:sp>
      <p:sp>
        <p:nvSpPr>
          <p:cNvPr id="16" name="card-2-head"/>
          <p:cNvSpPr txBox="1"/>
          <p:nvPr/>
        </p:nvSpPr>
        <p:spPr>
          <a:xfrm>
            <a:off x="8295437" y="2395728"/>
            <a:ext cx="2972714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매주 세 단계</a:t>
            </a:r>
            <a:endParaRPr lang="en-US" sz="2200" dirty="0"/>
          </a:p>
        </p:txBody>
      </p:sp>
      <p:sp>
        <p:nvSpPr>
          <p:cNvPr id="17" name="card-2-body"/>
          <p:cNvSpPr txBox="1"/>
          <p:nvPr/>
        </p:nvSpPr>
        <p:spPr>
          <a:xfrm>
            <a:off x="8295437" y="3172968"/>
            <a:ext cx="297271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 — 본문이 말하는 것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 — 구조 · 배경 · 단어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— 나에게 요구하는 것</a:t>
            </a:r>
            <a:endParaRPr lang="en-US" sz="1700" dirty="0"/>
          </a:p>
        </p:txBody>
      </p:sp>
      <p:sp>
        <p:nvSpPr>
          <p:cNvPr id="18" name="keyline"/>
          <p:cNvSpPr/>
          <p:nvPr/>
        </p:nvSpPr>
        <p:spPr>
          <a:xfrm>
            <a:off x="685800" y="5120640"/>
            <a:ext cx="10820095" cy="91440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/>
        </p:spPr>
      </p:sp>
      <p:sp>
        <p:nvSpPr>
          <p:cNvPr id="19" name="keyline-text"/>
          <p:cNvSpPr txBox="1"/>
          <p:nvPr/>
        </p:nvSpPr>
        <p:spPr>
          <a:xfrm>
            <a:off x="960120" y="5120640"/>
            <a:ext cx="102714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지식이 아니라 만남이 목표입니다  ·  요한복음 20:31</a:t>
            </a:r>
            <a:endParaRPr lang="en-US" sz="2400" dirty="0"/>
          </a:p>
        </p:txBody>
      </p:sp>
      <p:sp>
        <p:nvSpPr>
          <p:cNvPr id="20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8주 과정 안내</a:t>
            </a:r>
            <a:endParaRPr lang="en-US" sz="3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536192"/>
          <a:ext cx="10820095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4937760"/>
                <a:gridCol w="2651760"/>
                <a:gridCol w="2221992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주차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단원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본문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과제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1주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제1과  영광을 만나기 위한 준비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 1:1~18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2주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제2과  영광이 드러나다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 1:19~4:42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1강 소감문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3주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제3과  영광을 드러내시다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 4:43~6장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2강 소감문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4주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제4과  영광이신 예수님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 7~10장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3강 소감문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5주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제5과  영광이신 하나님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 11~12장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4강 소감문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6주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제6과  영광으로의 최후 여정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 13~14장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5강 소감문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7주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제7과  영광 안에 거함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 15~17장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시험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8주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제8과  영광으로의 초대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 18~21장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간증문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note"/>
          <p:cNvSpPr txBox="1"/>
          <p:nvPr/>
        </p:nvSpPr>
        <p:spPr>
          <a:xfrm>
            <a:off x="685800" y="5852160"/>
            <a:ext cx="108200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날짜는 개강일에 맞춰 기입해 주세요.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수료 기준과 진행 순서</a:t>
            </a:r>
            <a:endParaRPr lang="en-US" sz="3600" dirty="0"/>
          </a:p>
        </p:txBody>
      </p:sp>
      <p:sp>
        <p:nvSpPr>
          <p:cNvPr id="3" name="subhead-badge"/>
          <p:cNvSpPr/>
          <p:nvPr/>
        </p:nvSpPr>
        <p:spPr>
          <a:xfrm>
            <a:off x="685800" y="1517904"/>
            <a:ext cx="594360" cy="42062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" name="subhead-badge-text"/>
          <p:cNvSpPr txBox="1"/>
          <p:nvPr/>
        </p:nvSpPr>
        <p:spPr>
          <a:xfrm>
            <a:off x="685800" y="1517904"/>
            <a:ext cx="594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수료</a:t>
            </a:r>
            <a:endParaRPr lang="en-US" sz="1500" dirty="0"/>
          </a:p>
        </p:txBody>
      </p:sp>
      <p:sp>
        <p:nvSpPr>
          <p:cNvPr id="5" name="subhead-text"/>
          <p:cNvSpPr txBox="1"/>
          <p:nvPr/>
        </p:nvSpPr>
        <p:spPr>
          <a:xfrm>
            <a:off x="1444752" y="1536192"/>
            <a:ext cx="4818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수료 기준</a:t>
            </a:r>
            <a:endParaRPr lang="en-US" sz="2150" dirty="0"/>
          </a:p>
        </p:txBody>
      </p:sp>
      <p:sp>
        <p:nvSpPr>
          <p:cNvPr id="6" name="card-0"/>
          <p:cNvSpPr/>
          <p:nvPr/>
        </p:nvSpPr>
        <p:spPr>
          <a:xfrm>
            <a:off x="685800" y="2103120"/>
            <a:ext cx="2670048" cy="1618488"/>
          </a:xfrm>
          <a:prstGeom prst="roundRect">
            <a:avLst>
              <a:gd name="adj" fmla="val 339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7" name="card-0-head"/>
          <p:cNvSpPr txBox="1"/>
          <p:nvPr/>
        </p:nvSpPr>
        <p:spPr>
          <a:xfrm>
            <a:off x="923544" y="2340864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소감문</a:t>
            </a:r>
            <a:endParaRPr lang="en-US" sz="20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2734056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매주 제출 (총 4주간)</a:t>
            </a:r>
            <a:endParaRPr lang="en-US" sz="1600" dirty="0"/>
          </a:p>
        </p:txBody>
      </p:sp>
      <p:sp>
        <p:nvSpPr>
          <p:cNvPr id="9" name="card-1"/>
          <p:cNvSpPr/>
          <p:nvPr/>
        </p:nvSpPr>
        <p:spPr>
          <a:xfrm>
            <a:off x="3593592" y="2103120"/>
            <a:ext cx="2670048" cy="1618488"/>
          </a:xfrm>
          <a:prstGeom prst="roundRect">
            <a:avLst>
              <a:gd name="adj" fmla="val 339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head"/>
          <p:cNvSpPr txBox="1"/>
          <p:nvPr/>
        </p:nvSpPr>
        <p:spPr>
          <a:xfrm>
            <a:off x="3831336" y="2340864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간증문</a:t>
            </a:r>
            <a:endParaRPr lang="en-US" sz="2000" dirty="0"/>
          </a:p>
        </p:txBody>
      </p:sp>
      <p:sp>
        <p:nvSpPr>
          <p:cNvPr id="11" name="card-1-body"/>
          <p:cNvSpPr txBox="1"/>
          <p:nvPr/>
        </p:nvSpPr>
        <p:spPr>
          <a:xfrm>
            <a:off x="3831336" y="2734056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8주차까지 제출</a:t>
            </a:r>
            <a:endParaRPr lang="en-US" sz="1600" dirty="0"/>
          </a:p>
        </p:txBody>
      </p:sp>
      <p:sp>
        <p:nvSpPr>
          <p:cNvPr id="12" name="card-2"/>
          <p:cNvSpPr/>
          <p:nvPr/>
        </p:nvSpPr>
        <p:spPr>
          <a:xfrm>
            <a:off x="685800" y="3959352"/>
            <a:ext cx="2670048" cy="1618488"/>
          </a:xfrm>
          <a:prstGeom prst="roundRect">
            <a:avLst>
              <a:gd name="adj" fmla="val 339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3" name="card-2-head"/>
          <p:cNvSpPr txBox="1"/>
          <p:nvPr/>
        </p:nvSpPr>
        <p:spPr>
          <a:xfrm>
            <a:off x="923544" y="4197096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성적</a:t>
            </a:r>
            <a:endParaRPr lang="en-US" sz="2000" dirty="0"/>
          </a:p>
        </p:txBody>
      </p:sp>
      <p:sp>
        <p:nvSpPr>
          <p:cNvPr id="14" name="card-2-body"/>
          <p:cNvSpPr txBox="1"/>
          <p:nvPr/>
        </p:nvSpPr>
        <p:spPr>
          <a:xfrm>
            <a:off x="923544" y="4590288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출석 60% · 과제 30%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10%</a:t>
            </a:r>
            <a:endParaRPr lang="en-US" sz="1600" dirty="0"/>
          </a:p>
        </p:txBody>
      </p:sp>
      <p:sp>
        <p:nvSpPr>
          <p:cNvPr id="15" name="card-3"/>
          <p:cNvSpPr/>
          <p:nvPr/>
        </p:nvSpPr>
        <p:spPr>
          <a:xfrm>
            <a:off x="3593592" y="3959352"/>
            <a:ext cx="2670048" cy="1618488"/>
          </a:xfrm>
          <a:prstGeom prst="roundRect">
            <a:avLst>
              <a:gd name="adj" fmla="val 339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6" name="card-3-head"/>
          <p:cNvSpPr txBox="1"/>
          <p:nvPr/>
        </p:nvSpPr>
        <p:spPr>
          <a:xfrm>
            <a:off x="3831336" y="4197096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출석</a:t>
            </a:r>
            <a:endParaRPr lang="en-US" sz="2000" dirty="0"/>
          </a:p>
        </p:txBody>
      </p:sp>
      <p:sp>
        <p:nvSpPr>
          <p:cNvPr id="17" name="card-3-body"/>
          <p:cNvSpPr txBox="1"/>
          <p:nvPr/>
        </p:nvSpPr>
        <p:spPr>
          <a:xfrm>
            <a:off x="3831336" y="4590288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결석 2회까지 허용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지각 20분 2회 = 결석 1회</a:t>
            </a:r>
            <a:endParaRPr lang="en-US" sz="1600" dirty="0"/>
          </a:p>
        </p:txBody>
      </p:sp>
      <p:sp>
        <p:nvSpPr>
          <p:cNvPr id="18" name="keyline"/>
          <p:cNvSpPr/>
          <p:nvPr/>
        </p:nvSpPr>
        <p:spPr>
          <a:xfrm>
            <a:off x="685800" y="5687568"/>
            <a:ext cx="5577840" cy="54864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/>
        </p:spPr>
      </p:sp>
      <p:sp>
        <p:nvSpPr>
          <p:cNvPr id="19" name="keyline-text"/>
          <p:cNvSpPr txBox="1"/>
          <p:nvPr/>
        </p:nvSpPr>
        <p:spPr>
          <a:xfrm>
            <a:off x="960120" y="5687568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권장 숙제 · 암송 · 일독 · 예습</a:t>
            </a:r>
            <a:endParaRPr lang="en-US" sz="1700" dirty="0"/>
          </a:p>
        </p:txBody>
      </p:sp>
      <p:sp>
        <p:nvSpPr>
          <p:cNvPr id="20" name="subhead-badge"/>
          <p:cNvSpPr/>
          <p:nvPr/>
        </p:nvSpPr>
        <p:spPr>
          <a:xfrm>
            <a:off x="6473952" y="1517904"/>
            <a:ext cx="594360" cy="42062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1" name="subhead-badge-text"/>
          <p:cNvSpPr txBox="1"/>
          <p:nvPr/>
        </p:nvSpPr>
        <p:spPr>
          <a:xfrm>
            <a:off x="6473952" y="1517904"/>
            <a:ext cx="594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진행</a:t>
            </a:r>
            <a:endParaRPr lang="en-US" sz="1500" dirty="0"/>
          </a:p>
        </p:txBody>
      </p:sp>
      <p:sp>
        <p:nvSpPr>
          <p:cNvPr id="22" name="subhead-text"/>
          <p:cNvSpPr txBox="1"/>
          <p:nvPr/>
        </p:nvSpPr>
        <p:spPr>
          <a:xfrm>
            <a:off x="7232904" y="1536192"/>
            <a:ext cx="4818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매주 진행 순서 (PM 8:00~10:00)</a:t>
            </a:r>
            <a:endParaRPr lang="en-US" sz="2150" dirty="0"/>
          </a:p>
        </p:txBody>
      </p:sp>
      <p:sp>
        <p:nvSpPr>
          <p:cNvPr id="23" name="tr-0"/>
          <p:cNvSpPr/>
          <p:nvPr/>
        </p:nvSpPr>
        <p:spPr>
          <a:xfrm>
            <a:off x="6473952" y="2103120"/>
            <a:ext cx="5577840" cy="603504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/>
        </p:spPr>
      </p:sp>
      <p:sp>
        <p:nvSpPr>
          <p:cNvPr id="24" name="tr-0-t"/>
          <p:cNvSpPr txBox="1"/>
          <p:nvPr/>
        </p:nvSpPr>
        <p:spPr>
          <a:xfrm>
            <a:off x="6675120" y="2103120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8:00</a:t>
            </a:r>
            <a:endParaRPr lang="en-US" sz="1800" dirty="0"/>
          </a:p>
        </p:txBody>
      </p:sp>
      <p:sp>
        <p:nvSpPr>
          <p:cNvPr id="25" name="tr-0-d"/>
          <p:cNvSpPr txBox="1"/>
          <p:nvPr/>
        </p:nvSpPr>
        <p:spPr>
          <a:xfrm>
            <a:off x="7955280" y="2103120"/>
            <a:ext cx="3931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찬양 · 대표기도</a:t>
            </a:r>
            <a:endParaRPr lang="en-US" sz="1800" dirty="0"/>
          </a:p>
        </p:txBody>
      </p:sp>
      <p:sp>
        <p:nvSpPr>
          <p:cNvPr id="26" name="tr-1"/>
          <p:cNvSpPr/>
          <p:nvPr/>
        </p:nvSpPr>
        <p:spPr>
          <a:xfrm>
            <a:off x="6473952" y="2761488"/>
            <a:ext cx="5577840" cy="603504"/>
          </a:xfrm>
          <a:prstGeom prst="roundRect">
            <a:avLst>
              <a:gd name="adj" fmla="val 9091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27" name="tr-1-t"/>
          <p:cNvSpPr txBox="1"/>
          <p:nvPr/>
        </p:nvSpPr>
        <p:spPr>
          <a:xfrm>
            <a:off x="6675120" y="2761488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8:10</a:t>
            </a:r>
            <a:endParaRPr lang="en-US" sz="1800" dirty="0"/>
          </a:p>
        </p:txBody>
      </p:sp>
      <p:sp>
        <p:nvSpPr>
          <p:cNvPr id="28" name="tr-1-d"/>
          <p:cNvSpPr txBox="1"/>
          <p:nvPr/>
        </p:nvSpPr>
        <p:spPr>
          <a:xfrm>
            <a:off x="7955280" y="2761488"/>
            <a:ext cx="3931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강의 1</a:t>
            </a:r>
            <a:endParaRPr lang="en-US" sz="1800" dirty="0"/>
          </a:p>
        </p:txBody>
      </p:sp>
      <p:sp>
        <p:nvSpPr>
          <p:cNvPr id="29" name="tr-2"/>
          <p:cNvSpPr/>
          <p:nvPr/>
        </p:nvSpPr>
        <p:spPr>
          <a:xfrm>
            <a:off x="6473952" y="3419856"/>
            <a:ext cx="5577840" cy="603504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/>
        </p:spPr>
      </p:sp>
      <p:sp>
        <p:nvSpPr>
          <p:cNvPr id="30" name="tr-2-t"/>
          <p:cNvSpPr txBox="1"/>
          <p:nvPr/>
        </p:nvSpPr>
        <p:spPr>
          <a:xfrm>
            <a:off x="6675120" y="3419856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8:55</a:t>
            </a:r>
            <a:endParaRPr lang="en-US" sz="1800" dirty="0"/>
          </a:p>
        </p:txBody>
      </p:sp>
      <p:sp>
        <p:nvSpPr>
          <p:cNvPr id="31" name="tr-2-d"/>
          <p:cNvSpPr txBox="1"/>
          <p:nvPr/>
        </p:nvSpPr>
        <p:spPr>
          <a:xfrm>
            <a:off x="7955280" y="3419856"/>
            <a:ext cx="3931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휴식</a:t>
            </a:r>
            <a:endParaRPr lang="en-US" sz="1800" dirty="0"/>
          </a:p>
        </p:txBody>
      </p:sp>
      <p:sp>
        <p:nvSpPr>
          <p:cNvPr id="32" name="tr-3"/>
          <p:cNvSpPr/>
          <p:nvPr/>
        </p:nvSpPr>
        <p:spPr>
          <a:xfrm>
            <a:off x="6473952" y="4078224"/>
            <a:ext cx="5577840" cy="603504"/>
          </a:xfrm>
          <a:prstGeom prst="roundRect">
            <a:avLst>
              <a:gd name="adj" fmla="val 9091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33" name="tr-3-t"/>
          <p:cNvSpPr txBox="1"/>
          <p:nvPr/>
        </p:nvSpPr>
        <p:spPr>
          <a:xfrm>
            <a:off x="6675120" y="4078224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9:05</a:t>
            </a:r>
            <a:endParaRPr lang="en-US" sz="1800" dirty="0"/>
          </a:p>
        </p:txBody>
      </p:sp>
      <p:sp>
        <p:nvSpPr>
          <p:cNvPr id="34" name="tr-3-d"/>
          <p:cNvSpPr txBox="1"/>
          <p:nvPr/>
        </p:nvSpPr>
        <p:spPr>
          <a:xfrm>
            <a:off x="7955280" y="4078224"/>
            <a:ext cx="3931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조별 소그룹 나눔</a:t>
            </a:r>
            <a:endParaRPr lang="en-US" sz="1800" dirty="0"/>
          </a:p>
        </p:txBody>
      </p:sp>
      <p:sp>
        <p:nvSpPr>
          <p:cNvPr id="35" name="tr-4"/>
          <p:cNvSpPr/>
          <p:nvPr/>
        </p:nvSpPr>
        <p:spPr>
          <a:xfrm>
            <a:off x="6473952" y="4736592"/>
            <a:ext cx="5577840" cy="603504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/>
        </p:spPr>
      </p:sp>
      <p:sp>
        <p:nvSpPr>
          <p:cNvPr id="36" name="tr-4-t"/>
          <p:cNvSpPr txBox="1"/>
          <p:nvPr/>
        </p:nvSpPr>
        <p:spPr>
          <a:xfrm>
            <a:off x="6675120" y="4736592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9:27</a:t>
            </a:r>
            <a:endParaRPr lang="en-US" sz="1800" dirty="0"/>
          </a:p>
        </p:txBody>
      </p:sp>
      <p:sp>
        <p:nvSpPr>
          <p:cNvPr id="37" name="tr-4-d"/>
          <p:cNvSpPr txBox="1"/>
          <p:nvPr/>
        </p:nvSpPr>
        <p:spPr>
          <a:xfrm>
            <a:off x="7955280" y="4736592"/>
            <a:ext cx="3931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강의 2</a:t>
            </a:r>
            <a:endParaRPr lang="en-US" sz="1800" dirty="0"/>
          </a:p>
        </p:txBody>
      </p:sp>
      <p:sp>
        <p:nvSpPr>
          <p:cNvPr id="38" name="tr-5"/>
          <p:cNvSpPr/>
          <p:nvPr/>
        </p:nvSpPr>
        <p:spPr>
          <a:xfrm>
            <a:off x="6473952" y="5394960"/>
            <a:ext cx="5577840" cy="603504"/>
          </a:xfrm>
          <a:prstGeom prst="roundRect">
            <a:avLst>
              <a:gd name="adj" fmla="val 9091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39" name="tr-5-t"/>
          <p:cNvSpPr txBox="1"/>
          <p:nvPr/>
        </p:nvSpPr>
        <p:spPr>
          <a:xfrm>
            <a:off x="6675120" y="5394960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9:57</a:t>
            </a:r>
            <a:endParaRPr lang="en-US" sz="1800" dirty="0"/>
          </a:p>
        </p:txBody>
      </p:sp>
      <p:sp>
        <p:nvSpPr>
          <p:cNvPr id="40" name="tr-5-d"/>
          <p:cNvSpPr txBox="1"/>
          <p:nvPr/>
        </p:nvSpPr>
        <p:spPr>
          <a:xfrm>
            <a:off x="7955280" y="5394960"/>
            <a:ext cx="3931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광고 및 마무리</a:t>
            </a:r>
            <a:endParaRPr lang="en-US" sz="1800" dirty="0"/>
          </a:p>
        </p:txBody>
      </p:sp>
      <p:sp>
        <p:nvSpPr>
          <p:cNvPr id="41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5836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소그룹 나눔 Ⅰ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078992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서로를 소개하고, 조장을 세웁니다</a:t>
            </a:r>
            <a:endParaRPr lang="en-US" sz="4200" dirty="0"/>
          </a:p>
        </p:txBody>
      </p:sp>
      <p:sp>
        <p:nvSpPr>
          <p:cNvPr id="4" name="card-0"/>
          <p:cNvSpPr/>
          <p:nvPr/>
        </p:nvSpPr>
        <p:spPr>
          <a:xfrm>
            <a:off x="685800" y="2377440"/>
            <a:ext cx="3448202" cy="2926080"/>
          </a:xfrm>
          <a:prstGeom prst="roundRect">
            <a:avLst>
              <a:gd name="adj" fmla="val 187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261518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26151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3145536"/>
            <a:ext cx="29727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자기소개</a:t>
            </a:r>
            <a:endParaRPr lang="en-US" sz="24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3602736"/>
            <a:ext cx="297271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· 소속 공동체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요즘 나의 한 주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문장으로 나를 소개한다면</a:t>
            </a:r>
            <a:endParaRPr lang="en-US" sz="1800" dirty="0"/>
          </a:p>
        </p:txBody>
      </p:sp>
      <p:sp>
        <p:nvSpPr>
          <p:cNvPr id="9" name="card-1"/>
          <p:cNvSpPr/>
          <p:nvPr/>
        </p:nvSpPr>
        <p:spPr>
          <a:xfrm>
            <a:off x="4371746" y="2377440"/>
            <a:ext cx="3448202" cy="2926080"/>
          </a:xfrm>
          <a:prstGeom prst="roundRect">
            <a:avLst>
              <a:gd name="adj" fmla="val 187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4609490" y="261518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4609490" y="26151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card-1-head"/>
          <p:cNvSpPr txBox="1"/>
          <p:nvPr/>
        </p:nvSpPr>
        <p:spPr>
          <a:xfrm>
            <a:off x="4609490" y="3145536"/>
            <a:ext cx="29727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수강 계기</a:t>
            </a:r>
            <a:endParaRPr lang="en-US" sz="2400" dirty="0"/>
          </a:p>
        </p:txBody>
      </p:sp>
      <p:sp>
        <p:nvSpPr>
          <p:cNvPr id="13" name="card-1-body"/>
          <p:cNvSpPr txBox="1"/>
          <p:nvPr/>
        </p:nvSpPr>
        <p:spPr>
          <a:xfrm>
            <a:off x="4609490" y="3602736"/>
            <a:ext cx="297271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이 과정을 신청했나요?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여덟 주 동안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기대하는 것 한 가지</a:t>
            </a:r>
            <a:endParaRPr lang="en-US" sz="1800" dirty="0"/>
          </a:p>
        </p:txBody>
      </p:sp>
      <p:sp>
        <p:nvSpPr>
          <p:cNvPr id="14" name="card-2"/>
          <p:cNvSpPr/>
          <p:nvPr/>
        </p:nvSpPr>
        <p:spPr>
          <a:xfrm>
            <a:off x="8057693" y="2377440"/>
            <a:ext cx="3448202" cy="2926080"/>
          </a:xfrm>
          <a:prstGeom prst="roundRect">
            <a:avLst>
              <a:gd name="adj" fmla="val 187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5" name="card-2-badge"/>
          <p:cNvSpPr/>
          <p:nvPr/>
        </p:nvSpPr>
        <p:spPr>
          <a:xfrm>
            <a:off x="8295437" y="261518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card-2-badge-text"/>
          <p:cNvSpPr txBox="1"/>
          <p:nvPr/>
        </p:nvSpPr>
        <p:spPr>
          <a:xfrm>
            <a:off x="8295437" y="26151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card-2-head"/>
          <p:cNvSpPr txBox="1"/>
          <p:nvPr/>
        </p:nvSpPr>
        <p:spPr>
          <a:xfrm>
            <a:off x="8295437" y="3145536"/>
            <a:ext cx="29727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조장 선출</a:t>
            </a:r>
            <a:endParaRPr lang="en-US" sz="2400" dirty="0"/>
          </a:p>
        </p:txBody>
      </p:sp>
      <p:sp>
        <p:nvSpPr>
          <p:cNvPr id="18" name="card-2-body"/>
          <p:cNvSpPr txBox="1"/>
          <p:nvPr/>
        </p:nvSpPr>
        <p:spPr>
          <a:xfrm>
            <a:off x="8295437" y="3602736"/>
            <a:ext cx="297271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출석 · 과제 체크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단체방 운영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결석자 연락</a:t>
            </a:r>
            <a:endParaRPr lang="en-US" sz="1800" dirty="0"/>
          </a:p>
        </p:txBody>
      </p:sp>
      <p:sp>
        <p:nvSpPr>
          <p:cNvPr id="19" name="guide"/>
          <p:cNvSpPr txBox="1"/>
          <p:nvPr/>
        </p:nvSpPr>
        <p:spPr>
          <a:xfrm>
            <a:off x="685800" y="5486400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1인 2분 이내 · 전체 22분 · 마지막 3분에 조장 확정</a:t>
            </a:r>
            <a:endParaRPr lang="en-US" sz="1600" dirty="0"/>
          </a:p>
        </p:txBody>
      </p:sp>
      <p:sp>
        <p:nvSpPr>
          <p:cNvPr id="21" name="Text 0"/>
          <p:cNvSpPr/>
          <p:nvPr>
            <p:ph idx="102" type="body" hasCustomPrompt="1"/>
          </p:nvPr>
        </p:nvSpPr>
        <p:spPr>
          <a:xfrm>
            <a:off x="685800" y="2148840"/>
            <a:ext cx="10820095" cy="39319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960120" y="201168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72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7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60120" y="3127248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요한복음, 한눈에 보기</a:t>
            </a:r>
            <a:endParaRPr lang="en-US" sz="4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005840" y="420624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9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저자 · 기록목적 · 구조 · 완전수 7 · 21장 조망</a:t>
            </a:r>
            <a:endParaRPr lang="en-US" sz="1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누가, 언제, 왜 썼는가</a:t>
            </a:r>
            <a:endParaRPr lang="en-US" sz="3600" dirty="0"/>
          </a:p>
        </p:txBody>
      </p:sp>
      <p:sp>
        <p:nvSpPr>
          <p:cNvPr id="3" name="stat-0"/>
          <p:cNvSpPr/>
          <p:nvPr/>
        </p:nvSpPr>
        <p:spPr>
          <a:xfrm>
            <a:off x="685800" y="1572768"/>
            <a:ext cx="2526716" cy="201168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stat-0-num"/>
          <p:cNvSpPr txBox="1"/>
          <p:nvPr/>
        </p:nvSpPr>
        <p:spPr>
          <a:xfrm>
            <a:off x="795528" y="1737360"/>
            <a:ext cx="23072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</a:t>
            </a:r>
            <a:endParaRPr lang="en-US" sz="3800" dirty="0"/>
          </a:p>
        </p:txBody>
      </p:sp>
      <p:sp>
        <p:nvSpPr>
          <p:cNvPr id="5" name="stat-0-label"/>
          <p:cNvSpPr txBox="1"/>
          <p:nvPr/>
        </p:nvSpPr>
        <p:spPr>
          <a:xfrm>
            <a:off x="795528" y="2450592"/>
            <a:ext cx="23072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사도 요한</a:t>
            </a:r>
            <a:endParaRPr lang="en-US" sz="14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‘예수께서 사랑하시던 제자’</a:t>
            </a:r>
            <a:endParaRPr lang="en-US" sz="1400" dirty="0"/>
          </a:p>
        </p:txBody>
      </p:sp>
      <p:sp>
        <p:nvSpPr>
          <p:cNvPr id="6" name="stat-1"/>
          <p:cNvSpPr/>
          <p:nvPr/>
        </p:nvSpPr>
        <p:spPr>
          <a:xfrm>
            <a:off x="3450260" y="1572768"/>
            <a:ext cx="2526716" cy="201168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7" name="stat-1-num"/>
          <p:cNvSpPr txBox="1"/>
          <p:nvPr/>
        </p:nvSpPr>
        <p:spPr>
          <a:xfrm>
            <a:off x="3559988" y="1737360"/>
            <a:ext cx="23072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AD 85~90</a:t>
            </a:r>
            <a:endParaRPr lang="en-US" sz="3800" dirty="0"/>
          </a:p>
        </p:txBody>
      </p:sp>
      <p:sp>
        <p:nvSpPr>
          <p:cNvPr id="8" name="stat-1-label"/>
          <p:cNvSpPr txBox="1"/>
          <p:nvPr/>
        </p:nvSpPr>
        <p:spPr>
          <a:xfrm>
            <a:off x="3559988" y="2450592"/>
            <a:ext cx="23072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공관복음보다 후대</a:t>
            </a:r>
            <a:endParaRPr lang="en-US" sz="14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밧모섬 유배 이전</a:t>
            </a:r>
            <a:endParaRPr lang="en-US" sz="1400" dirty="0"/>
          </a:p>
        </p:txBody>
      </p:sp>
      <p:sp>
        <p:nvSpPr>
          <p:cNvPr id="9" name="stat-2"/>
          <p:cNvSpPr/>
          <p:nvPr/>
        </p:nvSpPr>
        <p:spPr>
          <a:xfrm>
            <a:off x="6214720" y="1572768"/>
            <a:ext cx="2526716" cy="201168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stat-2-num"/>
          <p:cNvSpPr txBox="1"/>
          <p:nvPr/>
        </p:nvSpPr>
        <p:spPr>
          <a:xfrm>
            <a:off x="6324448" y="1737360"/>
            <a:ext cx="23072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에베소</a:t>
            </a:r>
            <a:endParaRPr lang="en-US" sz="3800" dirty="0"/>
          </a:p>
        </p:txBody>
      </p:sp>
      <p:sp>
        <p:nvSpPr>
          <p:cNvPr id="11" name="stat-2-label"/>
          <p:cNvSpPr txBox="1"/>
          <p:nvPr/>
        </p:nvSpPr>
        <p:spPr>
          <a:xfrm>
            <a:off x="6324448" y="2450592"/>
            <a:ext cx="23072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 장소 (전승)</a:t>
            </a:r>
            <a:endParaRPr lang="en-US" sz="14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소아시아 교회를 향해</a:t>
            </a:r>
            <a:endParaRPr lang="en-US" sz="1400" dirty="0"/>
          </a:p>
        </p:txBody>
      </p:sp>
      <p:sp>
        <p:nvSpPr>
          <p:cNvPr id="12" name="stat-3"/>
          <p:cNvSpPr/>
          <p:nvPr/>
        </p:nvSpPr>
        <p:spPr>
          <a:xfrm>
            <a:off x="8979179" y="1572768"/>
            <a:ext cx="2526716" cy="201168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3" name="stat-3-num"/>
          <p:cNvSpPr txBox="1"/>
          <p:nvPr/>
        </p:nvSpPr>
        <p:spPr>
          <a:xfrm>
            <a:off x="9088907" y="1737360"/>
            <a:ext cx="23072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21장</a:t>
            </a:r>
            <a:endParaRPr lang="en-US" sz="3800" dirty="0"/>
          </a:p>
        </p:txBody>
      </p:sp>
      <p:sp>
        <p:nvSpPr>
          <p:cNvPr id="14" name="stat-3-label"/>
          <p:cNvSpPr txBox="1"/>
          <p:nvPr/>
        </p:nvSpPr>
        <p:spPr>
          <a:xfrm>
            <a:off x="9088907" y="2450592"/>
            <a:ext cx="23072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879절</a:t>
            </a:r>
            <a:endParaRPr lang="en-US" sz="14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나중의 기록</a:t>
            </a:r>
            <a:endParaRPr lang="en-US" sz="1400" dirty="0"/>
          </a:p>
        </p:txBody>
      </p:sp>
      <p:sp>
        <p:nvSpPr>
          <p:cNvPr id="15" name="subhead-badge"/>
          <p:cNvSpPr/>
          <p:nvPr/>
        </p:nvSpPr>
        <p:spPr>
          <a:xfrm>
            <a:off x="685800" y="3767328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subhead-badge-text"/>
          <p:cNvSpPr txBox="1"/>
          <p:nvPr/>
        </p:nvSpPr>
        <p:spPr>
          <a:xfrm>
            <a:off x="685800" y="37673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</a:t>
            </a:r>
            <a:endParaRPr lang="en-US" sz="1500" dirty="0"/>
          </a:p>
        </p:txBody>
      </p:sp>
      <p:sp>
        <p:nvSpPr>
          <p:cNvPr id="17" name="subhead-text"/>
          <p:cNvSpPr txBox="1"/>
          <p:nvPr/>
        </p:nvSpPr>
        <p:spPr>
          <a:xfrm>
            <a:off x="1252728" y="3785616"/>
            <a:ext cx="1025316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집필 동기 — 세 방향에서 흔들리는 교회를 붙들기 위해</a:t>
            </a:r>
            <a:endParaRPr lang="en-US" sz="2150" dirty="0"/>
          </a:p>
        </p:txBody>
      </p:sp>
      <p:sp>
        <p:nvSpPr>
          <p:cNvPr id="18" name="card-0"/>
          <p:cNvSpPr/>
          <p:nvPr/>
        </p:nvSpPr>
        <p:spPr>
          <a:xfrm>
            <a:off x="685800" y="4352544"/>
            <a:ext cx="3448202" cy="17373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9" name="card-0-head"/>
          <p:cNvSpPr txBox="1"/>
          <p:nvPr/>
        </p:nvSpPr>
        <p:spPr>
          <a:xfrm>
            <a:off x="923544" y="4590288"/>
            <a:ext cx="297271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정치</a:t>
            </a:r>
            <a:endParaRPr lang="en-US" sz="2200" dirty="0"/>
          </a:p>
        </p:txBody>
      </p:sp>
      <p:sp>
        <p:nvSpPr>
          <p:cNvPr id="20" name="card-0-body"/>
          <p:cNvSpPr txBox="1"/>
          <p:nvPr/>
        </p:nvSpPr>
        <p:spPr>
          <a:xfrm>
            <a:off x="923544" y="5015484"/>
            <a:ext cx="2972714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로마 정부의 박해 속에서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신앙을 지키게</a:t>
            </a:r>
            <a:endParaRPr lang="en-US" sz="1700" dirty="0"/>
          </a:p>
        </p:txBody>
      </p:sp>
      <p:sp>
        <p:nvSpPr>
          <p:cNvPr id="21" name="card-1"/>
          <p:cNvSpPr/>
          <p:nvPr/>
        </p:nvSpPr>
        <p:spPr>
          <a:xfrm>
            <a:off x="4371746" y="4352544"/>
            <a:ext cx="3448202" cy="17373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2" name="card-1-head"/>
          <p:cNvSpPr txBox="1"/>
          <p:nvPr/>
        </p:nvSpPr>
        <p:spPr>
          <a:xfrm>
            <a:off x="4609490" y="4590288"/>
            <a:ext cx="297271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문화</a:t>
            </a:r>
            <a:endParaRPr lang="en-US" sz="2200" dirty="0"/>
          </a:p>
        </p:txBody>
      </p:sp>
      <p:sp>
        <p:nvSpPr>
          <p:cNvPr id="23" name="card-1-body"/>
          <p:cNvSpPr txBox="1"/>
          <p:nvPr/>
        </p:nvSpPr>
        <p:spPr>
          <a:xfrm>
            <a:off x="4609490" y="5015484"/>
            <a:ext cx="2972714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헬라 철학의 도전에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답하기 위해</a:t>
            </a:r>
            <a:endParaRPr lang="en-US" sz="1700" dirty="0"/>
          </a:p>
        </p:txBody>
      </p:sp>
      <p:sp>
        <p:nvSpPr>
          <p:cNvPr id="24" name="card-2"/>
          <p:cNvSpPr/>
          <p:nvPr/>
        </p:nvSpPr>
        <p:spPr>
          <a:xfrm>
            <a:off x="8057693" y="4352544"/>
            <a:ext cx="3448202" cy="17373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5" name="card-2-head"/>
          <p:cNvSpPr txBox="1"/>
          <p:nvPr/>
        </p:nvSpPr>
        <p:spPr>
          <a:xfrm>
            <a:off x="8295437" y="4590288"/>
            <a:ext cx="297271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종교</a:t>
            </a:r>
            <a:endParaRPr lang="en-US" sz="2200" dirty="0"/>
          </a:p>
        </p:txBody>
      </p:sp>
      <p:sp>
        <p:nvSpPr>
          <p:cNvPr id="26" name="card-2-body"/>
          <p:cNvSpPr txBox="1"/>
          <p:nvPr/>
        </p:nvSpPr>
        <p:spPr>
          <a:xfrm>
            <a:off x="8295437" y="5015484"/>
            <a:ext cx="2972714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유대인 — 출교 위협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이방인 — 이단의 유혹</a:t>
            </a:r>
            <a:endParaRPr lang="en-US" sz="1700" dirty="0"/>
          </a:p>
        </p:txBody>
      </p:sp>
      <p:sp>
        <p:nvSpPr>
          <p:cNvPr id="27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기록목적 — 요한이 직접 밝힌 두 가지</a:t>
            </a:r>
            <a:endParaRPr lang="en-US" sz="3600" dirty="0"/>
          </a:p>
        </p:txBody>
      </p:sp>
      <p:sp>
        <p:nvSpPr>
          <p:cNvPr id="3" name="scripture-text"/>
          <p:cNvSpPr txBox="1"/>
          <p:nvPr/>
        </p:nvSpPr>
        <p:spPr>
          <a:xfrm>
            <a:off x="685800" y="1627632"/>
            <a:ext cx="10789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2600" i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“오직 이것을 기록함은 너희로 예수께서 하나님의 아들 그리스도이심을 믿게 하려 함이요 또 너희로 믿고 그 이름을 힘입어 생명을 얻게 하려 함이니라”</a:t>
            </a:r>
            <a:endParaRPr lang="en-US" sz="2600" dirty="0"/>
          </a:p>
        </p:txBody>
      </p:sp>
      <p:sp>
        <p:nvSpPr>
          <p:cNvPr id="4" name="scripture-ref"/>
          <p:cNvSpPr txBox="1"/>
          <p:nvPr/>
        </p:nvSpPr>
        <p:spPr>
          <a:xfrm>
            <a:off x="685800" y="3328416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20:31 (개역개정)</a:t>
            </a:r>
            <a:endParaRPr lang="en-US" sz="1500" dirty="0"/>
          </a:p>
        </p:txBody>
      </p:sp>
      <p:sp>
        <p:nvSpPr>
          <p:cNvPr id="5" name="card-0"/>
          <p:cNvSpPr/>
          <p:nvPr/>
        </p:nvSpPr>
        <p:spPr>
          <a:xfrm>
            <a:off x="685800" y="3931920"/>
            <a:ext cx="5291176" cy="2103120"/>
          </a:xfrm>
          <a:prstGeom prst="roundRect">
            <a:avLst>
              <a:gd name="adj" fmla="val 2609"/>
            </a:avLst>
          </a:prstGeom>
          <a:solidFill>
            <a:schemeClr val="accent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6" name="card-0-badge"/>
          <p:cNvSpPr/>
          <p:nvPr/>
        </p:nvSpPr>
        <p:spPr>
          <a:xfrm>
            <a:off x="923544" y="416966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card-0-badge-text"/>
          <p:cNvSpPr txBox="1"/>
          <p:nvPr/>
        </p:nvSpPr>
        <p:spPr>
          <a:xfrm>
            <a:off x="923544" y="41696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1500" dirty="0"/>
          </a:p>
        </p:txBody>
      </p:sp>
      <p:sp>
        <p:nvSpPr>
          <p:cNvPr id="8" name="card-0-head"/>
          <p:cNvSpPr txBox="1"/>
          <p:nvPr/>
        </p:nvSpPr>
        <p:spPr>
          <a:xfrm>
            <a:off x="923544" y="4700016"/>
            <a:ext cx="4815688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믿게 하려 함</a:t>
            </a:r>
            <a:endParaRPr lang="en-US" sz="2300" dirty="0"/>
          </a:p>
        </p:txBody>
      </p:sp>
      <p:sp>
        <p:nvSpPr>
          <p:cNvPr id="9" name="card-0-body"/>
          <p:cNvSpPr txBox="1"/>
          <p:nvPr/>
        </p:nvSpPr>
        <p:spPr>
          <a:xfrm>
            <a:off x="923544" y="5141214"/>
            <a:ext cx="4815688" cy="6560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하나님의 아들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그리스도이심을 믿도록</a:t>
            </a:r>
            <a:endParaRPr lang="en-US" sz="1800" dirty="0"/>
          </a:p>
        </p:txBody>
      </p:sp>
      <p:sp>
        <p:nvSpPr>
          <p:cNvPr id="10" name="card-1"/>
          <p:cNvSpPr/>
          <p:nvPr/>
        </p:nvSpPr>
        <p:spPr>
          <a:xfrm>
            <a:off x="6214720" y="3931920"/>
            <a:ext cx="5291176" cy="2103120"/>
          </a:xfrm>
          <a:prstGeom prst="roundRect">
            <a:avLst>
              <a:gd name="adj" fmla="val 2609"/>
            </a:avLst>
          </a:prstGeom>
          <a:solidFill>
            <a:schemeClr val="accent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1" name="card-1-badge"/>
          <p:cNvSpPr/>
          <p:nvPr/>
        </p:nvSpPr>
        <p:spPr>
          <a:xfrm>
            <a:off x="6452464" y="416966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card-1-badge-text"/>
          <p:cNvSpPr txBox="1"/>
          <p:nvPr/>
        </p:nvSpPr>
        <p:spPr>
          <a:xfrm>
            <a:off x="6452464" y="41696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1500" dirty="0"/>
          </a:p>
        </p:txBody>
      </p:sp>
      <p:sp>
        <p:nvSpPr>
          <p:cNvPr id="13" name="card-1-head"/>
          <p:cNvSpPr txBox="1"/>
          <p:nvPr/>
        </p:nvSpPr>
        <p:spPr>
          <a:xfrm>
            <a:off x="6452464" y="4700016"/>
            <a:ext cx="4815688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생명을 얻게 하려 함</a:t>
            </a:r>
            <a:endParaRPr lang="en-US" sz="2300" dirty="0"/>
          </a:p>
        </p:txBody>
      </p:sp>
      <p:sp>
        <p:nvSpPr>
          <p:cNvPr id="14" name="card-1-body"/>
          <p:cNvSpPr txBox="1"/>
          <p:nvPr/>
        </p:nvSpPr>
        <p:spPr>
          <a:xfrm>
            <a:off x="6452464" y="5141214"/>
            <a:ext cx="4815688" cy="6560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이름을 힘입어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생명의 능력을 누리도록</a:t>
            </a:r>
            <a:endParaRPr lang="en-US" sz="1800" dirty="0"/>
          </a:p>
        </p:txBody>
      </p:sp>
      <p:sp>
        <p:nvSpPr>
          <p:cNvPr id="16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주제 — 예수님은 누구신가</a:t>
            </a:r>
            <a:endParaRPr lang="en-US" sz="3600" dirty="0"/>
          </a:p>
        </p:txBody>
      </p:sp>
      <p:sp>
        <p:nvSpPr>
          <p:cNvPr id="3" name="keyline"/>
          <p:cNvSpPr/>
          <p:nvPr/>
        </p:nvSpPr>
        <p:spPr>
          <a:xfrm>
            <a:off x="685800" y="1572768"/>
            <a:ext cx="10820095" cy="731520"/>
          </a:xfrm>
          <a:prstGeom prst="roundRect">
            <a:avLst>
              <a:gd name="adj" fmla="val 12500"/>
            </a:avLst>
          </a:prstGeom>
          <a:solidFill>
            <a:schemeClr val="tx2"/>
          </a:solidFill>
          <a:ln/>
        </p:spPr>
      </p:sp>
      <p:sp>
        <p:nvSpPr>
          <p:cNvPr id="4" name="keyline-text"/>
          <p:cNvSpPr txBox="1"/>
          <p:nvPr/>
        </p:nvSpPr>
        <p:spPr>
          <a:xfrm>
            <a:off x="960120" y="1572768"/>
            <a:ext cx="10271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요한복음은 예수님의 ‘신성(神性)’에 초점을 맞춘다</a:t>
            </a:r>
            <a:endParaRPr lang="en-US" sz="2200" dirty="0"/>
          </a:p>
        </p:txBody>
      </p:sp>
      <p:sp>
        <p:nvSpPr>
          <p:cNvPr id="5" name="cmp-0"/>
          <p:cNvSpPr/>
          <p:nvPr/>
        </p:nvSpPr>
        <p:spPr>
          <a:xfrm>
            <a:off x="685800" y="2523744"/>
            <a:ext cx="5272888" cy="3291840"/>
          </a:xfrm>
          <a:prstGeom prst="roundRect">
            <a:avLst>
              <a:gd name="adj" fmla="val 166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6" name="cmp-0-head"/>
          <p:cNvSpPr txBox="1"/>
          <p:nvPr/>
        </p:nvSpPr>
        <p:spPr>
          <a:xfrm>
            <a:off x="960120" y="2761488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공관복음 (마 · 막 · 눅)</a:t>
            </a:r>
            <a:endParaRPr lang="en-US" sz="2000" dirty="0"/>
          </a:p>
        </p:txBody>
      </p:sp>
      <p:sp>
        <p:nvSpPr>
          <p:cNvPr id="7" name="cmp-0-items"/>
          <p:cNvSpPr txBox="1"/>
          <p:nvPr/>
        </p:nvSpPr>
        <p:spPr>
          <a:xfrm>
            <a:off x="960120" y="3346704"/>
            <a:ext cx="4724248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AD 55~68년경 기록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갈릴리 중심의 사역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사건 중심 · 비유로 가르치심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사자 · 소 · 사람</a:t>
            </a:r>
            <a:endParaRPr lang="en-US" sz="1800" dirty="0"/>
          </a:p>
        </p:txBody>
      </p:sp>
      <p:sp>
        <p:nvSpPr>
          <p:cNvPr id="8" name="cmp-1"/>
          <p:cNvSpPr/>
          <p:nvPr/>
        </p:nvSpPr>
        <p:spPr>
          <a:xfrm>
            <a:off x="6233008" y="2523744"/>
            <a:ext cx="5272888" cy="3291840"/>
          </a:xfrm>
          <a:prstGeom prst="roundRect">
            <a:avLst>
              <a:gd name="adj" fmla="val 1667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mp-1-head"/>
          <p:cNvSpPr txBox="1"/>
          <p:nvPr/>
        </p:nvSpPr>
        <p:spPr>
          <a:xfrm>
            <a:off x="6507328" y="2761488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</a:t>
            </a:r>
            <a:endParaRPr lang="en-US" sz="2000" dirty="0"/>
          </a:p>
        </p:txBody>
      </p:sp>
      <p:sp>
        <p:nvSpPr>
          <p:cNvPr id="10" name="cmp-1-items"/>
          <p:cNvSpPr txBox="1"/>
          <p:nvPr/>
        </p:nvSpPr>
        <p:spPr>
          <a:xfrm>
            <a:off x="6507328" y="3346704"/>
            <a:ext cx="4724248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AD 85~95년경 기록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유대와 예루살렘 중심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표적 + 긴 설교 · 자기선언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독수리</a:t>
            </a:r>
            <a:endParaRPr lang="en-US" sz="1800" dirty="0"/>
          </a:p>
        </p:txBody>
      </p:sp>
      <p:sp>
        <p:nvSpPr>
          <p:cNvPr id="11" name="note"/>
          <p:cNvSpPr txBox="1"/>
          <p:nvPr/>
        </p:nvSpPr>
        <p:spPr>
          <a:xfrm>
            <a:off x="685800" y="5907024"/>
            <a:ext cx="108200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요한복음에는 축사 기록이 없고, 성전 청결이 초기 사건으로 배치된다.</a:t>
            </a:r>
            <a:endParaRPr lang="en-US" sz="1400" dirty="0"/>
          </a:p>
        </p:txBody>
      </p:sp>
      <p:sp>
        <p:nvSpPr>
          <p:cNvPr id="12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요한복음의 네 가지 이름</a:t>
            </a:r>
            <a:endParaRPr lang="en-US" sz="3600" dirty="0"/>
          </a:p>
        </p:txBody>
      </p:sp>
      <p:sp>
        <p:nvSpPr>
          <p:cNvPr id="3" name="card-0"/>
          <p:cNvSpPr/>
          <p:nvPr/>
        </p:nvSpPr>
        <p:spPr>
          <a:xfrm>
            <a:off x="685800" y="1627632"/>
            <a:ext cx="2526716" cy="283464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865376"/>
            <a:ext cx="704088" cy="51206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865376"/>
            <a:ext cx="7040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</a:t>
            </a:r>
            <a:endParaRPr lang="en-US" sz="19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505456"/>
            <a:ext cx="20512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영광의 복음서</a:t>
            </a:r>
            <a:endParaRPr lang="en-US" sz="20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2898648"/>
            <a:ext cx="2051228" cy="860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하나님의 영광이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특별히 계시된다</a:t>
            </a:r>
            <a:endParaRPr lang="en-US" sz="1700" dirty="0"/>
          </a:p>
        </p:txBody>
      </p:sp>
      <p:sp>
        <p:nvSpPr>
          <p:cNvPr id="8" name="card-0-foot"/>
          <p:cNvSpPr txBox="1"/>
          <p:nvPr/>
        </p:nvSpPr>
        <p:spPr>
          <a:xfrm>
            <a:off x="923544" y="3795586"/>
            <a:ext cx="2051228" cy="46551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5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‘영광’ 36회</a:t>
            </a:r>
            <a:endParaRPr lang="en-US" sz="1550" dirty="0"/>
          </a:p>
        </p:txBody>
      </p:sp>
      <p:sp>
        <p:nvSpPr>
          <p:cNvPr id="9" name="card-1"/>
          <p:cNvSpPr/>
          <p:nvPr/>
        </p:nvSpPr>
        <p:spPr>
          <a:xfrm>
            <a:off x="3450260" y="1627632"/>
            <a:ext cx="2526716" cy="283464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3688004" y="1865376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3688004" y="186537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</a:t>
            </a:r>
            <a:endParaRPr lang="en-US" sz="1900" dirty="0"/>
          </a:p>
        </p:txBody>
      </p:sp>
      <p:sp>
        <p:nvSpPr>
          <p:cNvPr id="12" name="card-1-head"/>
          <p:cNvSpPr txBox="1"/>
          <p:nvPr/>
        </p:nvSpPr>
        <p:spPr>
          <a:xfrm>
            <a:off x="3688004" y="2505456"/>
            <a:ext cx="20512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성령의 복음서</a:t>
            </a:r>
            <a:endParaRPr lang="en-US" sz="2000" dirty="0"/>
          </a:p>
        </p:txBody>
      </p:sp>
      <p:sp>
        <p:nvSpPr>
          <p:cNvPr id="13" name="card-1-body"/>
          <p:cNvSpPr txBox="1"/>
          <p:nvPr/>
        </p:nvSpPr>
        <p:spPr>
          <a:xfrm>
            <a:off x="3688004" y="2898648"/>
            <a:ext cx="2051228" cy="860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성령님을 ‘보혜사’로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계시한다</a:t>
            </a:r>
            <a:endParaRPr lang="en-US" sz="1700" dirty="0"/>
          </a:p>
        </p:txBody>
      </p:sp>
      <p:sp>
        <p:nvSpPr>
          <p:cNvPr id="14" name="card-1-foot"/>
          <p:cNvSpPr txBox="1"/>
          <p:nvPr/>
        </p:nvSpPr>
        <p:spPr>
          <a:xfrm>
            <a:off x="3688004" y="3795586"/>
            <a:ext cx="2051228" cy="46551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5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‘보혜사’ 4회</a:t>
            </a:r>
            <a:endParaRPr lang="en-US" sz="1550" dirty="0"/>
          </a:p>
        </p:txBody>
      </p:sp>
      <p:sp>
        <p:nvSpPr>
          <p:cNvPr id="15" name="card-2"/>
          <p:cNvSpPr/>
          <p:nvPr/>
        </p:nvSpPr>
        <p:spPr>
          <a:xfrm>
            <a:off x="6214720" y="1627632"/>
            <a:ext cx="2526716" cy="283464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6" name="card-2-badge"/>
          <p:cNvSpPr/>
          <p:nvPr/>
        </p:nvSpPr>
        <p:spPr>
          <a:xfrm>
            <a:off x="6452464" y="1865376"/>
            <a:ext cx="704088" cy="51206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7" name="card-2-badge-text"/>
          <p:cNvSpPr txBox="1"/>
          <p:nvPr/>
        </p:nvSpPr>
        <p:spPr>
          <a:xfrm>
            <a:off x="6452464" y="1865376"/>
            <a:ext cx="7040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믿음</a:t>
            </a:r>
            <a:endParaRPr lang="en-US" sz="1900" dirty="0"/>
          </a:p>
        </p:txBody>
      </p:sp>
      <p:sp>
        <p:nvSpPr>
          <p:cNvPr id="18" name="card-2-head"/>
          <p:cNvSpPr txBox="1"/>
          <p:nvPr/>
        </p:nvSpPr>
        <p:spPr>
          <a:xfrm>
            <a:off x="6452464" y="2505456"/>
            <a:ext cx="20512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신앙의 복음서</a:t>
            </a:r>
            <a:endParaRPr lang="en-US" sz="2000" dirty="0"/>
          </a:p>
        </p:txBody>
      </p:sp>
      <p:sp>
        <p:nvSpPr>
          <p:cNvPr id="19" name="card-2-body"/>
          <p:cNvSpPr txBox="1"/>
          <p:nvPr/>
        </p:nvSpPr>
        <p:spPr>
          <a:xfrm>
            <a:off x="6452464" y="2898648"/>
            <a:ext cx="2051228" cy="860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살아 있는,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행동하는 믿음</a:t>
            </a:r>
            <a:endParaRPr lang="en-US" sz="1700" dirty="0"/>
          </a:p>
        </p:txBody>
      </p:sp>
      <p:sp>
        <p:nvSpPr>
          <p:cNvPr id="20" name="card-2-foot"/>
          <p:cNvSpPr txBox="1"/>
          <p:nvPr/>
        </p:nvSpPr>
        <p:spPr>
          <a:xfrm>
            <a:off x="6452464" y="3795586"/>
            <a:ext cx="2051228" cy="46551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5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‘믿음’ 98회</a:t>
            </a:r>
            <a:endParaRPr lang="en-US" sz="1550" dirty="0"/>
          </a:p>
        </p:txBody>
      </p:sp>
      <p:sp>
        <p:nvSpPr>
          <p:cNvPr id="21" name="card-3"/>
          <p:cNvSpPr/>
          <p:nvPr/>
        </p:nvSpPr>
        <p:spPr>
          <a:xfrm>
            <a:off x="8979179" y="1627632"/>
            <a:ext cx="2526716" cy="283464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2" name="card-3-badge"/>
          <p:cNvSpPr/>
          <p:nvPr/>
        </p:nvSpPr>
        <p:spPr>
          <a:xfrm>
            <a:off x="9216923" y="1865376"/>
            <a:ext cx="704088" cy="51206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3" name="card-3-badge-text"/>
          <p:cNvSpPr txBox="1"/>
          <p:nvPr/>
        </p:nvSpPr>
        <p:spPr>
          <a:xfrm>
            <a:off x="9216923" y="1865376"/>
            <a:ext cx="7040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사랑</a:t>
            </a:r>
            <a:endParaRPr lang="en-US" sz="1900" dirty="0"/>
          </a:p>
        </p:txBody>
      </p:sp>
      <p:sp>
        <p:nvSpPr>
          <p:cNvPr id="24" name="card-3-head"/>
          <p:cNvSpPr txBox="1"/>
          <p:nvPr/>
        </p:nvSpPr>
        <p:spPr>
          <a:xfrm>
            <a:off x="9216923" y="2505456"/>
            <a:ext cx="20512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사랑의 복음서</a:t>
            </a:r>
            <a:endParaRPr lang="en-US" sz="2000" dirty="0"/>
          </a:p>
        </p:txBody>
      </p:sp>
      <p:sp>
        <p:nvSpPr>
          <p:cNvPr id="25" name="card-3-body"/>
          <p:cNvSpPr txBox="1"/>
          <p:nvPr/>
        </p:nvSpPr>
        <p:spPr>
          <a:xfrm>
            <a:off x="9216923" y="2898648"/>
            <a:ext cx="2051228" cy="860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사랑하라는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계명 (13장)</a:t>
            </a:r>
            <a:endParaRPr lang="en-US" sz="1700" dirty="0"/>
          </a:p>
        </p:txBody>
      </p:sp>
      <p:sp>
        <p:nvSpPr>
          <p:cNvPr id="26" name="card-3-foot"/>
          <p:cNvSpPr txBox="1"/>
          <p:nvPr/>
        </p:nvSpPr>
        <p:spPr>
          <a:xfrm>
            <a:off x="9216923" y="3795586"/>
            <a:ext cx="2051228" cy="46551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5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‘사랑’ 51회</a:t>
            </a:r>
            <a:endParaRPr lang="en-US" sz="1550" dirty="0"/>
          </a:p>
        </p:txBody>
      </p:sp>
      <p:sp>
        <p:nvSpPr>
          <p:cNvPr id="27" name="subhead-badge"/>
          <p:cNvSpPr/>
          <p:nvPr/>
        </p:nvSpPr>
        <p:spPr>
          <a:xfrm>
            <a:off x="685800" y="4681728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8" name="subhead-badge-text"/>
          <p:cNvSpPr txBox="1"/>
          <p:nvPr/>
        </p:nvSpPr>
        <p:spPr>
          <a:xfrm>
            <a:off x="685800" y="46817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</a:t>
            </a:r>
            <a:endParaRPr lang="en-US" sz="1500" dirty="0"/>
          </a:p>
        </p:txBody>
      </p:sp>
      <p:sp>
        <p:nvSpPr>
          <p:cNvPr id="29" name="subhead-text"/>
          <p:cNvSpPr txBox="1"/>
          <p:nvPr/>
        </p:nvSpPr>
        <p:spPr>
          <a:xfrm>
            <a:off x="1252728" y="4700016"/>
            <a:ext cx="1025316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‘독수리 복음’인가</a:t>
            </a:r>
            <a:endParaRPr lang="en-US" sz="2150" dirty="0"/>
          </a:p>
        </p:txBody>
      </p:sp>
      <p:sp>
        <p:nvSpPr>
          <p:cNvPr id="30" name="bullets"/>
          <p:cNvSpPr txBox="1"/>
          <p:nvPr/>
        </p:nvSpPr>
        <p:spPr>
          <a:xfrm>
            <a:off x="685800" y="5248656"/>
            <a:ext cx="1082009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영적으로 가장 높은 곳까지 솟아오르기 때문 — ‘태초’에서 출발한다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예수님의 신성을 강조하기 때문 — 하늘에서 오심, 하나님의 아들 되심</a:t>
            </a:r>
            <a:endParaRPr lang="en-US" sz="1800" dirty="0"/>
          </a:p>
        </p:txBody>
      </p:sp>
      <p:sp>
        <p:nvSpPr>
          <p:cNvPr id="31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 ① 세 덩어리로 보면</a:t>
            </a:r>
            <a:endParaRPr lang="en-US" sz="3600" dirty="0"/>
          </a:p>
        </p:txBody>
      </p:sp>
      <p:sp>
        <p:nvSpPr>
          <p:cNvPr id="3" name="card-0"/>
          <p:cNvSpPr/>
          <p:nvPr/>
        </p:nvSpPr>
        <p:spPr>
          <a:xfrm>
            <a:off x="685800" y="1627632"/>
            <a:ext cx="3448202" cy="3291840"/>
          </a:xfrm>
          <a:prstGeom prst="roundRect">
            <a:avLst>
              <a:gd name="adj" fmla="val 166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865376"/>
            <a:ext cx="704088" cy="51206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865376"/>
            <a:ext cx="7040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증거</a:t>
            </a:r>
            <a:endParaRPr lang="en-US" sz="19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505456"/>
            <a:ext cx="297271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1~12장</a:t>
            </a:r>
            <a:endParaRPr lang="en-US" sz="28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3026664"/>
            <a:ext cx="2972714" cy="1655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성육신과 일곱 표적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배척당하심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2~3년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믿게 하기 위함</a:t>
            </a:r>
            <a:endParaRPr lang="en-US" sz="1800" dirty="0"/>
          </a:p>
        </p:txBody>
      </p:sp>
      <p:sp>
        <p:nvSpPr>
          <p:cNvPr id="8" name="card-1"/>
          <p:cNvSpPr/>
          <p:nvPr/>
        </p:nvSpPr>
        <p:spPr>
          <a:xfrm>
            <a:off x="4371746" y="1627632"/>
            <a:ext cx="3448202" cy="3291840"/>
          </a:xfrm>
          <a:prstGeom prst="roundRect">
            <a:avLst>
              <a:gd name="adj" fmla="val 166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1-badge"/>
          <p:cNvSpPr/>
          <p:nvPr/>
        </p:nvSpPr>
        <p:spPr>
          <a:xfrm>
            <a:off x="4609490" y="1865376"/>
            <a:ext cx="704088" cy="51206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0" name="card-1-badge-text"/>
          <p:cNvSpPr txBox="1"/>
          <p:nvPr/>
        </p:nvSpPr>
        <p:spPr>
          <a:xfrm>
            <a:off x="4609490" y="1865376"/>
            <a:ext cx="7040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교훈</a:t>
            </a:r>
            <a:endParaRPr lang="en-US" sz="1900" dirty="0"/>
          </a:p>
        </p:txBody>
      </p:sp>
      <p:sp>
        <p:nvSpPr>
          <p:cNvPr id="11" name="card-1-head"/>
          <p:cNvSpPr txBox="1"/>
          <p:nvPr/>
        </p:nvSpPr>
        <p:spPr>
          <a:xfrm>
            <a:off x="4609490" y="2505456"/>
            <a:ext cx="297271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13~17장</a:t>
            </a:r>
            <a:endParaRPr lang="en-US" sz="2800" dirty="0"/>
          </a:p>
        </p:txBody>
      </p:sp>
      <p:sp>
        <p:nvSpPr>
          <p:cNvPr id="12" name="card-1-body"/>
          <p:cNvSpPr txBox="1"/>
          <p:nvPr/>
        </p:nvSpPr>
        <p:spPr>
          <a:xfrm>
            <a:off x="4609490" y="3026664"/>
            <a:ext cx="2972714" cy="1655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다락방 강화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아들의 가르침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2~3시간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생명을 얻기 위함</a:t>
            </a:r>
            <a:endParaRPr lang="en-US" sz="1800" dirty="0"/>
          </a:p>
        </p:txBody>
      </p:sp>
      <p:sp>
        <p:nvSpPr>
          <p:cNvPr id="13" name="card-2"/>
          <p:cNvSpPr/>
          <p:nvPr/>
        </p:nvSpPr>
        <p:spPr>
          <a:xfrm>
            <a:off x="8057693" y="1627632"/>
            <a:ext cx="3448202" cy="3291840"/>
          </a:xfrm>
          <a:prstGeom prst="roundRect">
            <a:avLst>
              <a:gd name="adj" fmla="val 166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card-2-badge"/>
          <p:cNvSpPr/>
          <p:nvPr/>
        </p:nvSpPr>
        <p:spPr>
          <a:xfrm>
            <a:off x="8295437" y="1865376"/>
            <a:ext cx="704088" cy="51206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5" name="card-2-badge-text"/>
          <p:cNvSpPr txBox="1"/>
          <p:nvPr/>
        </p:nvSpPr>
        <p:spPr>
          <a:xfrm>
            <a:off x="8295437" y="1865376"/>
            <a:ext cx="7040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</a:t>
            </a:r>
            <a:endParaRPr lang="en-US" sz="1900" dirty="0"/>
          </a:p>
        </p:txBody>
      </p:sp>
      <p:sp>
        <p:nvSpPr>
          <p:cNvPr id="16" name="card-2-head"/>
          <p:cNvSpPr txBox="1"/>
          <p:nvPr/>
        </p:nvSpPr>
        <p:spPr>
          <a:xfrm>
            <a:off x="8295437" y="2505456"/>
            <a:ext cx="297271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18~21장</a:t>
            </a:r>
            <a:endParaRPr lang="en-US" sz="2800" dirty="0"/>
          </a:p>
        </p:txBody>
      </p:sp>
      <p:sp>
        <p:nvSpPr>
          <p:cNvPr id="17" name="card-2-body"/>
          <p:cNvSpPr txBox="1"/>
          <p:nvPr/>
        </p:nvSpPr>
        <p:spPr>
          <a:xfrm>
            <a:off x="8295437" y="3026664"/>
            <a:ext cx="2972714" cy="1655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십자가와 부활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갈릴리 현현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2~3주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생명을 얻기 위함</a:t>
            </a:r>
            <a:endParaRPr lang="en-US" sz="1800" dirty="0"/>
          </a:p>
        </p:txBody>
      </p:sp>
      <p:sp>
        <p:nvSpPr>
          <p:cNvPr id="18" name="keyline"/>
          <p:cNvSpPr/>
          <p:nvPr/>
        </p:nvSpPr>
        <p:spPr>
          <a:xfrm>
            <a:off x="685800" y="5175504"/>
            <a:ext cx="10820095" cy="1005840"/>
          </a:xfrm>
          <a:prstGeom prst="roundRect">
            <a:avLst>
              <a:gd name="adj" fmla="val 9091"/>
            </a:avLst>
          </a:prstGeom>
          <a:solidFill>
            <a:schemeClr val="tx2"/>
          </a:solidFill>
          <a:ln/>
        </p:spPr>
      </p:sp>
      <p:sp>
        <p:nvSpPr>
          <p:cNvPr id="19" name="keyline-text"/>
          <p:cNvSpPr txBox="1"/>
          <p:nvPr/>
        </p:nvSpPr>
        <p:spPr>
          <a:xfrm>
            <a:off x="960120" y="5175504"/>
            <a:ext cx="102714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뒤로 갈수록 시간은 짧아지고 기록은 자세해진다 —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요한의 관심이 ‘사건’이 아니라 ‘영광’에 있다는 증거입니다.</a:t>
            </a:r>
            <a:endParaRPr lang="en-US" sz="2000" dirty="0"/>
          </a:p>
        </p:txBody>
      </p:sp>
      <p:sp>
        <p:nvSpPr>
          <p:cNvPr id="20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 ② 교재 8과 = 영광의 여덟 장면</a:t>
            </a:r>
            <a:endParaRPr lang="en-US" sz="3600" dirty="0"/>
          </a:p>
        </p:txBody>
      </p:sp>
      <p:sp>
        <p:nvSpPr>
          <p:cNvPr id="3" name="card-0"/>
          <p:cNvSpPr/>
          <p:nvPr/>
        </p:nvSpPr>
        <p:spPr>
          <a:xfrm>
            <a:off x="685800" y="1591056"/>
            <a:ext cx="2526716" cy="2039112"/>
          </a:xfrm>
          <a:prstGeom prst="roundRect">
            <a:avLst>
              <a:gd name="adj" fmla="val 269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8288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7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414016"/>
            <a:ext cx="2051228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영광을 만나기 위한 준비</a:t>
            </a:r>
            <a:endParaRPr lang="en-US" sz="19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3095244"/>
            <a:ext cx="2051228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~1:18</a:t>
            </a:r>
            <a:endParaRPr lang="en-US" sz="1700" dirty="0"/>
          </a:p>
        </p:txBody>
      </p:sp>
      <p:sp>
        <p:nvSpPr>
          <p:cNvPr id="8" name="card-1"/>
          <p:cNvSpPr/>
          <p:nvPr/>
        </p:nvSpPr>
        <p:spPr>
          <a:xfrm>
            <a:off x="3450260" y="1591056"/>
            <a:ext cx="2526716" cy="2039112"/>
          </a:xfrm>
          <a:prstGeom prst="roundRect">
            <a:avLst>
              <a:gd name="adj" fmla="val 269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1-badge"/>
          <p:cNvSpPr/>
          <p:nvPr/>
        </p:nvSpPr>
        <p:spPr>
          <a:xfrm>
            <a:off x="3688004" y="18288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card-1-badge-text"/>
          <p:cNvSpPr txBox="1"/>
          <p:nvPr/>
        </p:nvSpPr>
        <p:spPr>
          <a:xfrm>
            <a:off x="3688004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700" dirty="0"/>
          </a:p>
        </p:txBody>
      </p:sp>
      <p:sp>
        <p:nvSpPr>
          <p:cNvPr id="11" name="card-1-head"/>
          <p:cNvSpPr txBox="1"/>
          <p:nvPr/>
        </p:nvSpPr>
        <p:spPr>
          <a:xfrm>
            <a:off x="3688004" y="2414016"/>
            <a:ext cx="2051228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영광이 드러나다</a:t>
            </a:r>
            <a:endParaRPr lang="en-US" sz="1900" dirty="0"/>
          </a:p>
        </p:txBody>
      </p:sp>
      <p:sp>
        <p:nvSpPr>
          <p:cNvPr id="12" name="card-1-body"/>
          <p:cNvSpPr txBox="1"/>
          <p:nvPr/>
        </p:nvSpPr>
        <p:spPr>
          <a:xfrm>
            <a:off x="3688004" y="3095244"/>
            <a:ext cx="2051228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1:19~4:42</a:t>
            </a:r>
            <a:endParaRPr lang="en-US" sz="1700" dirty="0"/>
          </a:p>
        </p:txBody>
      </p:sp>
      <p:sp>
        <p:nvSpPr>
          <p:cNvPr id="13" name="card-2"/>
          <p:cNvSpPr/>
          <p:nvPr/>
        </p:nvSpPr>
        <p:spPr>
          <a:xfrm>
            <a:off x="6214720" y="1591056"/>
            <a:ext cx="2526716" cy="2039112"/>
          </a:xfrm>
          <a:prstGeom prst="roundRect">
            <a:avLst>
              <a:gd name="adj" fmla="val 269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card-2-badge"/>
          <p:cNvSpPr/>
          <p:nvPr/>
        </p:nvSpPr>
        <p:spPr>
          <a:xfrm>
            <a:off x="6452464" y="18288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card-2-badge-text"/>
          <p:cNvSpPr txBox="1"/>
          <p:nvPr/>
        </p:nvSpPr>
        <p:spPr>
          <a:xfrm>
            <a:off x="6452464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card-2-head"/>
          <p:cNvSpPr txBox="1"/>
          <p:nvPr/>
        </p:nvSpPr>
        <p:spPr>
          <a:xfrm>
            <a:off x="6452464" y="2414016"/>
            <a:ext cx="2051228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영광을 드러내시다</a:t>
            </a:r>
            <a:endParaRPr lang="en-US" sz="1900" dirty="0"/>
          </a:p>
        </p:txBody>
      </p:sp>
      <p:sp>
        <p:nvSpPr>
          <p:cNvPr id="17" name="card-2-body"/>
          <p:cNvSpPr txBox="1"/>
          <p:nvPr/>
        </p:nvSpPr>
        <p:spPr>
          <a:xfrm>
            <a:off x="6452464" y="3095244"/>
            <a:ext cx="2051228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4:43~6:71</a:t>
            </a:r>
            <a:endParaRPr lang="en-US" sz="1700" dirty="0"/>
          </a:p>
        </p:txBody>
      </p:sp>
      <p:sp>
        <p:nvSpPr>
          <p:cNvPr id="18" name="card-3"/>
          <p:cNvSpPr/>
          <p:nvPr/>
        </p:nvSpPr>
        <p:spPr>
          <a:xfrm>
            <a:off x="8979179" y="1591056"/>
            <a:ext cx="2526716" cy="2039112"/>
          </a:xfrm>
          <a:prstGeom prst="roundRect">
            <a:avLst>
              <a:gd name="adj" fmla="val 269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9" name="card-3-badge"/>
          <p:cNvSpPr/>
          <p:nvPr/>
        </p:nvSpPr>
        <p:spPr>
          <a:xfrm>
            <a:off x="9216923" y="18288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card-3-badge-text"/>
          <p:cNvSpPr txBox="1"/>
          <p:nvPr/>
        </p:nvSpPr>
        <p:spPr>
          <a:xfrm>
            <a:off x="9216923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700" dirty="0"/>
          </a:p>
        </p:txBody>
      </p:sp>
      <p:sp>
        <p:nvSpPr>
          <p:cNvPr id="21" name="card-3-head"/>
          <p:cNvSpPr txBox="1"/>
          <p:nvPr/>
        </p:nvSpPr>
        <p:spPr>
          <a:xfrm>
            <a:off x="9216923" y="2414016"/>
            <a:ext cx="2051228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영광이신 예수님</a:t>
            </a:r>
            <a:endParaRPr lang="en-US" sz="1900" dirty="0"/>
          </a:p>
        </p:txBody>
      </p:sp>
      <p:sp>
        <p:nvSpPr>
          <p:cNvPr id="22" name="card-3-body"/>
          <p:cNvSpPr txBox="1"/>
          <p:nvPr/>
        </p:nvSpPr>
        <p:spPr>
          <a:xfrm>
            <a:off x="9216923" y="3095244"/>
            <a:ext cx="2051228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7:1~10:42</a:t>
            </a:r>
            <a:endParaRPr lang="en-US" sz="1700" dirty="0"/>
          </a:p>
        </p:txBody>
      </p:sp>
      <p:sp>
        <p:nvSpPr>
          <p:cNvPr id="23" name="card-4"/>
          <p:cNvSpPr/>
          <p:nvPr/>
        </p:nvSpPr>
        <p:spPr>
          <a:xfrm>
            <a:off x="685800" y="3867912"/>
            <a:ext cx="2526716" cy="2039112"/>
          </a:xfrm>
          <a:prstGeom prst="roundRect">
            <a:avLst>
              <a:gd name="adj" fmla="val 269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4" name="card-4-badge"/>
          <p:cNvSpPr/>
          <p:nvPr/>
        </p:nvSpPr>
        <p:spPr>
          <a:xfrm>
            <a:off x="923544" y="410565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card-4-badge-text"/>
          <p:cNvSpPr txBox="1"/>
          <p:nvPr/>
        </p:nvSpPr>
        <p:spPr>
          <a:xfrm>
            <a:off x="923544" y="4105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700" dirty="0"/>
          </a:p>
        </p:txBody>
      </p:sp>
      <p:sp>
        <p:nvSpPr>
          <p:cNvPr id="26" name="card-4-head"/>
          <p:cNvSpPr txBox="1"/>
          <p:nvPr/>
        </p:nvSpPr>
        <p:spPr>
          <a:xfrm>
            <a:off x="923544" y="4690872"/>
            <a:ext cx="2051228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영광이신 하나님</a:t>
            </a:r>
            <a:endParaRPr lang="en-US" sz="1900" dirty="0"/>
          </a:p>
        </p:txBody>
      </p:sp>
      <p:sp>
        <p:nvSpPr>
          <p:cNvPr id="27" name="card-4-body"/>
          <p:cNvSpPr txBox="1"/>
          <p:nvPr/>
        </p:nvSpPr>
        <p:spPr>
          <a:xfrm>
            <a:off x="923544" y="5372100"/>
            <a:ext cx="2051228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11:1~12:50</a:t>
            </a:r>
            <a:endParaRPr lang="en-US" sz="1700" dirty="0"/>
          </a:p>
        </p:txBody>
      </p:sp>
      <p:sp>
        <p:nvSpPr>
          <p:cNvPr id="28" name="card-5"/>
          <p:cNvSpPr/>
          <p:nvPr/>
        </p:nvSpPr>
        <p:spPr>
          <a:xfrm>
            <a:off x="3450260" y="3867912"/>
            <a:ext cx="2526716" cy="2039112"/>
          </a:xfrm>
          <a:prstGeom prst="roundRect">
            <a:avLst>
              <a:gd name="adj" fmla="val 269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9" name="card-5-badge"/>
          <p:cNvSpPr/>
          <p:nvPr/>
        </p:nvSpPr>
        <p:spPr>
          <a:xfrm>
            <a:off x="3688004" y="410565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0" name="card-5-badge-text"/>
          <p:cNvSpPr txBox="1"/>
          <p:nvPr/>
        </p:nvSpPr>
        <p:spPr>
          <a:xfrm>
            <a:off x="3688004" y="4105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700" dirty="0"/>
          </a:p>
        </p:txBody>
      </p:sp>
      <p:sp>
        <p:nvSpPr>
          <p:cNvPr id="31" name="card-5-head"/>
          <p:cNvSpPr txBox="1"/>
          <p:nvPr/>
        </p:nvSpPr>
        <p:spPr>
          <a:xfrm>
            <a:off x="3688004" y="4690872"/>
            <a:ext cx="2051228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영광으로의 최후 여정</a:t>
            </a:r>
            <a:endParaRPr lang="en-US" sz="1900" dirty="0"/>
          </a:p>
        </p:txBody>
      </p:sp>
      <p:sp>
        <p:nvSpPr>
          <p:cNvPr id="32" name="card-5-body"/>
          <p:cNvSpPr txBox="1"/>
          <p:nvPr/>
        </p:nvSpPr>
        <p:spPr>
          <a:xfrm>
            <a:off x="3688004" y="5372100"/>
            <a:ext cx="2051228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13~14장</a:t>
            </a:r>
            <a:endParaRPr lang="en-US" sz="1700" dirty="0"/>
          </a:p>
        </p:txBody>
      </p:sp>
      <p:sp>
        <p:nvSpPr>
          <p:cNvPr id="33" name="card-6"/>
          <p:cNvSpPr/>
          <p:nvPr/>
        </p:nvSpPr>
        <p:spPr>
          <a:xfrm>
            <a:off x="6214720" y="3867912"/>
            <a:ext cx="2526716" cy="2039112"/>
          </a:xfrm>
          <a:prstGeom prst="roundRect">
            <a:avLst>
              <a:gd name="adj" fmla="val 269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4" name="card-6-badge"/>
          <p:cNvSpPr/>
          <p:nvPr/>
        </p:nvSpPr>
        <p:spPr>
          <a:xfrm>
            <a:off x="6452464" y="410565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5" name="card-6-badge-text"/>
          <p:cNvSpPr txBox="1"/>
          <p:nvPr/>
        </p:nvSpPr>
        <p:spPr>
          <a:xfrm>
            <a:off x="6452464" y="4105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700" dirty="0"/>
          </a:p>
        </p:txBody>
      </p:sp>
      <p:sp>
        <p:nvSpPr>
          <p:cNvPr id="36" name="card-6-head"/>
          <p:cNvSpPr txBox="1"/>
          <p:nvPr/>
        </p:nvSpPr>
        <p:spPr>
          <a:xfrm>
            <a:off x="6452464" y="4690872"/>
            <a:ext cx="2051228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 안에 거함</a:t>
            </a:r>
            <a:endParaRPr lang="en-US" sz="1900" dirty="0"/>
          </a:p>
        </p:txBody>
      </p:sp>
      <p:sp>
        <p:nvSpPr>
          <p:cNvPr id="37" name="card-6-body"/>
          <p:cNvSpPr txBox="1"/>
          <p:nvPr/>
        </p:nvSpPr>
        <p:spPr>
          <a:xfrm>
            <a:off x="6452464" y="5372100"/>
            <a:ext cx="2051228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15~17장</a:t>
            </a:r>
            <a:endParaRPr lang="en-US" sz="1700" dirty="0"/>
          </a:p>
        </p:txBody>
      </p:sp>
      <p:sp>
        <p:nvSpPr>
          <p:cNvPr id="38" name="card-7"/>
          <p:cNvSpPr/>
          <p:nvPr/>
        </p:nvSpPr>
        <p:spPr>
          <a:xfrm>
            <a:off x="8979179" y="3867912"/>
            <a:ext cx="2526716" cy="2039112"/>
          </a:xfrm>
          <a:prstGeom prst="roundRect">
            <a:avLst>
              <a:gd name="adj" fmla="val 269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9" name="card-7-badge"/>
          <p:cNvSpPr/>
          <p:nvPr/>
        </p:nvSpPr>
        <p:spPr>
          <a:xfrm>
            <a:off x="9216923" y="410565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0" name="card-7-badge-text"/>
          <p:cNvSpPr txBox="1"/>
          <p:nvPr/>
        </p:nvSpPr>
        <p:spPr>
          <a:xfrm>
            <a:off x="9216923" y="4105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700" dirty="0"/>
          </a:p>
        </p:txBody>
      </p:sp>
      <p:sp>
        <p:nvSpPr>
          <p:cNvPr id="41" name="card-7-head"/>
          <p:cNvSpPr txBox="1"/>
          <p:nvPr/>
        </p:nvSpPr>
        <p:spPr>
          <a:xfrm>
            <a:off x="9216923" y="4690872"/>
            <a:ext cx="2051228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영광으로의 초대</a:t>
            </a:r>
            <a:endParaRPr lang="en-US" sz="1900" dirty="0"/>
          </a:p>
        </p:txBody>
      </p:sp>
      <p:sp>
        <p:nvSpPr>
          <p:cNvPr id="42" name="card-7-body"/>
          <p:cNvSpPr txBox="1"/>
          <p:nvPr/>
        </p:nvSpPr>
        <p:spPr>
          <a:xfrm>
            <a:off x="9216923" y="5372100"/>
            <a:ext cx="2051228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18~21장</a:t>
            </a:r>
            <a:endParaRPr lang="en-US" sz="1700" dirty="0"/>
          </a:p>
        </p:txBody>
      </p:sp>
      <p:sp>
        <p:nvSpPr>
          <p:cNvPr id="43" name="note"/>
          <p:cNvSpPr txBox="1"/>
          <p:nvPr/>
        </p:nvSpPr>
        <p:spPr>
          <a:xfrm>
            <a:off x="685800" y="5998464"/>
            <a:ext cx="108200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여덟 과를 ‘영광’ 한 단어로 꿰면 전체가 한눈에 들어옵니다</a:t>
            </a:r>
            <a:endParaRPr lang="en-US" sz="1700" dirty="0"/>
          </a:p>
        </p:txBody>
      </p:sp>
      <p:sp>
        <p:nvSpPr>
          <p:cNvPr id="44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완전수 7 ① 일곱 표적</a:t>
            </a:r>
            <a:endParaRPr lang="en-US" sz="3600" dirty="0"/>
          </a:p>
        </p:txBody>
      </p:sp>
      <p:sp>
        <p:nvSpPr>
          <p:cNvPr id="3" name="card-0"/>
          <p:cNvSpPr/>
          <p:nvPr/>
        </p:nvSpPr>
        <p:spPr>
          <a:xfrm>
            <a:off x="685800" y="1609344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84708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847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en-US" sz="17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432304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가나 혼인잔치</a:t>
            </a:r>
            <a:endParaRPr lang="en-US" sz="19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2809494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물을 포도주로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2:1~11</a:t>
            </a:r>
            <a:endParaRPr lang="en-US" sz="1600" dirty="0"/>
          </a:p>
        </p:txBody>
      </p:sp>
      <p:sp>
        <p:nvSpPr>
          <p:cNvPr id="8" name="card-1"/>
          <p:cNvSpPr/>
          <p:nvPr/>
        </p:nvSpPr>
        <p:spPr>
          <a:xfrm>
            <a:off x="3450260" y="1609344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1-badge"/>
          <p:cNvSpPr/>
          <p:nvPr/>
        </p:nvSpPr>
        <p:spPr>
          <a:xfrm>
            <a:off x="3688004" y="184708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card-1-badge-text"/>
          <p:cNvSpPr txBox="1"/>
          <p:nvPr/>
        </p:nvSpPr>
        <p:spPr>
          <a:xfrm>
            <a:off x="3688004" y="1847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왕</a:t>
            </a:r>
            <a:endParaRPr lang="en-US" sz="1700" dirty="0"/>
          </a:p>
        </p:txBody>
      </p:sp>
      <p:sp>
        <p:nvSpPr>
          <p:cNvPr id="11" name="card-1-head"/>
          <p:cNvSpPr txBox="1"/>
          <p:nvPr/>
        </p:nvSpPr>
        <p:spPr>
          <a:xfrm>
            <a:off x="3688004" y="2432304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왕의 신하 아들</a:t>
            </a:r>
            <a:endParaRPr lang="en-US" sz="1900" dirty="0"/>
          </a:p>
        </p:txBody>
      </p:sp>
      <p:sp>
        <p:nvSpPr>
          <p:cNvPr id="12" name="card-1-body"/>
          <p:cNvSpPr txBox="1"/>
          <p:nvPr/>
        </p:nvSpPr>
        <p:spPr>
          <a:xfrm>
            <a:off x="3688004" y="2809494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말씀만으로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4:46~54</a:t>
            </a:r>
            <a:endParaRPr lang="en-US" sz="1600" dirty="0"/>
          </a:p>
        </p:txBody>
      </p:sp>
      <p:sp>
        <p:nvSpPr>
          <p:cNvPr id="13" name="card-2"/>
          <p:cNvSpPr/>
          <p:nvPr/>
        </p:nvSpPr>
        <p:spPr>
          <a:xfrm>
            <a:off x="6214720" y="1609344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card-2-badge"/>
          <p:cNvSpPr/>
          <p:nvPr/>
        </p:nvSpPr>
        <p:spPr>
          <a:xfrm>
            <a:off x="6452464" y="184708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card-2-badge-text"/>
          <p:cNvSpPr txBox="1"/>
          <p:nvPr/>
        </p:nvSpPr>
        <p:spPr>
          <a:xfrm>
            <a:off x="6452464" y="1847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</a:t>
            </a:r>
            <a:endParaRPr lang="en-US" sz="1700" dirty="0"/>
          </a:p>
        </p:txBody>
      </p:sp>
      <p:sp>
        <p:nvSpPr>
          <p:cNvPr id="16" name="card-2-head"/>
          <p:cNvSpPr txBox="1"/>
          <p:nvPr/>
        </p:nvSpPr>
        <p:spPr>
          <a:xfrm>
            <a:off x="6452464" y="2432304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베데스다 못 병자</a:t>
            </a:r>
            <a:endParaRPr lang="en-US" sz="1900" dirty="0"/>
          </a:p>
        </p:txBody>
      </p:sp>
      <p:sp>
        <p:nvSpPr>
          <p:cNvPr id="17" name="card-2-body"/>
          <p:cNvSpPr txBox="1"/>
          <p:nvPr/>
        </p:nvSpPr>
        <p:spPr>
          <a:xfrm>
            <a:off x="6452464" y="2809494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38년 된 병자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5:1~9</a:t>
            </a:r>
            <a:endParaRPr lang="en-US" sz="1600" dirty="0"/>
          </a:p>
        </p:txBody>
      </p:sp>
      <p:sp>
        <p:nvSpPr>
          <p:cNvPr id="18" name="card-3"/>
          <p:cNvSpPr/>
          <p:nvPr/>
        </p:nvSpPr>
        <p:spPr>
          <a:xfrm>
            <a:off x="8979179" y="1609344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9" name="card-3-badge"/>
          <p:cNvSpPr/>
          <p:nvPr/>
        </p:nvSpPr>
        <p:spPr>
          <a:xfrm>
            <a:off x="9216923" y="184708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card-3-badge-text"/>
          <p:cNvSpPr txBox="1"/>
          <p:nvPr/>
        </p:nvSpPr>
        <p:spPr>
          <a:xfrm>
            <a:off x="9216923" y="1847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</a:t>
            </a:r>
            <a:endParaRPr lang="en-US" sz="1700" dirty="0"/>
          </a:p>
        </p:txBody>
      </p:sp>
      <p:sp>
        <p:nvSpPr>
          <p:cNvPr id="21" name="card-3-head"/>
          <p:cNvSpPr txBox="1"/>
          <p:nvPr/>
        </p:nvSpPr>
        <p:spPr>
          <a:xfrm>
            <a:off x="9216923" y="2432304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오병이어</a:t>
            </a:r>
            <a:endParaRPr lang="en-US" sz="1900" dirty="0"/>
          </a:p>
        </p:txBody>
      </p:sp>
      <p:sp>
        <p:nvSpPr>
          <p:cNvPr id="22" name="card-3-body"/>
          <p:cNvSpPr txBox="1"/>
          <p:nvPr/>
        </p:nvSpPr>
        <p:spPr>
          <a:xfrm>
            <a:off x="9216923" y="2809494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오천 명을 먹이심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6:5~13</a:t>
            </a:r>
            <a:endParaRPr lang="en-US" sz="1600" dirty="0"/>
          </a:p>
        </p:txBody>
      </p:sp>
      <p:sp>
        <p:nvSpPr>
          <p:cNvPr id="23" name="card-4"/>
          <p:cNvSpPr/>
          <p:nvPr/>
        </p:nvSpPr>
        <p:spPr>
          <a:xfrm>
            <a:off x="685800" y="3785616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4" name="card-4-badge"/>
          <p:cNvSpPr/>
          <p:nvPr/>
        </p:nvSpPr>
        <p:spPr>
          <a:xfrm>
            <a:off x="923544" y="4023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card-4-badge-text"/>
          <p:cNvSpPr txBox="1"/>
          <p:nvPr/>
        </p:nvSpPr>
        <p:spPr>
          <a:xfrm>
            <a:off x="923544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</a:t>
            </a:r>
            <a:endParaRPr lang="en-US" sz="1700" dirty="0"/>
          </a:p>
        </p:txBody>
      </p:sp>
      <p:sp>
        <p:nvSpPr>
          <p:cNvPr id="26" name="card-4-head"/>
          <p:cNvSpPr txBox="1"/>
          <p:nvPr/>
        </p:nvSpPr>
        <p:spPr>
          <a:xfrm>
            <a:off x="923544" y="4608576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 위를 걸으심</a:t>
            </a:r>
            <a:endParaRPr lang="en-US" sz="1900" dirty="0"/>
          </a:p>
        </p:txBody>
      </p:sp>
      <p:sp>
        <p:nvSpPr>
          <p:cNvPr id="27" name="card-4-body"/>
          <p:cNvSpPr txBox="1"/>
          <p:nvPr/>
        </p:nvSpPr>
        <p:spPr>
          <a:xfrm>
            <a:off x="923544" y="4985766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밤 사경에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6:19~21</a:t>
            </a:r>
            <a:endParaRPr lang="en-US" sz="1600" dirty="0"/>
          </a:p>
        </p:txBody>
      </p:sp>
      <p:sp>
        <p:nvSpPr>
          <p:cNvPr id="28" name="card-5"/>
          <p:cNvSpPr/>
          <p:nvPr/>
        </p:nvSpPr>
        <p:spPr>
          <a:xfrm>
            <a:off x="3450260" y="3785616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9" name="card-5-badge"/>
          <p:cNvSpPr/>
          <p:nvPr/>
        </p:nvSpPr>
        <p:spPr>
          <a:xfrm>
            <a:off x="3688004" y="4023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0" name="card-5-badge-text"/>
          <p:cNvSpPr txBox="1"/>
          <p:nvPr/>
        </p:nvSpPr>
        <p:spPr>
          <a:xfrm>
            <a:off x="3688004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</a:t>
            </a:r>
            <a:endParaRPr lang="en-US" sz="1700" dirty="0"/>
          </a:p>
        </p:txBody>
      </p:sp>
      <p:sp>
        <p:nvSpPr>
          <p:cNvPr id="31" name="card-5-head"/>
          <p:cNvSpPr txBox="1"/>
          <p:nvPr/>
        </p:nvSpPr>
        <p:spPr>
          <a:xfrm>
            <a:off x="3688004" y="4608576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실로암 맹인</a:t>
            </a:r>
            <a:endParaRPr lang="en-US" sz="1900" dirty="0"/>
          </a:p>
        </p:txBody>
      </p:sp>
      <p:sp>
        <p:nvSpPr>
          <p:cNvPr id="32" name="card-5-body"/>
          <p:cNvSpPr txBox="1"/>
          <p:nvPr/>
        </p:nvSpPr>
        <p:spPr>
          <a:xfrm>
            <a:off x="3688004" y="4985766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 때부터 소경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9:1~7</a:t>
            </a:r>
            <a:endParaRPr lang="en-US" sz="1600" dirty="0"/>
          </a:p>
        </p:txBody>
      </p:sp>
      <p:sp>
        <p:nvSpPr>
          <p:cNvPr id="33" name="card-6"/>
          <p:cNvSpPr/>
          <p:nvPr/>
        </p:nvSpPr>
        <p:spPr>
          <a:xfrm>
            <a:off x="6214720" y="3785616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4" name="card-6-badge"/>
          <p:cNvSpPr/>
          <p:nvPr/>
        </p:nvSpPr>
        <p:spPr>
          <a:xfrm>
            <a:off x="6452464" y="4023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5" name="card-6-badge-text"/>
          <p:cNvSpPr txBox="1"/>
          <p:nvPr/>
        </p:nvSpPr>
        <p:spPr>
          <a:xfrm>
            <a:off x="6452464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en-US" sz="1700" dirty="0"/>
          </a:p>
        </p:txBody>
      </p:sp>
      <p:sp>
        <p:nvSpPr>
          <p:cNvPr id="36" name="card-6-head"/>
          <p:cNvSpPr txBox="1"/>
          <p:nvPr/>
        </p:nvSpPr>
        <p:spPr>
          <a:xfrm>
            <a:off x="6452464" y="4608576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나사로를 살리심</a:t>
            </a:r>
            <a:endParaRPr lang="en-US" sz="1900" dirty="0"/>
          </a:p>
        </p:txBody>
      </p:sp>
      <p:sp>
        <p:nvSpPr>
          <p:cNvPr id="37" name="card-6-body"/>
          <p:cNvSpPr txBox="1"/>
          <p:nvPr/>
        </p:nvSpPr>
        <p:spPr>
          <a:xfrm>
            <a:off x="6452464" y="4985766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표적 중의 표적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11:1~44</a:t>
            </a:r>
            <a:endParaRPr lang="en-US" sz="1600" dirty="0"/>
          </a:p>
        </p:txBody>
      </p:sp>
      <p:sp>
        <p:nvSpPr>
          <p:cNvPr id="38" name="card-7"/>
          <p:cNvSpPr/>
          <p:nvPr/>
        </p:nvSpPr>
        <p:spPr>
          <a:xfrm>
            <a:off x="8979179" y="3785616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9" name="card-7-badge"/>
          <p:cNvSpPr/>
          <p:nvPr/>
        </p:nvSpPr>
        <p:spPr>
          <a:xfrm>
            <a:off x="9216923" y="4023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0" name="card-7-badge-text"/>
          <p:cNvSpPr txBox="1"/>
          <p:nvPr/>
        </p:nvSpPr>
        <p:spPr>
          <a:xfrm>
            <a:off x="9216923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en-US" sz="1700" dirty="0"/>
          </a:p>
        </p:txBody>
      </p:sp>
      <p:sp>
        <p:nvSpPr>
          <p:cNvPr id="41" name="card-7-head"/>
          <p:cNvSpPr txBox="1"/>
          <p:nvPr/>
        </p:nvSpPr>
        <p:spPr>
          <a:xfrm>
            <a:off x="9216923" y="4608576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153마리 고기</a:t>
            </a:r>
            <a:endParaRPr lang="en-US" sz="1900" dirty="0"/>
          </a:p>
        </p:txBody>
      </p:sp>
      <p:sp>
        <p:nvSpPr>
          <p:cNvPr id="42" name="card-7-body"/>
          <p:cNvSpPr txBox="1"/>
          <p:nvPr/>
        </p:nvSpPr>
        <p:spPr>
          <a:xfrm>
            <a:off x="9216923" y="4985766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여덟 번째 표적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21:1~14</a:t>
            </a:r>
            <a:endParaRPr lang="en-US" sz="1600" dirty="0"/>
          </a:p>
        </p:txBody>
      </p:sp>
      <p:sp>
        <p:nvSpPr>
          <p:cNvPr id="43" name="note"/>
          <p:cNvSpPr txBox="1"/>
          <p:nvPr/>
        </p:nvSpPr>
        <p:spPr>
          <a:xfrm>
            <a:off x="685800" y="5870448"/>
            <a:ext cx="108200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표적은 기적 자체가 아니라, 예수님이 누구신지를 가리키는 ‘표지판’입니다</a:t>
            </a:r>
            <a:endParaRPr lang="en-US" sz="1800" dirty="0"/>
          </a:p>
        </p:txBody>
      </p:sp>
      <p:sp>
        <p:nvSpPr>
          <p:cNvPr id="44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완전수 7 ② 일곱 자기선언 (에고 에이미)</a:t>
            </a:r>
            <a:endParaRPr lang="en-US" sz="3600" dirty="0"/>
          </a:p>
        </p:txBody>
      </p:sp>
      <p:sp>
        <p:nvSpPr>
          <p:cNvPr id="3" name="card-0"/>
          <p:cNvSpPr/>
          <p:nvPr/>
        </p:nvSpPr>
        <p:spPr>
          <a:xfrm>
            <a:off x="685800" y="1609344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84708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847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</a:t>
            </a:r>
            <a:endParaRPr lang="en-US" sz="17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432304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생명의 떡</a:t>
            </a:r>
            <a:endParaRPr lang="en-US" sz="19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2809494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6:35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 필요한 양식</a:t>
            </a:r>
            <a:endParaRPr lang="en-US" sz="1600" dirty="0"/>
          </a:p>
        </p:txBody>
      </p:sp>
      <p:sp>
        <p:nvSpPr>
          <p:cNvPr id="8" name="card-1"/>
          <p:cNvSpPr/>
          <p:nvPr/>
        </p:nvSpPr>
        <p:spPr>
          <a:xfrm>
            <a:off x="3450260" y="1609344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1-badge"/>
          <p:cNvSpPr/>
          <p:nvPr/>
        </p:nvSpPr>
        <p:spPr>
          <a:xfrm>
            <a:off x="3688004" y="184708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card-1-badge-text"/>
          <p:cNvSpPr txBox="1"/>
          <p:nvPr/>
        </p:nvSpPr>
        <p:spPr>
          <a:xfrm>
            <a:off x="3688004" y="1847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</a:t>
            </a:r>
            <a:endParaRPr lang="en-US" sz="1700" dirty="0"/>
          </a:p>
        </p:txBody>
      </p:sp>
      <p:sp>
        <p:nvSpPr>
          <p:cNvPr id="11" name="card-1-head"/>
          <p:cNvSpPr txBox="1"/>
          <p:nvPr/>
        </p:nvSpPr>
        <p:spPr>
          <a:xfrm>
            <a:off x="3688004" y="2432304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세상의 빛</a:t>
            </a:r>
            <a:endParaRPr lang="en-US" sz="1900" dirty="0"/>
          </a:p>
        </p:txBody>
      </p:sp>
      <p:sp>
        <p:nvSpPr>
          <p:cNvPr id="12" name="card-1-body"/>
          <p:cNvSpPr txBox="1"/>
          <p:nvPr/>
        </p:nvSpPr>
        <p:spPr>
          <a:xfrm>
            <a:off x="3688004" y="2809494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8:12 · 9:5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보게 하는 빛</a:t>
            </a:r>
            <a:endParaRPr lang="en-US" sz="1600" dirty="0"/>
          </a:p>
        </p:txBody>
      </p:sp>
      <p:sp>
        <p:nvSpPr>
          <p:cNvPr id="13" name="card-2"/>
          <p:cNvSpPr/>
          <p:nvPr/>
        </p:nvSpPr>
        <p:spPr>
          <a:xfrm>
            <a:off x="6214720" y="1609344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card-2-badge"/>
          <p:cNvSpPr/>
          <p:nvPr/>
        </p:nvSpPr>
        <p:spPr>
          <a:xfrm>
            <a:off x="6452464" y="184708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card-2-badge-text"/>
          <p:cNvSpPr txBox="1"/>
          <p:nvPr/>
        </p:nvSpPr>
        <p:spPr>
          <a:xfrm>
            <a:off x="6452464" y="1847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</a:t>
            </a:r>
            <a:endParaRPr lang="en-US" sz="1700" dirty="0"/>
          </a:p>
        </p:txBody>
      </p:sp>
      <p:sp>
        <p:nvSpPr>
          <p:cNvPr id="16" name="card-2-head"/>
          <p:cNvSpPr txBox="1"/>
          <p:nvPr/>
        </p:nvSpPr>
        <p:spPr>
          <a:xfrm>
            <a:off x="6452464" y="2432304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양의 문</a:t>
            </a:r>
            <a:endParaRPr lang="en-US" sz="1900" dirty="0"/>
          </a:p>
        </p:txBody>
      </p:sp>
      <p:sp>
        <p:nvSpPr>
          <p:cNvPr id="17" name="card-2-body"/>
          <p:cNvSpPr txBox="1"/>
          <p:nvPr/>
        </p:nvSpPr>
        <p:spPr>
          <a:xfrm>
            <a:off x="6452464" y="2809494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10:7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유일한 문</a:t>
            </a:r>
            <a:endParaRPr lang="en-US" sz="1600" dirty="0"/>
          </a:p>
        </p:txBody>
      </p:sp>
      <p:sp>
        <p:nvSpPr>
          <p:cNvPr id="18" name="card-3"/>
          <p:cNvSpPr/>
          <p:nvPr/>
        </p:nvSpPr>
        <p:spPr>
          <a:xfrm>
            <a:off x="8979179" y="1609344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9" name="card-3-badge"/>
          <p:cNvSpPr/>
          <p:nvPr/>
        </p:nvSpPr>
        <p:spPr>
          <a:xfrm>
            <a:off x="9216923" y="184708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card-3-badge-text"/>
          <p:cNvSpPr txBox="1"/>
          <p:nvPr/>
        </p:nvSpPr>
        <p:spPr>
          <a:xfrm>
            <a:off x="9216923" y="1847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</a:t>
            </a:r>
            <a:endParaRPr lang="en-US" sz="1700" dirty="0"/>
          </a:p>
        </p:txBody>
      </p:sp>
      <p:sp>
        <p:nvSpPr>
          <p:cNvPr id="21" name="card-3-head"/>
          <p:cNvSpPr txBox="1"/>
          <p:nvPr/>
        </p:nvSpPr>
        <p:spPr>
          <a:xfrm>
            <a:off x="9216923" y="2432304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선한 목자</a:t>
            </a:r>
            <a:endParaRPr lang="en-US" sz="1900" dirty="0"/>
          </a:p>
        </p:txBody>
      </p:sp>
      <p:sp>
        <p:nvSpPr>
          <p:cNvPr id="22" name="card-3-body"/>
          <p:cNvSpPr txBox="1"/>
          <p:nvPr/>
        </p:nvSpPr>
        <p:spPr>
          <a:xfrm>
            <a:off x="9216923" y="2809494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10:11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목숨을 버리는 목자</a:t>
            </a:r>
            <a:endParaRPr lang="en-US" sz="1600" dirty="0"/>
          </a:p>
        </p:txBody>
      </p:sp>
      <p:sp>
        <p:nvSpPr>
          <p:cNvPr id="23" name="card-4"/>
          <p:cNvSpPr/>
          <p:nvPr/>
        </p:nvSpPr>
        <p:spPr>
          <a:xfrm>
            <a:off x="685800" y="3785616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4" name="card-4-badge"/>
          <p:cNvSpPr/>
          <p:nvPr/>
        </p:nvSpPr>
        <p:spPr>
          <a:xfrm>
            <a:off x="923544" y="4023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card-4-badge-text"/>
          <p:cNvSpPr txBox="1"/>
          <p:nvPr/>
        </p:nvSpPr>
        <p:spPr>
          <a:xfrm>
            <a:off x="923544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</a:t>
            </a:r>
            <a:endParaRPr lang="en-US" sz="1700" dirty="0"/>
          </a:p>
        </p:txBody>
      </p:sp>
      <p:sp>
        <p:nvSpPr>
          <p:cNvPr id="26" name="card-4-head"/>
          <p:cNvSpPr txBox="1"/>
          <p:nvPr/>
        </p:nvSpPr>
        <p:spPr>
          <a:xfrm>
            <a:off x="923544" y="4608576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부활이요 생명</a:t>
            </a:r>
            <a:endParaRPr lang="en-US" sz="1900" dirty="0"/>
          </a:p>
        </p:txBody>
      </p:sp>
      <p:sp>
        <p:nvSpPr>
          <p:cNvPr id="27" name="card-4-body"/>
          <p:cNvSpPr txBox="1"/>
          <p:nvPr/>
        </p:nvSpPr>
        <p:spPr>
          <a:xfrm>
            <a:off x="923544" y="4985766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11:25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죽음 너머의 생명</a:t>
            </a:r>
            <a:endParaRPr lang="en-US" sz="1600" dirty="0"/>
          </a:p>
        </p:txBody>
      </p:sp>
      <p:sp>
        <p:nvSpPr>
          <p:cNvPr id="28" name="card-5"/>
          <p:cNvSpPr/>
          <p:nvPr/>
        </p:nvSpPr>
        <p:spPr>
          <a:xfrm>
            <a:off x="3450260" y="3785616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9" name="card-5-badge"/>
          <p:cNvSpPr/>
          <p:nvPr/>
        </p:nvSpPr>
        <p:spPr>
          <a:xfrm>
            <a:off x="3688004" y="4023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0" name="card-5-badge-text"/>
          <p:cNvSpPr txBox="1"/>
          <p:nvPr/>
        </p:nvSpPr>
        <p:spPr>
          <a:xfrm>
            <a:off x="3688004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</a:t>
            </a:r>
            <a:endParaRPr lang="en-US" sz="1700" dirty="0"/>
          </a:p>
        </p:txBody>
      </p:sp>
      <p:sp>
        <p:nvSpPr>
          <p:cNvPr id="31" name="card-5-head"/>
          <p:cNvSpPr txBox="1"/>
          <p:nvPr/>
        </p:nvSpPr>
        <p:spPr>
          <a:xfrm>
            <a:off x="3688004" y="4608576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 · 진리 · 생명</a:t>
            </a:r>
            <a:endParaRPr lang="en-US" sz="1900" dirty="0"/>
          </a:p>
        </p:txBody>
      </p:sp>
      <p:sp>
        <p:nvSpPr>
          <p:cNvPr id="32" name="card-5-body"/>
          <p:cNvSpPr txBox="1"/>
          <p:nvPr/>
        </p:nvSpPr>
        <p:spPr>
          <a:xfrm>
            <a:off x="3688004" y="4985766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14:6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아버지께 이르는 길</a:t>
            </a:r>
            <a:endParaRPr lang="en-US" sz="1600" dirty="0"/>
          </a:p>
        </p:txBody>
      </p:sp>
      <p:sp>
        <p:nvSpPr>
          <p:cNvPr id="33" name="card-6"/>
          <p:cNvSpPr/>
          <p:nvPr/>
        </p:nvSpPr>
        <p:spPr>
          <a:xfrm>
            <a:off x="6214720" y="3785616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4" name="card-6-badge"/>
          <p:cNvSpPr/>
          <p:nvPr/>
        </p:nvSpPr>
        <p:spPr>
          <a:xfrm>
            <a:off x="6452464" y="4023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5" name="card-6-badge-text"/>
          <p:cNvSpPr txBox="1"/>
          <p:nvPr/>
        </p:nvSpPr>
        <p:spPr>
          <a:xfrm>
            <a:off x="6452464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</a:t>
            </a:r>
            <a:endParaRPr lang="en-US" sz="1700" dirty="0"/>
          </a:p>
        </p:txBody>
      </p:sp>
      <p:sp>
        <p:nvSpPr>
          <p:cNvPr id="36" name="card-6-head"/>
          <p:cNvSpPr txBox="1"/>
          <p:nvPr/>
        </p:nvSpPr>
        <p:spPr>
          <a:xfrm>
            <a:off x="6452464" y="4608576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 포도나무</a:t>
            </a:r>
            <a:endParaRPr lang="en-US" sz="1900" dirty="0"/>
          </a:p>
        </p:txBody>
      </p:sp>
      <p:sp>
        <p:nvSpPr>
          <p:cNvPr id="37" name="card-6-body"/>
          <p:cNvSpPr txBox="1"/>
          <p:nvPr/>
        </p:nvSpPr>
        <p:spPr>
          <a:xfrm>
            <a:off x="6452464" y="4985766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15:1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붙어 있어야 열매</a:t>
            </a:r>
            <a:endParaRPr lang="en-US" sz="1600" dirty="0"/>
          </a:p>
        </p:txBody>
      </p:sp>
      <p:sp>
        <p:nvSpPr>
          <p:cNvPr id="38" name="card-7"/>
          <p:cNvSpPr/>
          <p:nvPr/>
        </p:nvSpPr>
        <p:spPr>
          <a:xfrm>
            <a:off x="8979179" y="3785616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9" name="card-7-badge"/>
          <p:cNvSpPr/>
          <p:nvPr/>
        </p:nvSpPr>
        <p:spPr>
          <a:xfrm>
            <a:off x="9216923" y="4023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0" name="card-7-badge-text"/>
          <p:cNvSpPr txBox="1"/>
          <p:nvPr/>
        </p:nvSpPr>
        <p:spPr>
          <a:xfrm>
            <a:off x="9216923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!</a:t>
            </a:r>
            <a:endParaRPr lang="en-US" sz="1700" dirty="0"/>
          </a:p>
        </p:txBody>
      </p:sp>
      <p:sp>
        <p:nvSpPr>
          <p:cNvPr id="41" name="card-7-head"/>
          <p:cNvSpPr txBox="1"/>
          <p:nvPr/>
        </p:nvSpPr>
        <p:spPr>
          <a:xfrm>
            <a:off x="9216923" y="4608576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에고 에이미</a:t>
            </a:r>
            <a:endParaRPr lang="en-US" sz="1900" dirty="0"/>
          </a:p>
        </p:txBody>
      </p:sp>
      <p:sp>
        <p:nvSpPr>
          <p:cNvPr id="42" name="card-7-body"/>
          <p:cNvSpPr txBox="1"/>
          <p:nvPr/>
        </p:nvSpPr>
        <p:spPr>
          <a:xfrm>
            <a:off x="9216923" y="4985766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 3:14와 같은 표현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곧 신성 선언</a:t>
            </a:r>
            <a:endParaRPr lang="en-US" sz="1600" dirty="0"/>
          </a:p>
        </p:txBody>
      </p:sp>
      <p:sp>
        <p:nvSpPr>
          <p:cNvPr id="43" name="note"/>
          <p:cNvSpPr txBox="1"/>
          <p:nvPr/>
        </p:nvSpPr>
        <p:spPr>
          <a:xfrm>
            <a:off x="685800" y="5870448"/>
            <a:ext cx="108200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어린아이도 아는 사물로 자신을 완벽하게 증거하셨습니다  ·  “나는 ~이다”는 곧 신성 선언입니다</a:t>
            </a:r>
            <a:endParaRPr lang="en-US" sz="1800" dirty="0"/>
          </a:p>
        </p:txBody>
      </p:sp>
      <p:sp>
        <p:nvSpPr>
          <p:cNvPr id="44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완전수 7 ③ 일곱 증인</a:t>
            </a:r>
            <a:endParaRPr lang="en-US" sz="3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609344"/>
          <a:ext cx="1082009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828800"/>
                <a:gridCol w="6336792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증인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본문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고백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세례 요한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1:29~34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하나님의 어린양 · 하나님의 아들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나다나엘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1:49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하나님의 아들 · 이스라엘의 임금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니고데모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3:2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하나님께로부터 오신 선생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수가성 여인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4:19, 29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선지자 · 혹시 그리스도가 아니냐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수가성 사람들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4:42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세상의 구주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도마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20:28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나의 주, 나의 하나님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사도 요한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20:31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하나님의 아들 그리스도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4" name="keyline"/>
          <p:cNvSpPr/>
          <p:nvPr/>
        </p:nvSpPr>
        <p:spPr>
          <a:xfrm>
            <a:off x="685800" y="5577840"/>
            <a:ext cx="10820095" cy="64008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/>
        </p:spPr>
      </p:sp>
      <p:sp>
        <p:nvSpPr>
          <p:cNvPr id="5" name="keyline-text"/>
          <p:cNvSpPr txBox="1"/>
          <p:nvPr/>
        </p:nvSpPr>
        <p:spPr>
          <a:xfrm>
            <a:off x="960120" y="5577840"/>
            <a:ext cx="102714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유대 지도자 · 사마리아 여인 · 이방 주민 · 의심한 제자 — 모두 같은 결론에 도달합니다</a:t>
            </a:r>
            <a:endParaRPr lang="en-US" sz="18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완전수 7 ④ 일곱 전도자 · 일곱 비사</a:t>
            </a:r>
            <a:endParaRPr lang="en-US" sz="3600" dirty="0"/>
          </a:p>
        </p:txBody>
      </p:sp>
      <p:sp>
        <p:nvSpPr>
          <p:cNvPr id="3" name="cmp-0"/>
          <p:cNvSpPr/>
          <p:nvPr/>
        </p:nvSpPr>
        <p:spPr>
          <a:xfrm>
            <a:off x="685800" y="1627632"/>
            <a:ext cx="5272888" cy="3931920"/>
          </a:xfrm>
          <a:prstGeom prst="roundRect">
            <a:avLst>
              <a:gd name="adj" fmla="val 1395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mp-0-head"/>
          <p:cNvSpPr txBox="1"/>
          <p:nvPr/>
        </p:nvSpPr>
        <p:spPr>
          <a:xfrm>
            <a:off x="960120" y="1865376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일곱 전도자 (21장)</a:t>
            </a:r>
            <a:endParaRPr lang="en-US" sz="2000" dirty="0"/>
          </a:p>
        </p:txBody>
      </p:sp>
      <p:sp>
        <p:nvSpPr>
          <p:cNvPr id="5" name="cmp-0-items"/>
          <p:cNvSpPr txBox="1"/>
          <p:nvPr/>
        </p:nvSpPr>
        <p:spPr>
          <a:xfrm>
            <a:off x="960120" y="2450592"/>
            <a:ext cx="4724248" cy="2980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마지막 장면은 승천이 아니다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디베랴 바닷가, 일곱 제자, 153마리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베드로 · 야고보 · 요한 · 도마 ·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나다나엘 · 또 다른 두 제자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바다는 세상, 고기는 사람</a:t>
            </a:r>
            <a:endParaRPr lang="en-US" sz="1800" dirty="0"/>
          </a:p>
        </p:txBody>
      </p:sp>
      <p:sp>
        <p:nvSpPr>
          <p:cNvPr id="6" name="cmp-1"/>
          <p:cNvSpPr/>
          <p:nvPr/>
        </p:nvSpPr>
        <p:spPr>
          <a:xfrm>
            <a:off x="6233008" y="1627632"/>
            <a:ext cx="5272888" cy="3931920"/>
          </a:xfrm>
          <a:prstGeom prst="roundRect">
            <a:avLst>
              <a:gd name="adj" fmla="val 139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7" name="cmp-1-head"/>
          <p:cNvSpPr txBox="1"/>
          <p:nvPr/>
        </p:nvSpPr>
        <p:spPr>
          <a:xfrm>
            <a:off x="6507328" y="1865376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일곱 비사</a:t>
            </a:r>
            <a:endParaRPr lang="en-US" sz="2000" dirty="0"/>
          </a:p>
        </p:txBody>
      </p:sp>
      <p:sp>
        <p:nvSpPr>
          <p:cNvPr id="8" name="cmp-1-items"/>
          <p:cNvSpPr txBox="1"/>
          <p:nvPr/>
        </p:nvSpPr>
        <p:spPr>
          <a:xfrm>
            <a:off x="6507328" y="2450592"/>
            <a:ext cx="4724248" cy="2980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영원한 샘물 (4:14)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성전을 헐라 (2:19)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영원히 목마르지 않을 양식 (6:51)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밭이 희어져 추수하게 되었다 (4:35)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소경 되게 하려 함이라 (9:39)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빛이 있을 동안에 빛을 믿으라 (12:36)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발을 씻기는 것이 옳으니라 (13:14)</a:t>
            </a:r>
            <a:endParaRPr lang="en-US" sz="1700" dirty="0"/>
          </a:p>
        </p:txBody>
      </p:sp>
      <p:sp>
        <p:nvSpPr>
          <p:cNvPr id="9" name="note"/>
          <p:cNvSpPr txBox="1"/>
          <p:nvPr/>
        </p:nvSpPr>
        <p:spPr>
          <a:xfrm>
            <a:off x="685800" y="5705856"/>
            <a:ext cx="108200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비사 : 익히 아는 내용을 차용해 하나님 나라의 영적 비밀을 전달하는 어법</a:t>
            </a:r>
            <a:endParaRPr lang="en-US" sz="1500" dirty="0"/>
          </a:p>
        </p:txBody>
      </p:sp>
      <p:sp>
        <p:nvSpPr>
          <p:cNvPr id="10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21장 한눈에 보기</a:t>
            </a:r>
            <a:endParaRPr lang="en-US" sz="3600" dirty="0"/>
          </a:p>
        </p:txBody>
      </p:sp>
      <p:sp>
        <p:nvSpPr>
          <p:cNvPr id="3" name="c-0.75-0"/>
          <p:cNvSpPr/>
          <p:nvPr/>
        </p:nvSpPr>
        <p:spPr>
          <a:xfrm>
            <a:off x="685800" y="1591056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4" name="c-0.75-0-n"/>
          <p:cNvSpPr txBox="1"/>
          <p:nvPr/>
        </p:nvSpPr>
        <p:spPr>
          <a:xfrm>
            <a:off x="868680" y="159105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1장</a:t>
            </a:r>
            <a:endParaRPr lang="en-US" sz="1600" dirty="0"/>
          </a:p>
        </p:txBody>
      </p:sp>
      <p:sp>
        <p:nvSpPr>
          <p:cNvPr id="5" name="c-0.75-0-t"/>
          <p:cNvSpPr txBox="1"/>
          <p:nvPr/>
        </p:nvSpPr>
        <p:spPr>
          <a:xfrm>
            <a:off x="1783080" y="1591056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말씀이신 예수 · 성육신 · 세례요한</a:t>
            </a:r>
            <a:endParaRPr lang="en-US" sz="1450" dirty="0"/>
          </a:p>
        </p:txBody>
      </p:sp>
      <p:sp>
        <p:nvSpPr>
          <p:cNvPr id="6" name="c-0.75-1"/>
          <p:cNvSpPr/>
          <p:nvPr/>
        </p:nvSpPr>
        <p:spPr>
          <a:xfrm>
            <a:off x="685800" y="2020824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7" name="c-0.75-1-n"/>
          <p:cNvSpPr txBox="1"/>
          <p:nvPr/>
        </p:nvSpPr>
        <p:spPr>
          <a:xfrm>
            <a:off x="868680" y="2020824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2장</a:t>
            </a:r>
            <a:endParaRPr lang="en-US" sz="1600" dirty="0"/>
          </a:p>
        </p:txBody>
      </p:sp>
      <p:sp>
        <p:nvSpPr>
          <p:cNvPr id="8" name="c-0.75-1-t"/>
          <p:cNvSpPr txBox="1"/>
          <p:nvPr/>
        </p:nvSpPr>
        <p:spPr>
          <a:xfrm>
            <a:off x="1783080" y="2020824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물로 포도주 (가나) · 성전 청결</a:t>
            </a:r>
            <a:endParaRPr lang="en-US" sz="1450" dirty="0"/>
          </a:p>
        </p:txBody>
      </p:sp>
      <p:sp>
        <p:nvSpPr>
          <p:cNvPr id="9" name="c-0.75-2"/>
          <p:cNvSpPr/>
          <p:nvPr/>
        </p:nvSpPr>
        <p:spPr>
          <a:xfrm>
            <a:off x="685800" y="2450592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10" name="c-0.75-2-n"/>
          <p:cNvSpPr txBox="1"/>
          <p:nvPr/>
        </p:nvSpPr>
        <p:spPr>
          <a:xfrm>
            <a:off x="868680" y="2450592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3장</a:t>
            </a:r>
            <a:endParaRPr lang="en-US" sz="1600" dirty="0"/>
          </a:p>
        </p:txBody>
      </p:sp>
      <p:sp>
        <p:nvSpPr>
          <p:cNvPr id="11" name="c-0.75-2-t"/>
          <p:cNvSpPr txBox="1"/>
          <p:nvPr/>
        </p:nvSpPr>
        <p:spPr>
          <a:xfrm>
            <a:off x="1783080" y="2450592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니고데모 — 거듭남</a:t>
            </a:r>
            <a:endParaRPr lang="en-US" sz="1450" dirty="0"/>
          </a:p>
        </p:txBody>
      </p:sp>
      <p:sp>
        <p:nvSpPr>
          <p:cNvPr id="12" name="c-0.75-3"/>
          <p:cNvSpPr/>
          <p:nvPr/>
        </p:nvSpPr>
        <p:spPr>
          <a:xfrm>
            <a:off x="685800" y="2880360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13" name="c-0.75-3-n"/>
          <p:cNvSpPr txBox="1"/>
          <p:nvPr/>
        </p:nvSpPr>
        <p:spPr>
          <a:xfrm>
            <a:off x="868680" y="288036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4장</a:t>
            </a:r>
            <a:endParaRPr lang="en-US" sz="1600" dirty="0"/>
          </a:p>
        </p:txBody>
      </p:sp>
      <p:sp>
        <p:nvSpPr>
          <p:cNvPr id="14" name="c-0.75-3-t"/>
          <p:cNvSpPr txBox="1"/>
          <p:nvPr/>
        </p:nvSpPr>
        <p:spPr>
          <a:xfrm>
            <a:off x="1783080" y="2880360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사마리아 여인 · 왕의 신하 아들</a:t>
            </a:r>
            <a:endParaRPr lang="en-US" sz="1450" dirty="0"/>
          </a:p>
        </p:txBody>
      </p:sp>
      <p:sp>
        <p:nvSpPr>
          <p:cNvPr id="15" name="c-0.75-4"/>
          <p:cNvSpPr/>
          <p:nvPr/>
        </p:nvSpPr>
        <p:spPr>
          <a:xfrm>
            <a:off x="685800" y="3310128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16" name="c-0.75-4-n"/>
          <p:cNvSpPr txBox="1"/>
          <p:nvPr/>
        </p:nvSpPr>
        <p:spPr>
          <a:xfrm>
            <a:off x="868680" y="331012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5장</a:t>
            </a:r>
            <a:endParaRPr lang="en-US" sz="1600" dirty="0"/>
          </a:p>
        </p:txBody>
      </p:sp>
      <p:sp>
        <p:nvSpPr>
          <p:cNvPr id="17" name="c-0.75-4-t"/>
          <p:cNvSpPr txBox="1"/>
          <p:nvPr/>
        </p:nvSpPr>
        <p:spPr>
          <a:xfrm>
            <a:off x="1783080" y="3310128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38년 된 병자 (베데스다)</a:t>
            </a:r>
            <a:endParaRPr lang="en-US" sz="1450" dirty="0"/>
          </a:p>
        </p:txBody>
      </p:sp>
      <p:sp>
        <p:nvSpPr>
          <p:cNvPr id="18" name="c-0.75-5"/>
          <p:cNvSpPr/>
          <p:nvPr/>
        </p:nvSpPr>
        <p:spPr>
          <a:xfrm>
            <a:off x="685800" y="3739896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19" name="c-0.75-5-n"/>
          <p:cNvSpPr txBox="1"/>
          <p:nvPr/>
        </p:nvSpPr>
        <p:spPr>
          <a:xfrm>
            <a:off x="868680" y="373989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6장</a:t>
            </a:r>
            <a:endParaRPr lang="en-US" sz="1600" dirty="0"/>
          </a:p>
        </p:txBody>
      </p:sp>
      <p:sp>
        <p:nvSpPr>
          <p:cNvPr id="20" name="c-0.75-5-t"/>
          <p:cNvSpPr txBox="1"/>
          <p:nvPr/>
        </p:nvSpPr>
        <p:spPr>
          <a:xfrm>
            <a:off x="1783080" y="3739896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오병이어 · 물 위 · 생명의 떡</a:t>
            </a:r>
            <a:endParaRPr lang="en-US" sz="1450" dirty="0"/>
          </a:p>
        </p:txBody>
      </p:sp>
      <p:sp>
        <p:nvSpPr>
          <p:cNvPr id="21" name="c-0.75-6"/>
          <p:cNvSpPr/>
          <p:nvPr/>
        </p:nvSpPr>
        <p:spPr>
          <a:xfrm>
            <a:off x="685800" y="4169664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22" name="c-0.75-6-n"/>
          <p:cNvSpPr txBox="1"/>
          <p:nvPr/>
        </p:nvSpPr>
        <p:spPr>
          <a:xfrm>
            <a:off x="868680" y="4169664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7장</a:t>
            </a:r>
            <a:endParaRPr lang="en-US" sz="1600" dirty="0"/>
          </a:p>
        </p:txBody>
      </p:sp>
      <p:sp>
        <p:nvSpPr>
          <p:cNvPr id="23" name="c-0.75-6-t"/>
          <p:cNvSpPr txBox="1"/>
          <p:nvPr/>
        </p:nvSpPr>
        <p:spPr>
          <a:xfrm>
            <a:off x="1783080" y="4169664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초막절 · 생수의 강</a:t>
            </a:r>
            <a:endParaRPr lang="en-US" sz="1450" dirty="0"/>
          </a:p>
        </p:txBody>
      </p:sp>
      <p:sp>
        <p:nvSpPr>
          <p:cNvPr id="24" name="c-0.75-7"/>
          <p:cNvSpPr/>
          <p:nvPr/>
        </p:nvSpPr>
        <p:spPr>
          <a:xfrm>
            <a:off x="685800" y="4599432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25" name="c-0.75-7-n"/>
          <p:cNvSpPr txBox="1"/>
          <p:nvPr/>
        </p:nvSpPr>
        <p:spPr>
          <a:xfrm>
            <a:off x="868680" y="4599432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8장</a:t>
            </a:r>
            <a:endParaRPr lang="en-US" sz="1600" dirty="0"/>
          </a:p>
        </p:txBody>
      </p:sp>
      <p:sp>
        <p:nvSpPr>
          <p:cNvPr id="26" name="c-0.75-7-t"/>
          <p:cNvSpPr txBox="1"/>
          <p:nvPr/>
        </p:nvSpPr>
        <p:spPr>
          <a:xfrm>
            <a:off x="1783080" y="4599432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간음한 여인 · 세상의 빛</a:t>
            </a:r>
            <a:endParaRPr lang="en-US" sz="1450" dirty="0"/>
          </a:p>
        </p:txBody>
      </p:sp>
      <p:sp>
        <p:nvSpPr>
          <p:cNvPr id="27" name="c-0.75-8"/>
          <p:cNvSpPr/>
          <p:nvPr/>
        </p:nvSpPr>
        <p:spPr>
          <a:xfrm>
            <a:off x="685800" y="5029200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28" name="c-0.75-8-n"/>
          <p:cNvSpPr txBox="1"/>
          <p:nvPr/>
        </p:nvSpPr>
        <p:spPr>
          <a:xfrm>
            <a:off x="868680" y="502920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9장</a:t>
            </a:r>
            <a:endParaRPr lang="en-US" sz="1600" dirty="0"/>
          </a:p>
        </p:txBody>
      </p:sp>
      <p:sp>
        <p:nvSpPr>
          <p:cNvPr id="29" name="c-0.75-8-t"/>
          <p:cNvSpPr txBox="1"/>
          <p:nvPr/>
        </p:nvSpPr>
        <p:spPr>
          <a:xfrm>
            <a:off x="1783080" y="5029200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실로암 소경 · 출교</a:t>
            </a:r>
            <a:endParaRPr lang="en-US" sz="1450" dirty="0"/>
          </a:p>
        </p:txBody>
      </p:sp>
      <p:sp>
        <p:nvSpPr>
          <p:cNvPr id="30" name="c-0.75-9"/>
          <p:cNvSpPr/>
          <p:nvPr/>
        </p:nvSpPr>
        <p:spPr>
          <a:xfrm>
            <a:off x="685800" y="5458968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31" name="c-0.75-9-n"/>
          <p:cNvSpPr txBox="1"/>
          <p:nvPr/>
        </p:nvSpPr>
        <p:spPr>
          <a:xfrm>
            <a:off x="868680" y="545896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10장</a:t>
            </a:r>
            <a:endParaRPr lang="en-US" sz="1600" dirty="0"/>
          </a:p>
        </p:txBody>
      </p:sp>
      <p:sp>
        <p:nvSpPr>
          <p:cNvPr id="32" name="c-0.75-9-t"/>
          <p:cNvSpPr txBox="1"/>
          <p:nvPr/>
        </p:nvSpPr>
        <p:spPr>
          <a:xfrm>
            <a:off x="1783080" y="5458968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양의 문 · 선한 목자</a:t>
            </a:r>
            <a:endParaRPr lang="en-US" sz="1450" dirty="0"/>
          </a:p>
        </p:txBody>
      </p:sp>
      <p:sp>
        <p:nvSpPr>
          <p:cNvPr id="33" name="c-0.75-10"/>
          <p:cNvSpPr/>
          <p:nvPr/>
        </p:nvSpPr>
        <p:spPr>
          <a:xfrm>
            <a:off x="685800" y="5888736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34" name="c-0.75-10-n"/>
          <p:cNvSpPr txBox="1"/>
          <p:nvPr/>
        </p:nvSpPr>
        <p:spPr>
          <a:xfrm>
            <a:off x="868680" y="588873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11장</a:t>
            </a:r>
            <a:endParaRPr lang="en-US" sz="1600" dirty="0"/>
          </a:p>
        </p:txBody>
      </p:sp>
      <p:sp>
        <p:nvSpPr>
          <p:cNvPr id="35" name="c-0.75-10-t"/>
          <p:cNvSpPr txBox="1"/>
          <p:nvPr/>
        </p:nvSpPr>
        <p:spPr>
          <a:xfrm>
            <a:off x="1783080" y="5888736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나사로 · 부활이요 생명</a:t>
            </a:r>
            <a:endParaRPr lang="en-US" sz="1450" dirty="0"/>
          </a:p>
        </p:txBody>
      </p:sp>
      <p:sp>
        <p:nvSpPr>
          <p:cNvPr id="36" name="c-7.08-0"/>
          <p:cNvSpPr/>
          <p:nvPr/>
        </p:nvSpPr>
        <p:spPr>
          <a:xfrm>
            <a:off x="6473952" y="1591056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37" name="c-7.08-0-n"/>
          <p:cNvSpPr txBox="1"/>
          <p:nvPr/>
        </p:nvSpPr>
        <p:spPr>
          <a:xfrm>
            <a:off x="6656832" y="159105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12장</a:t>
            </a:r>
            <a:endParaRPr lang="en-US" sz="1600" dirty="0"/>
          </a:p>
        </p:txBody>
      </p:sp>
      <p:sp>
        <p:nvSpPr>
          <p:cNvPr id="38" name="c-7.08-0-t"/>
          <p:cNvSpPr txBox="1"/>
          <p:nvPr/>
        </p:nvSpPr>
        <p:spPr>
          <a:xfrm>
            <a:off x="7571232" y="1591056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향유 · 예루살렘 입성 · 인자의 들림</a:t>
            </a:r>
            <a:endParaRPr lang="en-US" sz="1450" dirty="0"/>
          </a:p>
        </p:txBody>
      </p:sp>
      <p:sp>
        <p:nvSpPr>
          <p:cNvPr id="39" name="c-7.08-1"/>
          <p:cNvSpPr/>
          <p:nvPr/>
        </p:nvSpPr>
        <p:spPr>
          <a:xfrm>
            <a:off x="6473952" y="2020824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40" name="c-7.08-1-n"/>
          <p:cNvSpPr txBox="1"/>
          <p:nvPr/>
        </p:nvSpPr>
        <p:spPr>
          <a:xfrm>
            <a:off x="6656832" y="2020824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13장</a:t>
            </a:r>
            <a:endParaRPr lang="en-US" sz="1600" dirty="0"/>
          </a:p>
        </p:txBody>
      </p:sp>
      <p:sp>
        <p:nvSpPr>
          <p:cNvPr id="41" name="c-7.08-1-t"/>
          <p:cNvSpPr txBox="1"/>
          <p:nvPr/>
        </p:nvSpPr>
        <p:spPr>
          <a:xfrm>
            <a:off x="7571232" y="2020824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세족식 · 다락방 강화 · 새 계명</a:t>
            </a:r>
            <a:endParaRPr lang="en-US" sz="1450" dirty="0"/>
          </a:p>
        </p:txBody>
      </p:sp>
      <p:sp>
        <p:nvSpPr>
          <p:cNvPr id="42" name="c-7.08-2"/>
          <p:cNvSpPr/>
          <p:nvPr/>
        </p:nvSpPr>
        <p:spPr>
          <a:xfrm>
            <a:off x="6473952" y="2450592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43" name="c-7.08-2-n"/>
          <p:cNvSpPr txBox="1"/>
          <p:nvPr/>
        </p:nvSpPr>
        <p:spPr>
          <a:xfrm>
            <a:off x="6656832" y="2450592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14장</a:t>
            </a:r>
            <a:endParaRPr lang="en-US" sz="1600" dirty="0"/>
          </a:p>
        </p:txBody>
      </p:sp>
      <p:sp>
        <p:nvSpPr>
          <p:cNvPr id="44" name="c-7.08-2-t"/>
          <p:cNvSpPr txBox="1"/>
          <p:nvPr/>
        </p:nvSpPr>
        <p:spPr>
          <a:xfrm>
            <a:off x="7571232" y="2450592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 · 진리 · 생명 / 보혜사 약속</a:t>
            </a:r>
            <a:endParaRPr lang="en-US" sz="1450" dirty="0"/>
          </a:p>
        </p:txBody>
      </p:sp>
      <p:sp>
        <p:nvSpPr>
          <p:cNvPr id="45" name="c-7.08-3"/>
          <p:cNvSpPr/>
          <p:nvPr/>
        </p:nvSpPr>
        <p:spPr>
          <a:xfrm>
            <a:off x="6473952" y="2880360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46" name="c-7.08-3-n"/>
          <p:cNvSpPr txBox="1"/>
          <p:nvPr/>
        </p:nvSpPr>
        <p:spPr>
          <a:xfrm>
            <a:off x="6656832" y="288036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15장</a:t>
            </a:r>
            <a:endParaRPr lang="en-US" sz="1600" dirty="0"/>
          </a:p>
        </p:txBody>
      </p:sp>
      <p:sp>
        <p:nvSpPr>
          <p:cNvPr id="47" name="c-7.08-3-t"/>
          <p:cNvSpPr txBox="1"/>
          <p:nvPr/>
        </p:nvSpPr>
        <p:spPr>
          <a:xfrm>
            <a:off x="7571232" y="2880360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 포도나무 · 친구를 위해</a:t>
            </a:r>
            <a:endParaRPr lang="en-US" sz="1450" dirty="0"/>
          </a:p>
        </p:txBody>
      </p:sp>
      <p:sp>
        <p:nvSpPr>
          <p:cNvPr id="48" name="c-7.08-4"/>
          <p:cNvSpPr/>
          <p:nvPr/>
        </p:nvSpPr>
        <p:spPr>
          <a:xfrm>
            <a:off x="6473952" y="3310128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49" name="c-7.08-4-n"/>
          <p:cNvSpPr txBox="1"/>
          <p:nvPr/>
        </p:nvSpPr>
        <p:spPr>
          <a:xfrm>
            <a:off x="6656832" y="331012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16장</a:t>
            </a:r>
            <a:endParaRPr lang="en-US" sz="1600" dirty="0"/>
          </a:p>
        </p:txBody>
      </p:sp>
      <p:sp>
        <p:nvSpPr>
          <p:cNvPr id="50" name="c-7.08-4-t"/>
          <p:cNvSpPr txBox="1"/>
          <p:nvPr/>
        </p:nvSpPr>
        <p:spPr>
          <a:xfrm>
            <a:off x="7571232" y="3310128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성령의 일 · 세상을 이기었노라</a:t>
            </a:r>
            <a:endParaRPr lang="en-US" sz="1450" dirty="0"/>
          </a:p>
        </p:txBody>
      </p:sp>
      <p:sp>
        <p:nvSpPr>
          <p:cNvPr id="51" name="c-7.08-5"/>
          <p:cNvSpPr/>
          <p:nvPr/>
        </p:nvSpPr>
        <p:spPr>
          <a:xfrm>
            <a:off x="6473952" y="3739896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52" name="c-7.08-5-n"/>
          <p:cNvSpPr txBox="1"/>
          <p:nvPr/>
        </p:nvSpPr>
        <p:spPr>
          <a:xfrm>
            <a:off x="6656832" y="373989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17장</a:t>
            </a:r>
            <a:endParaRPr lang="en-US" sz="1600" dirty="0"/>
          </a:p>
        </p:txBody>
      </p:sp>
      <p:sp>
        <p:nvSpPr>
          <p:cNvPr id="53" name="c-7.08-5-t"/>
          <p:cNvSpPr txBox="1"/>
          <p:nvPr/>
        </p:nvSpPr>
        <p:spPr>
          <a:xfrm>
            <a:off x="7571232" y="3739896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대제사장적 기도</a:t>
            </a:r>
            <a:endParaRPr lang="en-US" sz="1450" dirty="0"/>
          </a:p>
        </p:txBody>
      </p:sp>
      <p:sp>
        <p:nvSpPr>
          <p:cNvPr id="54" name="c-7.08-6"/>
          <p:cNvSpPr/>
          <p:nvPr/>
        </p:nvSpPr>
        <p:spPr>
          <a:xfrm>
            <a:off x="6473952" y="4169664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55" name="c-7.08-6-n"/>
          <p:cNvSpPr txBox="1"/>
          <p:nvPr/>
        </p:nvSpPr>
        <p:spPr>
          <a:xfrm>
            <a:off x="6656832" y="4169664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18장</a:t>
            </a:r>
            <a:endParaRPr lang="en-US" sz="1600" dirty="0"/>
          </a:p>
        </p:txBody>
      </p:sp>
      <p:sp>
        <p:nvSpPr>
          <p:cNvPr id="56" name="c-7.08-6-t"/>
          <p:cNvSpPr txBox="1"/>
          <p:nvPr/>
        </p:nvSpPr>
        <p:spPr>
          <a:xfrm>
            <a:off x="7571232" y="4169664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잡히심 · 베드로의 부인 · 심문</a:t>
            </a:r>
            <a:endParaRPr lang="en-US" sz="1450" dirty="0"/>
          </a:p>
        </p:txBody>
      </p:sp>
      <p:sp>
        <p:nvSpPr>
          <p:cNvPr id="57" name="c-7.08-7"/>
          <p:cNvSpPr/>
          <p:nvPr/>
        </p:nvSpPr>
        <p:spPr>
          <a:xfrm>
            <a:off x="6473952" y="4599432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58" name="c-7.08-7-n"/>
          <p:cNvSpPr txBox="1"/>
          <p:nvPr/>
        </p:nvSpPr>
        <p:spPr>
          <a:xfrm>
            <a:off x="6656832" y="4599432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19장</a:t>
            </a:r>
            <a:endParaRPr lang="en-US" sz="1600" dirty="0"/>
          </a:p>
        </p:txBody>
      </p:sp>
      <p:sp>
        <p:nvSpPr>
          <p:cNvPr id="59" name="c-7.08-7-t"/>
          <p:cNvSpPr txBox="1"/>
          <p:nvPr/>
        </p:nvSpPr>
        <p:spPr>
          <a:xfrm>
            <a:off x="7571232" y="4599432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십자가 · “다 이루었다” · 장례</a:t>
            </a:r>
            <a:endParaRPr lang="en-US" sz="1450" dirty="0"/>
          </a:p>
        </p:txBody>
      </p:sp>
      <p:sp>
        <p:nvSpPr>
          <p:cNvPr id="60" name="c-7.08-8"/>
          <p:cNvSpPr/>
          <p:nvPr/>
        </p:nvSpPr>
        <p:spPr>
          <a:xfrm>
            <a:off x="6473952" y="5029200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61" name="c-7.08-8-n"/>
          <p:cNvSpPr txBox="1"/>
          <p:nvPr/>
        </p:nvSpPr>
        <p:spPr>
          <a:xfrm>
            <a:off x="6656832" y="502920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20장</a:t>
            </a:r>
            <a:endParaRPr lang="en-US" sz="1600" dirty="0"/>
          </a:p>
        </p:txBody>
      </p:sp>
      <p:sp>
        <p:nvSpPr>
          <p:cNvPr id="62" name="c-7.08-8-t"/>
          <p:cNvSpPr txBox="1"/>
          <p:nvPr/>
        </p:nvSpPr>
        <p:spPr>
          <a:xfrm>
            <a:off x="7571232" y="5029200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무덤 · 도마의 고백 · 기록목적</a:t>
            </a:r>
            <a:endParaRPr lang="en-US" sz="1450" dirty="0"/>
          </a:p>
        </p:txBody>
      </p:sp>
      <p:sp>
        <p:nvSpPr>
          <p:cNvPr id="63" name="c-7.08-9"/>
          <p:cNvSpPr/>
          <p:nvPr/>
        </p:nvSpPr>
        <p:spPr>
          <a:xfrm>
            <a:off x="6473952" y="5458968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64" name="c-7.08-9-n"/>
          <p:cNvSpPr txBox="1"/>
          <p:nvPr/>
        </p:nvSpPr>
        <p:spPr>
          <a:xfrm>
            <a:off x="6656832" y="545896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21장</a:t>
            </a:r>
            <a:endParaRPr lang="en-US" sz="1600" dirty="0"/>
          </a:p>
        </p:txBody>
      </p:sp>
      <p:sp>
        <p:nvSpPr>
          <p:cNvPr id="65" name="c-7.08-9-t"/>
          <p:cNvSpPr txBox="1"/>
          <p:nvPr/>
        </p:nvSpPr>
        <p:spPr>
          <a:xfrm>
            <a:off x="7571232" y="5458968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153마리 · 네가 나를 사랑하느냐</a:t>
            </a:r>
            <a:endParaRPr lang="en-US" sz="1450" dirty="0"/>
          </a:p>
        </p:txBody>
      </p:sp>
      <p:sp>
        <p:nvSpPr>
          <p:cNvPr id="66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 특수자료 — 공관복음에 없는 열한 가지</a:t>
            </a:r>
            <a:endParaRPr lang="en-US" sz="3600" dirty="0"/>
          </a:p>
        </p:txBody>
      </p:sp>
      <p:sp>
        <p:nvSpPr>
          <p:cNvPr id="3" name="card-0"/>
          <p:cNvSpPr/>
          <p:nvPr/>
        </p:nvSpPr>
        <p:spPr>
          <a:xfrm>
            <a:off x="685800" y="1591056"/>
            <a:ext cx="1605229" cy="1664208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832104" y="17373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832104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en-US" sz="1400" dirty="0"/>
          </a:p>
        </p:txBody>
      </p:sp>
      <p:sp>
        <p:nvSpPr>
          <p:cNvPr id="6" name="card-0-head"/>
          <p:cNvSpPr txBox="1"/>
          <p:nvPr/>
        </p:nvSpPr>
        <p:spPr>
          <a:xfrm>
            <a:off x="832104" y="2249424"/>
            <a:ext cx="131262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가나 혼인잔치</a:t>
            </a:r>
            <a:endParaRPr lang="en-US" sz="1600" dirty="0"/>
          </a:p>
        </p:txBody>
      </p:sp>
      <p:sp>
        <p:nvSpPr>
          <p:cNvPr id="7" name="card-0-body"/>
          <p:cNvSpPr txBox="1"/>
          <p:nvPr/>
        </p:nvSpPr>
        <p:spPr>
          <a:xfrm>
            <a:off x="832104" y="2834640"/>
            <a:ext cx="13126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2장</a:t>
            </a:r>
            <a:endParaRPr lang="en-US" sz="1500" dirty="0"/>
          </a:p>
        </p:txBody>
      </p:sp>
      <p:sp>
        <p:nvSpPr>
          <p:cNvPr id="8" name="card-1"/>
          <p:cNvSpPr/>
          <p:nvPr/>
        </p:nvSpPr>
        <p:spPr>
          <a:xfrm>
            <a:off x="2528773" y="1591056"/>
            <a:ext cx="1605229" cy="1664208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1-badge"/>
          <p:cNvSpPr/>
          <p:nvPr/>
        </p:nvSpPr>
        <p:spPr>
          <a:xfrm>
            <a:off x="2675077" y="17373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card-1-badge-text"/>
          <p:cNvSpPr txBox="1"/>
          <p:nvPr/>
        </p:nvSpPr>
        <p:spPr>
          <a:xfrm>
            <a:off x="2675077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니</a:t>
            </a:r>
            <a:endParaRPr lang="en-US" sz="1400" dirty="0"/>
          </a:p>
        </p:txBody>
      </p:sp>
      <p:sp>
        <p:nvSpPr>
          <p:cNvPr id="11" name="card-1-head"/>
          <p:cNvSpPr txBox="1"/>
          <p:nvPr/>
        </p:nvSpPr>
        <p:spPr>
          <a:xfrm>
            <a:off x="2675077" y="2249424"/>
            <a:ext cx="131262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니고데모</a:t>
            </a:r>
            <a:endParaRPr lang="en-US" sz="1600" dirty="0"/>
          </a:p>
        </p:txBody>
      </p:sp>
      <p:sp>
        <p:nvSpPr>
          <p:cNvPr id="12" name="card-1-body"/>
          <p:cNvSpPr txBox="1"/>
          <p:nvPr/>
        </p:nvSpPr>
        <p:spPr>
          <a:xfrm>
            <a:off x="2675077" y="2834640"/>
            <a:ext cx="13126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· 7 · 19장</a:t>
            </a:r>
            <a:endParaRPr lang="en-US" sz="1500" dirty="0"/>
          </a:p>
        </p:txBody>
      </p:sp>
      <p:sp>
        <p:nvSpPr>
          <p:cNvPr id="13" name="card-2"/>
          <p:cNvSpPr/>
          <p:nvPr/>
        </p:nvSpPr>
        <p:spPr>
          <a:xfrm>
            <a:off x="4371746" y="1591056"/>
            <a:ext cx="1605229" cy="1664208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card-2-badge"/>
          <p:cNvSpPr/>
          <p:nvPr/>
        </p:nvSpPr>
        <p:spPr>
          <a:xfrm>
            <a:off x="4518050" y="17373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card-2-badge-text"/>
          <p:cNvSpPr txBox="1"/>
          <p:nvPr/>
        </p:nvSpPr>
        <p:spPr>
          <a:xfrm>
            <a:off x="451805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</a:t>
            </a:r>
            <a:endParaRPr lang="en-US" sz="1400" dirty="0"/>
          </a:p>
        </p:txBody>
      </p:sp>
      <p:sp>
        <p:nvSpPr>
          <p:cNvPr id="16" name="card-2-head"/>
          <p:cNvSpPr txBox="1"/>
          <p:nvPr/>
        </p:nvSpPr>
        <p:spPr>
          <a:xfrm>
            <a:off x="4518050" y="2249424"/>
            <a:ext cx="131262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수가성 여인</a:t>
            </a:r>
            <a:endParaRPr lang="en-US" sz="1600" dirty="0"/>
          </a:p>
        </p:txBody>
      </p:sp>
      <p:sp>
        <p:nvSpPr>
          <p:cNvPr id="17" name="card-2-body"/>
          <p:cNvSpPr txBox="1"/>
          <p:nvPr/>
        </p:nvSpPr>
        <p:spPr>
          <a:xfrm>
            <a:off x="4518050" y="2834640"/>
            <a:ext cx="13126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4장</a:t>
            </a:r>
            <a:endParaRPr lang="en-US" sz="1500" dirty="0"/>
          </a:p>
        </p:txBody>
      </p:sp>
      <p:sp>
        <p:nvSpPr>
          <p:cNvPr id="18" name="card-3"/>
          <p:cNvSpPr/>
          <p:nvPr/>
        </p:nvSpPr>
        <p:spPr>
          <a:xfrm>
            <a:off x="6214720" y="1591056"/>
            <a:ext cx="1605229" cy="1664208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9" name="card-3-badge"/>
          <p:cNvSpPr/>
          <p:nvPr/>
        </p:nvSpPr>
        <p:spPr>
          <a:xfrm>
            <a:off x="6361024" y="17373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card-3-badge-text"/>
          <p:cNvSpPr txBox="1"/>
          <p:nvPr/>
        </p:nvSpPr>
        <p:spPr>
          <a:xfrm>
            <a:off x="6361024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</a:t>
            </a:r>
            <a:endParaRPr lang="en-US" sz="1400" dirty="0"/>
          </a:p>
        </p:txBody>
      </p:sp>
      <p:sp>
        <p:nvSpPr>
          <p:cNvPr id="21" name="card-3-head"/>
          <p:cNvSpPr txBox="1"/>
          <p:nvPr/>
        </p:nvSpPr>
        <p:spPr>
          <a:xfrm>
            <a:off x="6361024" y="2249424"/>
            <a:ext cx="131262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베데스다 병자</a:t>
            </a:r>
            <a:endParaRPr lang="en-US" sz="1600" dirty="0"/>
          </a:p>
        </p:txBody>
      </p:sp>
      <p:sp>
        <p:nvSpPr>
          <p:cNvPr id="22" name="card-3-body"/>
          <p:cNvSpPr txBox="1"/>
          <p:nvPr/>
        </p:nvSpPr>
        <p:spPr>
          <a:xfrm>
            <a:off x="6361024" y="2834640"/>
            <a:ext cx="13126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5장</a:t>
            </a:r>
            <a:endParaRPr lang="en-US" sz="1500" dirty="0"/>
          </a:p>
        </p:txBody>
      </p:sp>
      <p:sp>
        <p:nvSpPr>
          <p:cNvPr id="23" name="card-4"/>
          <p:cNvSpPr/>
          <p:nvPr/>
        </p:nvSpPr>
        <p:spPr>
          <a:xfrm>
            <a:off x="8057693" y="1591056"/>
            <a:ext cx="1605229" cy="1664208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4" name="card-4-badge"/>
          <p:cNvSpPr/>
          <p:nvPr/>
        </p:nvSpPr>
        <p:spPr>
          <a:xfrm>
            <a:off x="8203997" y="17373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card-4-badge-text"/>
          <p:cNvSpPr txBox="1"/>
          <p:nvPr/>
        </p:nvSpPr>
        <p:spPr>
          <a:xfrm>
            <a:off x="8203997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</a:t>
            </a:r>
            <a:endParaRPr lang="en-US" sz="1400" dirty="0"/>
          </a:p>
        </p:txBody>
      </p:sp>
      <p:sp>
        <p:nvSpPr>
          <p:cNvPr id="26" name="card-4-head"/>
          <p:cNvSpPr txBox="1"/>
          <p:nvPr/>
        </p:nvSpPr>
        <p:spPr>
          <a:xfrm>
            <a:off x="8203997" y="2249424"/>
            <a:ext cx="131262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초막절</a:t>
            </a:r>
            <a:endParaRPr lang="en-US" sz="1600" dirty="0"/>
          </a:p>
        </p:txBody>
      </p:sp>
      <p:sp>
        <p:nvSpPr>
          <p:cNvPr id="27" name="card-4-body"/>
          <p:cNvSpPr txBox="1"/>
          <p:nvPr/>
        </p:nvSpPr>
        <p:spPr>
          <a:xfrm>
            <a:off x="8203997" y="2834640"/>
            <a:ext cx="13126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7장</a:t>
            </a:r>
            <a:endParaRPr lang="en-US" sz="1500" dirty="0"/>
          </a:p>
        </p:txBody>
      </p:sp>
      <p:sp>
        <p:nvSpPr>
          <p:cNvPr id="28" name="card-5"/>
          <p:cNvSpPr/>
          <p:nvPr/>
        </p:nvSpPr>
        <p:spPr>
          <a:xfrm>
            <a:off x="9900666" y="1591056"/>
            <a:ext cx="1605229" cy="1664208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9" name="card-5-badge"/>
          <p:cNvSpPr/>
          <p:nvPr/>
        </p:nvSpPr>
        <p:spPr>
          <a:xfrm>
            <a:off x="10046970" y="17373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0" name="card-5-badge-text"/>
          <p:cNvSpPr txBox="1"/>
          <p:nvPr/>
        </p:nvSpPr>
        <p:spPr>
          <a:xfrm>
            <a:off x="1004697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</a:t>
            </a:r>
            <a:endParaRPr lang="en-US" sz="1400" dirty="0"/>
          </a:p>
        </p:txBody>
      </p:sp>
      <p:sp>
        <p:nvSpPr>
          <p:cNvPr id="31" name="card-5-head"/>
          <p:cNvSpPr txBox="1"/>
          <p:nvPr/>
        </p:nvSpPr>
        <p:spPr>
          <a:xfrm>
            <a:off x="10046970" y="2249424"/>
            <a:ext cx="131262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간음한 여인</a:t>
            </a:r>
            <a:endParaRPr lang="en-US" sz="1600" dirty="0"/>
          </a:p>
        </p:txBody>
      </p:sp>
      <p:sp>
        <p:nvSpPr>
          <p:cNvPr id="32" name="card-5-body"/>
          <p:cNvSpPr txBox="1"/>
          <p:nvPr/>
        </p:nvSpPr>
        <p:spPr>
          <a:xfrm>
            <a:off x="10046970" y="2834640"/>
            <a:ext cx="13126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8장</a:t>
            </a:r>
            <a:endParaRPr lang="en-US" sz="1500" dirty="0"/>
          </a:p>
        </p:txBody>
      </p:sp>
      <p:sp>
        <p:nvSpPr>
          <p:cNvPr id="33" name="card-6"/>
          <p:cNvSpPr/>
          <p:nvPr/>
        </p:nvSpPr>
        <p:spPr>
          <a:xfrm>
            <a:off x="685800" y="3493008"/>
            <a:ext cx="1605229" cy="1664208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4" name="card-6-badge"/>
          <p:cNvSpPr/>
          <p:nvPr/>
        </p:nvSpPr>
        <p:spPr>
          <a:xfrm>
            <a:off x="832104" y="363931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5" name="card-6-badge-text"/>
          <p:cNvSpPr txBox="1"/>
          <p:nvPr/>
        </p:nvSpPr>
        <p:spPr>
          <a:xfrm>
            <a:off x="832104" y="3639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</a:t>
            </a:r>
            <a:endParaRPr lang="en-US" sz="1400" dirty="0"/>
          </a:p>
        </p:txBody>
      </p:sp>
      <p:sp>
        <p:nvSpPr>
          <p:cNvPr id="36" name="card-6-head"/>
          <p:cNvSpPr txBox="1"/>
          <p:nvPr/>
        </p:nvSpPr>
        <p:spPr>
          <a:xfrm>
            <a:off x="832104" y="4151376"/>
            <a:ext cx="131262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실로암 맹인</a:t>
            </a:r>
            <a:endParaRPr lang="en-US" sz="1600" dirty="0"/>
          </a:p>
        </p:txBody>
      </p:sp>
      <p:sp>
        <p:nvSpPr>
          <p:cNvPr id="37" name="card-6-body"/>
          <p:cNvSpPr txBox="1"/>
          <p:nvPr/>
        </p:nvSpPr>
        <p:spPr>
          <a:xfrm>
            <a:off x="832104" y="4736592"/>
            <a:ext cx="13126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9장</a:t>
            </a:r>
            <a:endParaRPr lang="en-US" sz="1500" dirty="0"/>
          </a:p>
        </p:txBody>
      </p:sp>
      <p:sp>
        <p:nvSpPr>
          <p:cNvPr id="38" name="card-7"/>
          <p:cNvSpPr/>
          <p:nvPr/>
        </p:nvSpPr>
        <p:spPr>
          <a:xfrm>
            <a:off x="2528773" y="3493008"/>
            <a:ext cx="1605229" cy="1664208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9" name="card-7-badge"/>
          <p:cNvSpPr/>
          <p:nvPr/>
        </p:nvSpPr>
        <p:spPr>
          <a:xfrm>
            <a:off x="2675077" y="363931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0" name="card-7-badge-text"/>
          <p:cNvSpPr txBox="1"/>
          <p:nvPr/>
        </p:nvSpPr>
        <p:spPr>
          <a:xfrm>
            <a:off x="2675077" y="3639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en-US" sz="1400" dirty="0"/>
          </a:p>
        </p:txBody>
      </p:sp>
      <p:sp>
        <p:nvSpPr>
          <p:cNvPr id="41" name="card-7-head"/>
          <p:cNvSpPr txBox="1"/>
          <p:nvPr/>
        </p:nvSpPr>
        <p:spPr>
          <a:xfrm>
            <a:off x="2675077" y="4151376"/>
            <a:ext cx="131262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나사로 살림</a:t>
            </a:r>
            <a:endParaRPr lang="en-US" sz="1600" dirty="0"/>
          </a:p>
        </p:txBody>
      </p:sp>
      <p:sp>
        <p:nvSpPr>
          <p:cNvPr id="42" name="card-7-body"/>
          <p:cNvSpPr txBox="1"/>
          <p:nvPr/>
        </p:nvSpPr>
        <p:spPr>
          <a:xfrm>
            <a:off x="2675077" y="4736592"/>
            <a:ext cx="13126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11장</a:t>
            </a:r>
            <a:endParaRPr lang="en-US" sz="1500" dirty="0"/>
          </a:p>
        </p:txBody>
      </p:sp>
      <p:sp>
        <p:nvSpPr>
          <p:cNvPr id="43" name="card-8"/>
          <p:cNvSpPr/>
          <p:nvPr/>
        </p:nvSpPr>
        <p:spPr>
          <a:xfrm>
            <a:off x="4371746" y="3493008"/>
            <a:ext cx="1605229" cy="1664208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4" name="card-8-badge"/>
          <p:cNvSpPr/>
          <p:nvPr/>
        </p:nvSpPr>
        <p:spPr>
          <a:xfrm>
            <a:off x="4518050" y="363931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5" name="card-8-badge-text"/>
          <p:cNvSpPr txBox="1"/>
          <p:nvPr/>
        </p:nvSpPr>
        <p:spPr>
          <a:xfrm>
            <a:off x="4518050" y="3639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</a:t>
            </a:r>
            <a:endParaRPr lang="en-US" sz="1400" dirty="0"/>
          </a:p>
        </p:txBody>
      </p:sp>
      <p:sp>
        <p:nvSpPr>
          <p:cNvPr id="46" name="card-8-head"/>
          <p:cNvSpPr txBox="1"/>
          <p:nvPr/>
        </p:nvSpPr>
        <p:spPr>
          <a:xfrm>
            <a:off x="4518050" y="4151376"/>
            <a:ext cx="131262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세족식</a:t>
            </a:r>
            <a:endParaRPr lang="en-US" sz="1600" dirty="0"/>
          </a:p>
        </p:txBody>
      </p:sp>
      <p:sp>
        <p:nvSpPr>
          <p:cNvPr id="47" name="card-8-body"/>
          <p:cNvSpPr txBox="1"/>
          <p:nvPr/>
        </p:nvSpPr>
        <p:spPr>
          <a:xfrm>
            <a:off x="4518050" y="4736592"/>
            <a:ext cx="13126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13장</a:t>
            </a:r>
            <a:endParaRPr lang="en-US" sz="1500" dirty="0"/>
          </a:p>
        </p:txBody>
      </p:sp>
      <p:sp>
        <p:nvSpPr>
          <p:cNvPr id="48" name="card-9"/>
          <p:cNvSpPr/>
          <p:nvPr/>
        </p:nvSpPr>
        <p:spPr>
          <a:xfrm>
            <a:off x="6214720" y="3493008"/>
            <a:ext cx="1605229" cy="1664208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9" name="card-9-badge"/>
          <p:cNvSpPr/>
          <p:nvPr/>
        </p:nvSpPr>
        <p:spPr>
          <a:xfrm>
            <a:off x="6361024" y="363931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0" name="card-9-badge-text"/>
          <p:cNvSpPr txBox="1"/>
          <p:nvPr/>
        </p:nvSpPr>
        <p:spPr>
          <a:xfrm>
            <a:off x="6361024" y="3639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</a:t>
            </a:r>
            <a:endParaRPr lang="en-US" sz="1400" dirty="0"/>
          </a:p>
        </p:txBody>
      </p:sp>
      <p:sp>
        <p:nvSpPr>
          <p:cNvPr id="51" name="card-9-head"/>
          <p:cNvSpPr txBox="1"/>
          <p:nvPr/>
        </p:nvSpPr>
        <p:spPr>
          <a:xfrm>
            <a:off x="6361024" y="4151376"/>
            <a:ext cx="131262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보혜사</a:t>
            </a:r>
            <a:endParaRPr lang="en-US" sz="1600" dirty="0"/>
          </a:p>
        </p:txBody>
      </p:sp>
      <p:sp>
        <p:nvSpPr>
          <p:cNvPr id="52" name="card-9-body"/>
          <p:cNvSpPr txBox="1"/>
          <p:nvPr/>
        </p:nvSpPr>
        <p:spPr>
          <a:xfrm>
            <a:off x="6361024" y="4736592"/>
            <a:ext cx="13126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14~16장</a:t>
            </a:r>
            <a:endParaRPr lang="en-US" sz="1500" dirty="0"/>
          </a:p>
        </p:txBody>
      </p:sp>
      <p:sp>
        <p:nvSpPr>
          <p:cNvPr id="53" name="card-10"/>
          <p:cNvSpPr/>
          <p:nvPr/>
        </p:nvSpPr>
        <p:spPr>
          <a:xfrm>
            <a:off x="8057693" y="3493008"/>
            <a:ext cx="1605229" cy="1664208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4" name="card-10-badge"/>
          <p:cNvSpPr/>
          <p:nvPr/>
        </p:nvSpPr>
        <p:spPr>
          <a:xfrm>
            <a:off x="8203997" y="363931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5" name="card-10-badge-text"/>
          <p:cNvSpPr txBox="1"/>
          <p:nvPr/>
        </p:nvSpPr>
        <p:spPr>
          <a:xfrm>
            <a:off x="8203997" y="3639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</a:t>
            </a:r>
            <a:endParaRPr lang="en-US" sz="1400" dirty="0"/>
          </a:p>
        </p:txBody>
      </p:sp>
      <p:sp>
        <p:nvSpPr>
          <p:cNvPr id="56" name="card-10-head"/>
          <p:cNvSpPr txBox="1"/>
          <p:nvPr/>
        </p:nvSpPr>
        <p:spPr>
          <a:xfrm>
            <a:off x="8203997" y="4151376"/>
            <a:ext cx="131262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대제사장 기도</a:t>
            </a:r>
            <a:endParaRPr lang="en-US" sz="1600" dirty="0"/>
          </a:p>
        </p:txBody>
      </p:sp>
      <p:sp>
        <p:nvSpPr>
          <p:cNvPr id="57" name="card-10-body"/>
          <p:cNvSpPr txBox="1"/>
          <p:nvPr/>
        </p:nvSpPr>
        <p:spPr>
          <a:xfrm>
            <a:off x="8203997" y="4736592"/>
            <a:ext cx="13126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17장</a:t>
            </a:r>
            <a:endParaRPr lang="en-US" sz="1500" dirty="0"/>
          </a:p>
        </p:txBody>
      </p:sp>
      <p:sp>
        <p:nvSpPr>
          <p:cNvPr id="58" name="keyline"/>
          <p:cNvSpPr/>
          <p:nvPr/>
        </p:nvSpPr>
        <p:spPr>
          <a:xfrm>
            <a:off x="685800" y="5230368"/>
            <a:ext cx="10820095" cy="987552"/>
          </a:xfrm>
          <a:prstGeom prst="roundRect">
            <a:avLst>
              <a:gd name="adj" fmla="val 9259"/>
            </a:avLst>
          </a:prstGeom>
          <a:solidFill>
            <a:schemeClr val="tx2"/>
          </a:solidFill>
          <a:ln/>
        </p:spPr>
      </p:sp>
      <p:sp>
        <p:nvSpPr>
          <p:cNvPr id="59" name="keyline-text"/>
          <p:cNvSpPr txBox="1"/>
          <p:nvPr/>
        </p:nvSpPr>
        <p:spPr>
          <a:xfrm>
            <a:off x="960120" y="5230368"/>
            <a:ext cx="1027145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암기 두문자   표적 : 가 왕 베 오 물 실 나   /   선언 : 생 세 양 선 부 길 참</a:t>
            </a:r>
            <a:endParaRPr lang="en-US" sz="2100" dirty="0"/>
          </a:p>
          <a:p>
            <a:pPr indent="0" marL="0">
              <a:buNone/>
            </a:pPr>
            <a:r>
              <a:rPr lang="en-US" sz="21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특수자료 : 가 니 수 베  /  초 간 실 나  /  세 보 대</a:t>
            </a:r>
            <a:endParaRPr lang="en-US" sz="2100" dirty="0"/>
          </a:p>
        </p:txBody>
      </p:sp>
      <p:sp>
        <p:nvSpPr>
          <p:cNvPr id="60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960120" y="201168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72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7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60120" y="3127248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제1과  영광을 만나기 위한 준비</a:t>
            </a:r>
            <a:endParaRPr lang="en-US" sz="4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005840" y="420624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9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~1:18   ·   예수님은 누구신가</a:t>
            </a:r>
            <a:endParaRPr lang="en-US" sz="1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1과 학습 개요</a:t>
            </a:r>
            <a:endParaRPr lang="en-US" sz="3600" dirty="0"/>
          </a:p>
        </p:txBody>
      </p:sp>
      <p:sp>
        <p:nvSpPr>
          <p:cNvPr id="3" name="cmp-0"/>
          <p:cNvSpPr/>
          <p:nvPr/>
        </p:nvSpPr>
        <p:spPr>
          <a:xfrm>
            <a:off x="685800" y="1609344"/>
            <a:ext cx="5272888" cy="4572000"/>
          </a:xfrm>
          <a:prstGeom prst="roundRect">
            <a:avLst>
              <a:gd name="adj" fmla="val 12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mp-0-head"/>
          <p:cNvSpPr txBox="1"/>
          <p:nvPr/>
        </p:nvSpPr>
        <p:spPr>
          <a:xfrm>
            <a:off x="960120" y="1847088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예수님에 대한 증언인 요한복음</a:t>
            </a:r>
            <a:endParaRPr lang="en-US" sz="2000" dirty="0"/>
          </a:p>
        </p:txBody>
      </p:sp>
      <p:sp>
        <p:nvSpPr>
          <p:cNvPr id="5" name="cmp-0-items"/>
          <p:cNvSpPr txBox="1"/>
          <p:nvPr/>
        </p:nvSpPr>
        <p:spPr>
          <a:xfrm>
            <a:off x="960120" y="2432304"/>
            <a:ext cx="4724248" cy="3621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가. 사도 요한 — 저자는 누구인가 (1~5)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나. 요한과 예수님의 만남 (6~8)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다. 요한의 변화 (9)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라. 요한의 증언으로서의 요한복음 (10~12)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마. 요한의 사역 (13~17)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바. 기록목적 (18~21)</a:t>
            </a:r>
            <a:endParaRPr lang="en-US" sz="1700" dirty="0"/>
          </a:p>
        </p:txBody>
      </p:sp>
      <p:sp>
        <p:nvSpPr>
          <p:cNvPr id="6" name="cmp-1"/>
          <p:cNvSpPr/>
          <p:nvPr/>
        </p:nvSpPr>
        <p:spPr>
          <a:xfrm>
            <a:off x="6233008" y="1609344"/>
            <a:ext cx="5272888" cy="4572000"/>
          </a:xfrm>
          <a:prstGeom prst="roundRect">
            <a:avLst>
              <a:gd name="adj" fmla="val 1200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7" name="cmp-1-head"/>
          <p:cNvSpPr txBox="1"/>
          <p:nvPr/>
        </p:nvSpPr>
        <p:spPr>
          <a:xfrm>
            <a:off x="6507328" y="1847088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하나님에 대한 증언이신 예수님</a:t>
            </a:r>
            <a:endParaRPr lang="en-US" sz="2000" dirty="0"/>
          </a:p>
        </p:txBody>
      </p:sp>
      <p:sp>
        <p:nvSpPr>
          <p:cNvPr id="8" name="cmp-1-items"/>
          <p:cNvSpPr txBox="1"/>
          <p:nvPr/>
        </p:nvSpPr>
        <p:spPr>
          <a:xfrm>
            <a:off x="6507328" y="2432304"/>
            <a:ext cx="4724248" cy="3621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가. 창조주이신 예수님 (1:1~3 / 22~28)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나. 인도자이신 예수님 (1:4~13 / 29~35)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다. 하나님이신 예수님 (1:14~18 / 36~41)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오늘의 흐름 — 저자 요한을 알고,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그가 증언한 예수님을 만난다</a:t>
            </a:r>
            <a:endParaRPr lang="en-US" sz="1700" dirty="0"/>
          </a:p>
        </p:txBody>
      </p:sp>
      <p:sp>
        <p:nvSpPr>
          <p:cNvPr id="10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가. 사도 요한 — 저자는 누구인가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1~5</a:t>
            </a:r>
            <a:endParaRPr lang="en-US" sz="1600" dirty="0"/>
          </a:p>
        </p:txBody>
      </p:sp>
      <p:sp>
        <p:nvSpPr>
          <p:cNvPr id="4" name="scripture-text"/>
          <p:cNvSpPr txBox="1"/>
          <p:nvPr/>
        </p:nvSpPr>
        <p:spPr>
          <a:xfrm>
            <a:off x="685800" y="157276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2100" i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“이 일을 증언하고 이것을 기록한 제자가 이 사람이라 우리는 그의 증언이 참된 줄 아노라”</a:t>
            </a:r>
            <a:endParaRPr lang="en-US" sz="2100" dirty="0"/>
          </a:p>
        </p:txBody>
      </p:sp>
      <p:sp>
        <p:nvSpPr>
          <p:cNvPr id="5" name="scripture-ref"/>
          <p:cNvSpPr txBox="1"/>
          <p:nvPr/>
        </p:nvSpPr>
        <p:spPr>
          <a:xfrm>
            <a:off x="685800" y="254203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21:24  ·  cf. 21:20 “예수께서 사랑하시던 그 제자”</a:t>
            </a:r>
            <a:endParaRPr lang="en-US" sz="1500" dirty="0"/>
          </a:p>
        </p:txBody>
      </p:sp>
      <p:sp>
        <p:nvSpPr>
          <p:cNvPr id="6" name="subhead-badge"/>
          <p:cNvSpPr/>
          <p:nvPr/>
        </p:nvSpPr>
        <p:spPr>
          <a:xfrm>
            <a:off x="685800" y="3108960"/>
            <a:ext cx="800100" cy="42062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7" name="subhead-badge-text"/>
          <p:cNvSpPr txBox="1"/>
          <p:nvPr/>
        </p:nvSpPr>
        <p:spPr>
          <a:xfrm>
            <a:off x="685800" y="3108960"/>
            <a:ext cx="8001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소거법</a:t>
            </a:r>
            <a:endParaRPr lang="en-US" sz="1500" dirty="0"/>
          </a:p>
        </p:txBody>
      </p:sp>
      <p:sp>
        <p:nvSpPr>
          <p:cNvPr id="8" name="subhead-text"/>
          <p:cNvSpPr txBox="1"/>
          <p:nvPr/>
        </p:nvSpPr>
        <p:spPr>
          <a:xfrm>
            <a:off x="1650492" y="3127248"/>
            <a:ext cx="98554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저자는 이름을 밝히지 않는다 → 소거법으로 찾아간다</a:t>
            </a:r>
            <a:endParaRPr lang="en-US" sz="2150" dirty="0"/>
          </a:p>
        </p:txBody>
      </p:sp>
      <p:sp>
        <p:nvSpPr>
          <p:cNvPr id="9" name="flow-0"/>
          <p:cNvSpPr/>
          <p:nvPr/>
        </p:nvSpPr>
        <p:spPr>
          <a:xfrm>
            <a:off x="685800" y="3694176"/>
            <a:ext cx="1856781" cy="1700784"/>
          </a:xfrm>
          <a:prstGeom prst="roundRect">
            <a:avLst>
              <a:gd name="adj" fmla="val 3226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flow-0-head"/>
          <p:cNvSpPr txBox="1"/>
          <p:nvPr/>
        </p:nvSpPr>
        <p:spPr>
          <a:xfrm>
            <a:off x="832104" y="3877056"/>
            <a:ext cx="15641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열두 제자</a:t>
            </a:r>
            <a:endParaRPr lang="en-US" sz="1700" dirty="0"/>
          </a:p>
        </p:txBody>
      </p:sp>
      <p:sp>
        <p:nvSpPr>
          <p:cNvPr id="11" name="flow-0-body"/>
          <p:cNvSpPr txBox="1"/>
          <p:nvPr/>
        </p:nvSpPr>
        <p:spPr>
          <a:xfrm>
            <a:off x="813816" y="4297680"/>
            <a:ext cx="1600749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후보 12명</a:t>
            </a:r>
            <a:endParaRPr lang="en-US" sz="1450" dirty="0"/>
          </a:p>
        </p:txBody>
      </p:sp>
      <p:sp>
        <p:nvSpPr>
          <p:cNvPr id="12" name="flow-0-arrow"/>
          <p:cNvSpPr txBox="1"/>
          <p:nvPr/>
        </p:nvSpPr>
        <p:spPr>
          <a:xfrm>
            <a:off x="2542581" y="4343400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500" dirty="0"/>
          </a:p>
        </p:txBody>
      </p:sp>
      <p:sp>
        <p:nvSpPr>
          <p:cNvPr id="13" name="flow-1"/>
          <p:cNvSpPr/>
          <p:nvPr/>
        </p:nvSpPr>
        <p:spPr>
          <a:xfrm>
            <a:off x="2926629" y="3694176"/>
            <a:ext cx="1856781" cy="1700784"/>
          </a:xfrm>
          <a:prstGeom prst="roundRect">
            <a:avLst>
              <a:gd name="adj" fmla="val 3226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flow-1-head"/>
          <p:cNvSpPr txBox="1"/>
          <p:nvPr/>
        </p:nvSpPr>
        <p:spPr>
          <a:xfrm>
            <a:off x="3072933" y="3877056"/>
            <a:ext cx="15641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이름이 나온 제자 제외</a:t>
            </a:r>
            <a:endParaRPr lang="en-US" sz="1700" dirty="0"/>
          </a:p>
        </p:txBody>
      </p:sp>
      <p:sp>
        <p:nvSpPr>
          <p:cNvPr id="15" name="flow-1-body"/>
          <p:cNvSpPr txBox="1"/>
          <p:nvPr/>
        </p:nvSpPr>
        <p:spPr>
          <a:xfrm>
            <a:off x="3054645" y="4297680"/>
            <a:ext cx="1600749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빌립 · 베드로 · 안드레</a:t>
            </a:r>
            <a:endParaRPr lang="en-US" sz="145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도마 · 유다 · 가룟 유다</a:t>
            </a:r>
            <a:endParaRPr lang="en-US" sz="1450" dirty="0"/>
          </a:p>
        </p:txBody>
      </p:sp>
      <p:sp>
        <p:nvSpPr>
          <p:cNvPr id="16" name="flow-1-arrow"/>
          <p:cNvSpPr txBox="1"/>
          <p:nvPr/>
        </p:nvSpPr>
        <p:spPr>
          <a:xfrm>
            <a:off x="4783409" y="4343400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500" dirty="0"/>
          </a:p>
        </p:txBody>
      </p:sp>
      <p:sp>
        <p:nvSpPr>
          <p:cNvPr id="17" name="flow-2"/>
          <p:cNvSpPr/>
          <p:nvPr/>
        </p:nvSpPr>
        <p:spPr>
          <a:xfrm>
            <a:off x="5167457" y="3694176"/>
            <a:ext cx="1856781" cy="1700784"/>
          </a:xfrm>
          <a:prstGeom prst="roundRect">
            <a:avLst>
              <a:gd name="adj" fmla="val 3226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8" name="flow-2-head"/>
          <p:cNvSpPr txBox="1"/>
          <p:nvPr/>
        </p:nvSpPr>
        <p:spPr>
          <a:xfrm>
            <a:off x="5313761" y="3877056"/>
            <a:ext cx="15641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6명으로 압축</a:t>
            </a:r>
            <a:endParaRPr lang="en-US" sz="1700" dirty="0"/>
          </a:p>
        </p:txBody>
      </p:sp>
      <p:sp>
        <p:nvSpPr>
          <p:cNvPr id="19" name="flow-2-body"/>
          <p:cNvSpPr txBox="1"/>
          <p:nvPr/>
        </p:nvSpPr>
        <p:spPr>
          <a:xfrm>
            <a:off x="5295473" y="4297680"/>
            <a:ext cx="1600749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야고보 · 요한 · 바돌로매</a:t>
            </a:r>
            <a:endParaRPr lang="en-US" sz="145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마태 · 야고보 · 시몬</a:t>
            </a:r>
            <a:endParaRPr lang="en-US" sz="1450" dirty="0"/>
          </a:p>
        </p:txBody>
      </p:sp>
      <p:sp>
        <p:nvSpPr>
          <p:cNvPr id="20" name="flow-2-arrow"/>
          <p:cNvSpPr txBox="1"/>
          <p:nvPr/>
        </p:nvSpPr>
        <p:spPr>
          <a:xfrm>
            <a:off x="7024238" y="4343400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500" dirty="0"/>
          </a:p>
        </p:txBody>
      </p:sp>
      <p:sp>
        <p:nvSpPr>
          <p:cNvPr id="21" name="flow-3"/>
          <p:cNvSpPr/>
          <p:nvPr/>
        </p:nvSpPr>
        <p:spPr>
          <a:xfrm>
            <a:off x="7408286" y="3694176"/>
            <a:ext cx="1856781" cy="1700784"/>
          </a:xfrm>
          <a:prstGeom prst="roundRect">
            <a:avLst>
              <a:gd name="adj" fmla="val 3226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2" name="flow-3-head"/>
          <p:cNvSpPr txBox="1"/>
          <p:nvPr/>
        </p:nvSpPr>
        <p:spPr>
          <a:xfrm>
            <a:off x="7554590" y="3877056"/>
            <a:ext cx="15641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신임하신 3인</a:t>
            </a:r>
            <a:endParaRPr lang="en-US" sz="1700" dirty="0"/>
          </a:p>
        </p:txBody>
      </p:sp>
      <p:sp>
        <p:nvSpPr>
          <p:cNvPr id="23" name="flow-3-body"/>
          <p:cNvSpPr txBox="1"/>
          <p:nvPr/>
        </p:nvSpPr>
        <p:spPr>
          <a:xfrm>
            <a:off x="7536302" y="4297680"/>
            <a:ext cx="1600749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베드로 · 야고보 · 요한</a:t>
            </a:r>
            <a:endParaRPr lang="en-US" sz="1450" dirty="0"/>
          </a:p>
        </p:txBody>
      </p:sp>
      <p:sp>
        <p:nvSpPr>
          <p:cNvPr id="24" name="flow-3-arrow"/>
          <p:cNvSpPr txBox="1"/>
          <p:nvPr/>
        </p:nvSpPr>
        <p:spPr>
          <a:xfrm>
            <a:off x="9265067" y="4343400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500" dirty="0"/>
          </a:p>
        </p:txBody>
      </p:sp>
      <p:sp>
        <p:nvSpPr>
          <p:cNvPr id="25" name="flow-4"/>
          <p:cNvSpPr/>
          <p:nvPr/>
        </p:nvSpPr>
        <p:spPr>
          <a:xfrm>
            <a:off x="9649115" y="3694176"/>
            <a:ext cx="1856781" cy="1700784"/>
          </a:xfrm>
          <a:prstGeom prst="roundRect">
            <a:avLst>
              <a:gd name="adj" fmla="val 3226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6" name="flow-4-head"/>
          <p:cNvSpPr txBox="1"/>
          <p:nvPr/>
        </p:nvSpPr>
        <p:spPr>
          <a:xfrm>
            <a:off x="9795419" y="3877056"/>
            <a:ext cx="15641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</a:t>
            </a:r>
            <a:endParaRPr lang="en-US" sz="1700" dirty="0"/>
          </a:p>
        </p:txBody>
      </p:sp>
      <p:sp>
        <p:nvSpPr>
          <p:cNvPr id="27" name="flow-4-body"/>
          <p:cNvSpPr txBox="1"/>
          <p:nvPr/>
        </p:nvSpPr>
        <p:spPr>
          <a:xfrm>
            <a:off x="9777131" y="4297680"/>
            <a:ext cx="1600749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 결론</a:t>
            </a:r>
            <a:endParaRPr lang="en-US" sz="1450" dirty="0"/>
          </a:p>
        </p:txBody>
      </p:sp>
      <p:sp>
        <p:nvSpPr>
          <p:cNvPr id="28" name="keyline"/>
          <p:cNvSpPr/>
          <p:nvPr/>
        </p:nvSpPr>
        <p:spPr>
          <a:xfrm>
            <a:off x="685800" y="5522976"/>
            <a:ext cx="10820095" cy="694944"/>
          </a:xfrm>
          <a:prstGeom prst="roundRect">
            <a:avLst>
              <a:gd name="adj" fmla="val 13158"/>
            </a:avLst>
          </a:prstGeom>
          <a:solidFill>
            <a:schemeClr val="tx2"/>
          </a:solidFill>
          <a:ln/>
        </p:spPr>
      </p:sp>
      <p:sp>
        <p:nvSpPr>
          <p:cNvPr id="29" name="keyline-text"/>
          <p:cNvSpPr txBox="1"/>
          <p:nvPr/>
        </p:nvSpPr>
        <p:spPr>
          <a:xfrm>
            <a:off x="960120" y="5522976"/>
            <a:ext cx="1027145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베드로 — 이름이 언급되어 제외   /   야고보 — 일찍이 순교하여 제외 (행 12:2)</a:t>
            </a:r>
            <a:endParaRPr lang="en-US" sz="1900" dirty="0"/>
          </a:p>
        </p:txBody>
      </p:sp>
      <p:sp>
        <p:nvSpPr>
          <p:cNvPr id="30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사도 요한은 누구인가</a:t>
            </a:r>
            <a:endParaRPr lang="en-US" sz="3600" dirty="0"/>
          </a:p>
        </p:txBody>
      </p:sp>
      <p:sp>
        <p:nvSpPr>
          <p:cNvPr id="3" name="card-0"/>
          <p:cNvSpPr/>
          <p:nvPr/>
        </p:nvSpPr>
        <p:spPr>
          <a:xfrm>
            <a:off x="685800" y="1572768"/>
            <a:ext cx="3448202" cy="2212848"/>
          </a:xfrm>
          <a:prstGeom prst="roundRect">
            <a:avLst>
              <a:gd name="adj" fmla="val 247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810512"/>
            <a:ext cx="594360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810512"/>
            <a:ext cx="594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</a:t>
            </a:r>
            <a:endParaRPr lang="en-US" sz="15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340864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어부의 아들</a:t>
            </a:r>
            <a:endParaRPr lang="en-US" sz="21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2750058"/>
            <a:ext cx="2972714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아버지 세베대</a:t>
            </a:r>
            <a:endParaRPr lang="en-US" sz="16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어머니 살로메</a:t>
            </a:r>
            <a:endParaRPr lang="en-US" sz="16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예수님의 이모</a:t>
            </a:r>
            <a:endParaRPr lang="en-US" sz="1650" dirty="0"/>
          </a:p>
        </p:txBody>
      </p:sp>
      <p:sp>
        <p:nvSpPr>
          <p:cNvPr id="8" name="card-1"/>
          <p:cNvSpPr/>
          <p:nvPr/>
        </p:nvSpPr>
        <p:spPr>
          <a:xfrm>
            <a:off x="4371746" y="1572768"/>
            <a:ext cx="3448202" cy="2212848"/>
          </a:xfrm>
          <a:prstGeom prst="roundRect">
            <a:avLst>
              <a:gd name="adj" fmla="val 247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1-badge"/>
          <p:cNvSpPr/>
          <p:nvPr/>
        </p:nvSpPr>
        <p:spPr>
          <a:xfrm>
            <a:off x="4609490" y="1810512"/>
            <a:ext cx="594360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0" name="card-1-badge-text"/>
          <p:cNvSpPr txBox="1"/>
          <p:nvPr/>
        </p:nvSpPr>
        <p:spPr>
          <a:xfrm>
            <a:off x="4609490" y="1810512"/>
            <a:ext cx="594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형제</a:t>
            </a:r>
            <a:endParaRPr lang="en-US" sz="1500" dirty="0"/>
          </a:p>
        </p:txBody>
      </p:sp>
      <p:sp>
        <p:nvSpPr>
          <p:cNvPr id="11" name="card-1-head"/>
          <p:cNvSpPr txBox="1"/>
          <p:nvPr/>
        </p:nvSpPr>
        <p:spPr>
          <a:xfrm>
            <a:off x="4609490" y="2340864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야고보의 동생</a:t>
            </a:r>
            <a:endParaRPr lang="en-US" sz="2100" dirty="0"/>
          </a:p>
        </p:txBody>
      </p:sp>
      <p:sp>
        <p:nvSpPr>
          <p:cNvPr id="12" name="card-1-body"/>
          <p:cNvSpPr txBox="1"/>
          <p:nvPr/>
        </p:nvSpPr>
        <p:spPr>
          <a:xfrm>
            <a:off x="4609490" y="2750058"/>
            <a:ext cx="2972714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형과 함께 부르심을 받고</a:t>
            </a:r>
            <a:endParaRPr lang="en-US" sz="16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‘우레의 아들’이라 불렸다</a:t>
            </a:r>
            <a:endParaRPr lang="en-US" sz="1650" dirty="0"/>
          </a:p>
        </p:txBody>
      </p:sp>
      <p:sp>
        <p:nvSpPr>
          <p:cNvPr id="13" name="card-2"/>
          <p:cNvSpPr/>
          <p:nvPr/>
        </p:nvSpPr>
        <p:spPr>
          <a:xfrm>
            <a:off x="8057693" y="1572768"/>
            <a:ext cx="3448202" cy="2212848"/>
          </a:xfrm>
          <a:prstGeom prst="roundRect">
            <a:avLst>
              <a:gd name="adj" fmla="val 247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card-2-badge"/>
          <p:cNvSpPr/>
          <p:nvPr/>
        </p:nvSpPr>
        <p:spPr>
          <a:xfrm>
            <a:off x="8295437" y="1810512"/>
            <a:ext cx="594360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5" name="card-2-badge-text"/>
          <p:cNvSpPr txBox="1"/>
          <p:nvPr/>
        </p:nvSpPr>
        <p:spPr>
          <a:xfrm>
            <a:off x="8295437" y="1810512"/>
            <a:ext cx="594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</a:t>
            </a:r>
            <a:endParaRPr lang="en-US" sz="1500" dirty="0"/>
          </a:p>
        </p:txBody>
      </p:sp>
      <p:sp>
        <p:nvSpPr>
          <p:cNvPr id="16" name="card-2-head"/>
          <p:cNvSpPr txBox="1"/>
          <p:nvPr/>
        </p:nvSpPr>
        <p:spPr>
          <a:xfrm>
            <a:off x="8295437" y="2340864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세례요한의 제자</a:t>
            </a:r>
            <a:endParaRPr lang="en-US" sz="2100" dirty="0"/>
          </a:p>
        </p:txBody>
      </p:sp>
      <p:sp>
        <p:nvSpPr>
          <p:cNvPr id="17" name="card-2-body"/>
          <p:cNvSpPr txBox="1"/>
          <p:nvPr/>
        </p:nvSpPr>
        <p:spPr>
          <a:xfrm>
            <a:off x="8295437" y="2750058"/>
            <a:ext cx="2972714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 1:35~40</a:t>
            </a:r>
            <a:endParaRPr lang="en-US" sz="16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증언을 듣고 따라갔다</a:t>
            </a:r>
            <a:endParaRPr lang="en-US" sz="1650" dirty="0"/>
          </a:p>
        </p:txBody>
      </p:sp>
      <p:sp>
        <p:nvSpPr>
          <p:cNvPr id="18" name="card-3"/>
          <p:cNvSpPr/>
          <p:nvPr/>
        </p:nvSpPr>
        <p:spPr>
          <a:xfrm>
            <a:off x="685800" y="4023360"/>
            <a:ext cx="3448202" cy="2212848"/>
          </a:xfrm>
          <a:prstGeom prst="roundRect">
            <a:avLst>
              <a:gd name="adj" fmla="val 247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9" name="card-3-badge"/>
          <p:cNvSpPr/>
          <p:nvPr/>
        </p:nvSpPr>
        <p:spPr>
          <a:xfrm>
            <a:off x="923544" y="4261104"/>
            <a:ext cx="594360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0" name="card-3-badge-text"/>
          <p:cNvSpPr txBox="1"/>
          <p:nvPr/>
        </p:nvSpPr>
        <p:spPr>
          <a:xfrm>
            <a:off x="923544" y="4261104"/>
            <a:ext cx="594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맡음</a:t>
            </a:r>
            <a:endParaRPr lang="en-US" sz="1500" dirty="0"/>
          </a:p>
        </p:txBody>
      </p:sp>
      <p:sp>
        <p:nvSpPr>
          <p:cNvPr id="21" name="card-3-head"/>
          <p:cNvSpPr txBox="1"/>
          <p:nvPr/>
        </p:nvSpPr>
        <p:spPr>
          <a:xfrm>
            <a:off x="923544" y="479145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마리아를 모심</a:t>
            </a:r>
            <a:endParaRPr lang="en-US" sz="2100" dirty="0"/>
          </a:p>
        </p:txBody>
      </p:sp>
      <p:sp>
        <p:nvSpPr>
          <p:cNvPr id="22" name="card-3-body"/>
          <p:cNvSpPr txBox="1"/>
          <p:nvPr/>
        </p:nvSpPr>
        <p:spPr>
          <a:xfrm>
            <a:off x="923544" y="5200650"/>
            <a:ext cx="2972714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 19:26~27</a:t>
            </a:r>
            <a:endParaRPr lang="en-US" sz="16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십자가 아래 맡기신 제자</a:t>
            </a:r>
            <a:endParaRPr lang="en-US" sz="1650" dirty="0"/>
          </a:p>
        </p:txBody>
      </p:sp>
      <p:sp>
        <p:nvSpPr>
          <p:cNvPr id="23" name="card-4"/>
          <p:cNvSpPr/>
          <p:nvPr/>
        </p:nvSpPr>
        <p:spPr>
          <a:xfrm>
            <a:off x="4371746" y="4023360"/>
            <a:ext cx="3448202" cy="2212848"/>
          </a:xfrm>
          <a:prstGeom prst="roundRect">
            <a:avLst>
              <a:gd name="adj" fmla="val 247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4" name="card-4-badge"/>
          <p:cNvSpPr/>
          <p:nvPr/>
        </p:nvSpPr>
        <p:spPr>
          <a:xfrm>
            <a:off x="4609490" y="4261104"/>
            <a:ext cx="594360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5" name="card-4-badge-text"/>
          <p:cNvSpPr txBox="1"/>
          <p:nvPr/>
        </p:nvSpPr>
        <p:spPr>
          <a:xfrm>
            <a:off x="4609490" y="4261104"/>
            <a:ext cx="594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교회</a:t>
            </a:r>
            <a:endParaRPr lang="en-US" sz="1500" dirty="0"/>
          </a:p>
        </p:txBody>
      </p:sp>
      <p:sp>
        <p:nvSpPr>
          <p:cNvPr id="26" name="card-4-head"/>
          <p:cNvSpPr txBox="1"/>
          <p:nvPr/>
        </p:nvSpPr>
        <p:spPr>
          <a:xfrm>
            <a:off x="4609490" y="479145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예루살렘 교회의 기둥</a:t>
            </a:r>
            <a:endParaRPr lang="en-US" sz="2100" dirty="0"/>
          </a:p>
        </p:txBody>
      </p:sp>
      <p:sp>
        <p:nvSpPr>
          <p:cNvPr id="27" name="card-4-body"/>
          <p:cNvSpPr txBox="1"/>
          <p:nvPr/>
        </p:nvSpPr>
        <p:spPr>
          <a:xfrm>
            <a:off x="4609490" y="5200650"/>
            <a:ext cx="2972714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갈 2:9</a:t>
            </a:r>
            <a:endParaRPr lang="en-US" sz="16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초대교회를 돌보았다</a:t>
            </a:r>
            <a:endParaRPr lang="en-US" sz="1650" dirty="0"/>
          </a:p>
        </p:txBody>
      </p:sp>
      <p:sp>
        <p:nvSpPr>
          <p:cNvPr id="28" name="card-5"/>
          <p:cNvSpPr/>
          <p:nvPr/>
        </p:nvSpPr>
        <p:spPr>
          <a:xfrm>
            <a:off x="8057693" y="4023360"/>
            <a:ext cx="3448202" cy="2212848"/>
          </a:xfrm>
          <a:prstGeom prst="roundRect">
            <a:avLst>
              <a:gd name="adj" fmla="val 247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9" name="card-5-badge"/>
          <p:cNvSpPr/>
          <p:nvPr/>
        </p:nvSpPr>
        <p:spPr>
          <a:xfrm>
            <a:off x="8295437" y="4261104"/>
            <a:ext cx="594360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0" name="card-5-badge-text"/>
          <p:cNvSpPr txBox="1"/>
          <p:nvPr/>
        </p:nvSpPr>
        <p:spPr>
          <a:xfrm>
            <a:off x="8295437" y="4261104"/>
            <a:ext cx="594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</a:t>
            </a:r>
            <a:endParaRPr lang="en-US" sz="1500" dirty="0"/>
          </a:p>
        </p:txBody>
      </p:sp>
      <p:sp>
        <p:nvSpPr>
          <p:cNvPr id="31" name="card-5-head"/>
          <p:cNvSpPr txBox="1"/>
          <p:nvPr/>
        </p:nvSpPr>
        <p:spPr>
          <a:xfrm>
            <a:off x="8295437" y="479145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신약 다섯 권의 저자</a:t>
            </a:r>
            <a:endParaRPr lang="en-US" sz="2100" dirty="0"/>
          </a:p>
        </p:txBody>
      </p:sp>
      <p:sp>
        <p:nvSpPr>
          <p:cNvPr id="32" name="card-5-body"/>
          <p:cNvSpPr txBox="1"/>
          <p:nvPr/>
        </p:nvSpPr>
        <p:spPr>
          <a:xfrm>
            <a:off x="8295437" y="5200650"/>
            <a:ext cx="2972714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복음서 · 서신 3권</a:t>
            </a:r>
            <a:endParaRPr lang="en-US" sz="16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요한계시록</a:t>
            </a:r>
            <a:endParaRPr lang="en-US" sz="1650" dirty="0"/>
          </a:p>
        </p:txBody>
      </p:sp>
      <p:sp>
        <p:nvSpPr>
          <p:cNvPr id="33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나. 요한과 예수님의 만남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6~8</a:t>
            </a:r>
            <a:endParaRPr lang="en-US" sz="1600" dirty="0"/>
          </a:p>
        </p:txBody>
      </p:sp>
      <p:sp>
        <p:nvSpPr>
          <p:cNvPr id="4" name="scripture-text"/>
          <p:cNvSpPr txBox="1"/>
          <p:nvPr/>
        </p:nvSpPr>
        <p:spPr>
          <a:xfrm>
            <a:off x="685800" y="157276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2100" i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“무서워하지 말라 이제 후로는 네가 사람을 취하리라 하시니 그들이 모든 것을 버려 두고 예수를 따르니라”</a:t>
            </a:r>
            <a:endParaRPr lang="en-US" sz="2100" dirty="0"/>
          </a:p>
        </p:txBody>
      </p:sp>
      <p:sp>
        <p:nvSpPr>
          <p:cNvPr id="5" name="scripture-ref"/>
          <p:cNvSpPr txBox="1"/>
          <p:nvPr/>
        </p:nvSpPr>
        <p:spPr>
          <a:xfrm>
            <a:off x="685800" y="254203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누가복음 5:10~11</a:t>
            </a:r>
            <a:endParaRPr lang="en-US" sz="1500" dirty="0"/>
          </a:p>
        </p:txBody>
      </p:sp>
      <p:sp>
        <p:nvSpPr>
          <p:cNvPr id="6" name="card-0"/>
          <p:cNvSpPr/>
          <p:nvPr/>
        </p:nvSpPr>
        <p:spPr>
          <a:xfrm>
            <a:off x="685800" y="3108960"/>
            <a:ext cx="3448202" cy="2505456"/>
          </a:xfrm>
          <a:prstGeom prst="roundRect">
            <a:avLst>
              <a:gd name="adj" fmla="val 219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7" name="card-0-badge"/>
          <p:cNvSpPr/>
          <p:nvPr/>
        </p:nvSpPr>
        <p:spPr>
          <a:xfrm>
            <a:off x="923544" y="334670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card-0-badge-text"/>
          <p:cNvSpPr txBox="1"/>
          <p:nvPr/>
        </p:nvSpPr>
        <p:spPr>
          <a:xfrm>
            <a:off x="923544" y="33467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500" dirty="0"/>
          </a:p>
        </p:txBody>
      </p:sp>
      <p:sp>
        <p:nvSpPr>
          <p:cNvPr id="9" name="card-0-head"/>
          <p:cNvSpPr txBox="1"/>
          <p:nvPr/>
        </p:nvSpPr>
        <p:spPr>
          <a:xfrm>
            <a:off x="923544" y="387705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요한은 누구였나</a:t>
            </a:r>
            <a:endParaRPr lang="en-US" sz="2100" dirty="0"/>
          </a:p>
        </p:txBody>
      </p:sp>
      <p:sp>
        <p:nvSpPr>
          <p:cNvPr id="10" name="card-0-body"/>
          <p:cNvSpPr txBox="1"/>
          <p:nvPr/>
        </p:nvSpPr>
        <p:spPr>
          <a:xfrm>
            <a:off x="923544" y="4286250"/>
            <a:ext cx="2972714" cy="1090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세베대의 아들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야고보의 형제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베드로의 동업자 · 어부</a:t>
            </a:r>
            <a:endParaRPr lang="en-US" sz="1700" dirty="0"/>
          </a:p>
        </p:txBody>
      </p:sp>
      <p:sp>
        <p:nvSpPr>
          <p:cNvPr id="11" name="card-1"/>
          <p:cNvSpPr/>
          <p:nvPr/>
        </p:nvSpPr>
        <p:spPr>
          <a:xfrm>
            <a:off x="4371746" y="3108960"/>
            <a:ext cx="3448202" cy="2505456"/>
          </a:xfrm>
          <a:prstGeom prst="roundRect">
            <a:avLst>
              <a:gd name="adj" fmla="val 219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2" name="card-1-badge"/>
          <p:cNvSpPr/>
          <p:nvPr/>
        </p:nvSpPr>
        <p:spPr>
          <a:xfrm>
            <a:off x="4609490" y="334670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card-1-badge-text"/>
          <p:cNvSpPr txBox="1"/>
          <p:nvPr/>
        </p:nvSpPr>
        <p:spPr>
          <a:xfrm>
            <a:off x="4609490" y="33467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500" dirty="0"/>
          </a:p>
        </p:txBody>
      </p:sp>
      <p:sp>
        <p:nvSpPr>
          <p:cNvPr id="14" name="card-1-head"/>
          <p:cNvSpPr txBox="1"/>
          <p:nvPr/>
        </p:nvSpPr>
        <p:spPr>
          <a:xfrm>
            <a:off x="4609490" y="387705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즉각 응답했나</a:t>
            </a:r>
            <a:endParaRPr lang="en-US" sz="2100" dirty="0"/>
          </a:p>
        </p:txBody>
      </p:sp>
      <p:sp>
        <p:nvSpPr>
          <p:cNvPr id="15" name="card-1-body"/>
          <p:cNvSpPr txBox="1"/>
          <p:nvPr/>
        </p:nvSpPr>
        <p:spPr>
          <a:xfrm>
            <a:off x="4609490" y="4286250"/>
            <a:ext cx="2972714" cy="1090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말씀에 순종해 그물을 내리자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많은 고기가 잡힘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능력을 직접 경험</a:t>
            </a:r>
            <a:endParaRPr lang="en-US" sz="1700" dirty="0"/>
          </a:p>
        </p:txBody>
      </p:sp>
      <p:sp>
        <p:nvSpPr>
          <p:cNvPr id="16" name="card-2"/>
          <p:cNvSpPr/>
          <p:nvPr/>
        </p:nvSpPr>
        <p:spPr>
          <a:xfrm>
            <a:off x="8057693" y="3108960"/>
            <a:ext cx="3448202" cy="2505456"/>
          </a:xfrm>
          <a:prstGeom prst="roundRect">
            <a:avLst>
              <a:gd name="adj" fmla="val 219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7" name="card-2-badge"/>
          <p:cNvSpPr/>
          <p:nvPr/>
        </p:nvSpPr>
        <p:spPr>
          <a:xfrm>
            <a:off x="8295437" y="334670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card-2-badge-text"/>
          <p:cNvSpPr txBox="1"/>
          <p:nvPr/>
        </p:nvSpPr>
        <p:spPr>
          <a:xfrm>
            <a:off x="8295437" y="33467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500" dirty="0"/>
          </a:p>
        </p:txBody>
      </p:sp>
      <p:sp>
        <p:nvSpPr>
          <p:cNvPr id="19" name="card-2-head"/>
          <p:cNvSpPr txBox="1"/>
          <p:nvPr/>
        </p:nvSpPr>
        <p:spPr>
          <a:xfrm>
            <a:off x="8295437" y="387705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포기했나</a:t>
            </a:r>
            <a:endParaRPr lang="en-US" sz="2100" dirty="0"/>
          </a:p>
        </p:txBody>
      </p:sp>
      <p:sp>
        <p:nvSpPr>
          <p:cNvPr id="20" name="card-2-body"/>
          <p:cNvSpPr txBox="1"/>
          <p:nvPr/>
        </p:nvSpPr>
        <p:spPr>
          <a:xfrm>
            <a:off x="8295437" y="4286250"/>
            <a:ext cx="2972714" cy="1090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배를 포함한 생업 전부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삶의 근간이었다</a:t>
            </a:r>
            <a:endParaRPr lang="en-US" sz="1700" dirty="0"/>
          </a:p>
        </p:txBody>
      </p:sp>
      <p:sp>
        <p:nvSpPr>
          <p:cNvPr id="21" name="keyline"/>
          <p:cNvSpPr/>
          <p:nvPr/>
        </p:nvSpPr>
        <p:spPr>
          <a:xfrm>
            <a:off x="685800" y="5779008"/>
            <a:ext cx="10820095" cy="438912"/>
          </a:xfrm>
          <a:prstGeom prst="roundRect">
            <a:avLst>
              <a:gd name="adj" fmla="val 20833"/>
            </a:avLst>
          </a:prstGeom>
          <a:solidFill>
            <a:schemeClr val="tx2"/>
          </a:solidFill>
          <a:ln/>
        </p:spPr>
      </p:sp>
      <p:sp>
        <p:nvSpPr>
          <p:cNvPr id="22" name="keyline-text"/>
          <p:cNvSpPr txBox="1"/>
          <p:nvPr/>
        </p:nvSpPr>
        <p:spPr>
          <a:xfrm>
            <a:off x="960120" y="5779008"/>
            <a:ext cx="102714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만남은 소명으로, 소명은 순종과 내려놓음으로 이어집니다</a:t>
            </a:r>
            <a:endParaRPr lang="en-US" sz="2200" dirty="0"/>
          </a:p>
        </p:txBody>
      </p:sp>
      <p:sp>
        <p:nvSpPr>
          <p:cNvPr id="23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5836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나눔 · 질문 Q1 · Q2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078992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무엇을 내려놓았는가</a:t>
            </a:r>
            <a:endParaRPr lang="en-US" sz="4200" dirty="0"/>
          </a:p>
        </p:txBody>
      </p:sp>
      <p:sp>
        <p:nvSpPr>
          <p:cNvPr id="4" name="card-0"/>
          <p:cNvSpPr/>
          <p:nvPr/>
        </p:nvSpPr>
        <p:spPr>
          <a:xfrm>
            <a:off x="685800" y="2377440"/>
            <a:ext cx="5291176" cy="3017520"/>
          </a:xfrm>
          <a:prstGeom prst="roundRect">
            <a:avLst>
              <a:gd name="adj" fmla="val 1818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2615184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2615184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Q1</a:t>
            </a:r>
            <a:endParaRPr lang="en-US" sz="15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3145536"/>
            <a:ext cx="4815688" cy="672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예수님을 믿기로 결정했을 때 가장 영향을 준 것은?</a:t>
            </a:r>
            <a:endParaRPr lang="en-US" sz="21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3890772"/>
            <a:ext cx="4815688" cy="1266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그분의 인격  ·  죄를 사하시는 능력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나를 향한 사랑  ·  말씀의 권위</a:t>
            </a:r>
            <a:endParaRPr lang="en-US" sz="1800" dirty="0"/>
          </a:p>
        </p:txBody>
      </p:sp>
      <p:sp>
        <p:nvSpPr>
          <p:cNvPr id="9" name="card-1"/>
          <p:cNvSpPr/>
          <p:nvPr/>
        </p:nvSpPr>
        <p:spPr>
          <a:xfrm>
            <a:off x="6214720" y="2377440"/>
            <a:ext cx="5291176" cy="3017520"/>
          </a:xfrm>
          <a:prstGeom prst="roundRect">
            <a:avLst>
              <a:gd name="adj" fmla="val 1818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6452464" y="2615184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6452464" y="2615184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Q2</a:t>
            </a:r>
            <a:endParaRPr lang="en-US" sz="1500" dirty="0"/>
          </a:p>
        </p:txBody>
      </p:sp>
      <p:sp>
        <p:nvSpPr>
          <p:cNvPr id="12" name="card-1-head"/>
          <p:cNvSpPr txBox="1"/>
          <p:nvPr/>
        </p:nvSpPr>
        <p:spPr>
          <a:xfrm>
            <a:off x="6452464" y="3145536"/>
            <a:ext cx="4815688" cy="672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예수님을 따르기 위해 포기한 것, 포기해야 할 것은?</a:t>
            </a:r>
            <a:endParaRPr lang="en-US" sz="2100" dirty="0"/>
          </a:p>
        </p:txBody>
      </p:sp>
      <p:sp>
        <p:nvSpPr>
          <p:cNvPr id="13" name="card-1-body"/>
          <p:cNvSpPr txBox="1"/>
          <p:nvPr/>
        </p:nvSpPr>
        <p:spPr>
          <a:xfrm>
            <a:off x="6452464" y="3890772"/>
            <a:ext cx="4815688" cy="1266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포기할 때 걸림돌이 되는 이유는?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후회한 적이 있습니까?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그때 예수님께서 베푸신 것은?</a:t>
            </a:r>
            <a:endParaRPr lang="en-US" sz="1800" dirty="0"/>
          </a:p>
        </p:txBody>
      </p:sp>
      <p:sp>
        <p:nvSpPr>
          <p:cNvPr id="14" name="guide"/>
          <p:cNvSpPr txBox="1"/>
          <p:nvPr/>
        </p:nvSpPr>
        <p:spPr>
          <a:xfrm>
            <a:off x="685800" y="55595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조별 나눔 10분 → 전체 나눔 2명</a:t>
            </a:r>
            <a:endParaRPr lang="en-US" sz="1600" dirty="0"/>
          </a:p>
        </p:txBody>
      </p:sp>
      <p:sp>
        <p:nvSpPr>
          <p:cNvPr id="15" name="Text 0"/>
          <p:cNvSpPr/>
          <p:nvPr>
            <p:ph idx="102" type="body" hasCustomPrompt="1"/>
          </p:nvPr>
        </p:nvSpPr>
        <p:spPr>
          <a:xfrm>
            <a:off x="685800" y="2148840"/>
            <a:ext cx="10820095" cy="39319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다. 요한의 변화 — 변하기 전의 모습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9</a:t>
            </a:r>
            <a:endParaRPr lang="en-US" sz="1600" dirty="0"/>
          </a:p>
        </p:txBody>
      </p:sp>
      <p:sp>
        <p:nvSpPr>
          <p:cNvPr id="4" name="card-0"/>
          <p:cNvSpPr/>
          <p:nvPr/>
        </p:nvSpPr>
        <p:spPr>
          <a:xfrm>
            <a:off x="685800" y="1609344"/>
            <a:ext cx="2526716" cy="320040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184708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2377440"/>
            <a:ext cx="20512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 3:17</a:t>
            </a:r>
            <a:endParaRPr lang="en-US" sz="20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2770632"/>
            <a:ext cx="2051228" cy="13437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‘우레의 아들’이라는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이름을 주심</a:t>
            </a:r>
            <a:endParaRPr lang="en-US" sz="1600" dirty="0"/>
          </a:p>
        </p:txBody>
      </p:sp>
      <p:sp>
        <p:nvSpPr>
          <p:cNvPr id="9" name="card-0-foot"/>
          <p:cNvSpPr txBox="1"/>
          <p:nvPr/>
        </p:nvSpPr>
        <p:spPr>
          <a:xfrm>
            <a:off x="923544" y="4150995"/>
            <a:ext cx="2051228" cy="45758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급함</a:t>
            </a:r>
            <a:endParaRPr lang="en-US" sz="1500" dirty="0"/>
          </a:p>
        </p:txBody>
      </p:sp>
      <p:sp>
        <p:nvSpPr>
          <p:cNvPr id="10" name="card-1"/>
          <p:cNvSpPr/>
          <p:nvPr/>
        </p:nvSpPr>
        <p:spPr>
          <a:xfrm>
            <a:off x="3450260" y="1609344"/>
            <a:ext cx="2526716" cy="320040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1" name="card-1-badge"/>
          <p:cNvSpPr/>
          <p:nvPr/>
        </p:nvSpPr>
        <p:spPr>
          <a:xfrm>
            <a:off x="3688004" y="184708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card-1-badge-text"/>
          <p:cNvSpPr txBox="1"/>
          <p:nvPr/>
        </p:nvSpPr>
        <p:spPr>
          <a:xfrm>
            <a:off x="3688004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card-1-head"/>
          <p:cNvSpPr txBox="1"/>
          <p:nvPr/>
        </p:nvSpPr>
        <p:spPr>
          <a:xfrm>
            <a:off x="3688004" y="2377440"/>
            <a:ext cx="20512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 9:38~39</a:t>
            </a:r>
            <a:endParaRPr lang="en-US" sz="2000" dirty="0"/>
          </a:p>
        </p:txBody>
      </p:sp>
      <p:sp>
        <p:nvSpPr>
          <p:cNvPr id="14" name="card-1-body"/>
          <p:cNvSpPr txBox="1"/>
          <p:nvPr/>
        </p:nvSpPr>
        <p:spPr>
          <a:xfrm>
            <a:off x="3688004" y="2770632"/>
            <a:ext cx="2051228" cy="13437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제자 아닌 이의 축사를 금함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“금하지 말라”</a:t>
            </a:r>
            <a:endParaRPr lang="en-US" sz="1600" dirty="0"/>
          </a:p>
        </p:txBody>
      </p:sp>
      <p:sp>
        <p:nvSpPr>
          <p:cNvPr id="15" name="card-1-foot"/>
          <p:cNvSpPr txBox="1"/>
          <p:nvPr/>
        </p:nvSpPr>
        <p:spPr>
          <a:xfrm>
            <a:off x="3688004" y="4150995"/>
            <a:ext cx="2051228" cy="45758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배타적</a:t>
            </a:r>
            <a:endParaRPr lang="en-US" sz="1500" dirty="0"/>
          </a:p>
        </p:txBody>
      </p:sp>
      <p:sp>
        <p:nvSpPr>
          <p:cNvPr id="16" name="card-2"/>
          <p:cNvSpPr/>
          <p:nvPr/>
        </p:nvSpPr>
        <p:spPr>
          <a:xfrm>
            <a:off x="6214720" y="1609344"/>
            <a:ext cx="2526716" cy="320040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7" name="card-2-badge"/>
          <p:cNvSpPr/>
          <p:nvPr/>
        </p:nvSpPr>
        <p:spPr>
          <a:xfrm>
            <a:off x="6452464" y="184708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card-2-badge-text"/>
          <p:cNvSpPr txBox="1"/>
          <p:nvPr/>
        </p:nvSpPr>
        <p:spPr>
          <a:xfrm>
            <a:off x="6452464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card-2-head"/>
          <p:cNvSpPr txBox="1"/>
          <p:nvPr/>
        </p:nvSpPr>
        <p:spPr>
          <a:xfrm>
            <a:off x="6452464" y="2377440"/>
            <a:ext cx="20512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 10:35~41</a:t>
            </a:r>
            <a:endParaRPr lang="en-US" sz="2000" dirty="0"/>
          </a:p>
        </p:txBody>
      </p:sp>
      <p:sp>
        <p:nvSpPr>
          <p:cNvPr id="20" name="card-2-body"/>
          <p:cNvSpPr txBox="1"/>
          <p:nvPr/>
        </p:nvSpPr>
        <p:spPr>
          <a:xfrm>
            <a:off x="6452464" y="2770632"/>
            <a:ext cx="2051228" cy="13437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좌우편에 앉기를 구함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“고난에 동참하라”</a:t>
            </a:r>
            <a:endParaRPr lang="en-US" sz="1600" dirty="0"/>
          </a:p>
        </p:txBody>
      </p:sp>
      <p:sp>
        <p:nvSpPr>
          <p:cNvPr id="21" name="card-2-foot"/>
          <p:cNvSpPr txBox="1"/>
          <p:nvPr/>
        </p:nvSpPr>
        <p:spPr>
          <a:xfrm>
            <a:off x="6452464" y="4150995"/>
            <a:ext cx="2051228" cy="45758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교만 · 자기중심</a:t>
            </a:r>
            <a:endParaRPr lang="en-US" sz="1500" dirty="0"/>
          </a:p>
        </p:txBody>
      </p:sp>
      <p:sp>
        <p:nvSpPr>
          <p:cNvPr id="22" name="card-3"/>
          <p:cNvSpPr/>
          <p:nvPr/>
        </p:nvSpPr>
        <p:spPr>
          <a:xfrm>
            <a:off x="8979179" y="1609344"/>
            <a:ext cx="2526716" cy="320040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3" name="card-3-badge"/>
          <p:cNvSpPr/>
          <p:nvPr/>
        </p:nvSpPr>
        <p:spPr>
          <a:xfrm>
            <a:off x="9216923" y="184708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4" name="card-3-badge-text"/>
          <p:cNvSpPr txBox="1"/>
          <p:nvPr/>
        </p:nvSpPr>
        <p:spPr>
          <a:xfrm>
            <a:off x="9216923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card-3-head"/>
          <p:cNvSpPr txBox="1"/>
          <p:nvPr/>
        </p:nvSpPr>
        <p:spPr>
          <a:xfrm>
            <a:off x="9216923" y="2377440"/>
            <a:ext cx="20512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눅 9:52~56</a:t>
            </a:r>
            <a:endParaRPr lang="en-US" sz="2000" dirty="0"/>
          </a:p>
        </p:txBody>
      </p:sp>
      <p:sp>
        <p:nvSpPr>
          <p:cNvPr id="26" name="card-3-body"/>
          <p:cNvSpPr txBox="1"/>
          <p:nvPr/>
        </p:nvSpPr>
        <p:spPr>
          <a:xfrm>
            <a:off x="9216923" y="2770632"/>
            <a:ext cx="2051228" cy="13437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사마리아 마을에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불을 명해 멸하려 함</a:t>
            </a:r>
            <a:endParaRPr lang="en-US" sz="1600" dirty="0"/>
          </a:p>
        </p:txBody>
      </p:sp>
      <p:sp>
        <p:nvSpPr>
          <p:cNvPr id="27" name="card-3-foot"/>
          <p:cNvSpPr txBox="1"/>
          <p:nvPr/>
        </p:nvSpPr>
        <p:spPr>
          <a:xfrm>
            <a:off x="9216923" y="4150995"/>
            <a:ext cx="2051228" cy="45758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무자비</a:t>
            </a:r>
            <a:endParaRPr lang="en-US" sz="1500" dirty="0"/>
          </a:p>
        </p:txBody>
      </p:sp>
      <p:sp>
        <p:nvSpPr>
          <p:cNvPr id="28" name="keyline"/>
          <p:cNvSpPr/>
          <p:nvPr/>
        </p:nvSpPr>
        <p:spPr>
          <a:xfrm>
            <a:off x="685800" y="4974336"/>
            <a:ext cx="10820095" cy="1243584"/>
          </a:xfrm>
          <a:prstGeom prst="roundRect">
            <a:avLst>
              <a:gd name="adj" fmla="val 7353"/>
            </a:avLst>
          </a:prstGeom>
          <a:solidFill>
            <a:schemeClr val="tx2"/>
          </a:solidFill>
          <a:ln/>
        </p:spPr>
      </p:sp>
      <p:sp>
        <p:nvSpPr>
          <p:cNvPr id="29" name="keyline-text"/>
          <p:cNvSpPr txBox="1"/>
          <p:nvPr/>
        </p:nvSpPr>
        <p:spPr>
          <a:xfrm>
            <a:off x="960120" y="4974336"/>
            <a:ext cx="10271455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부정적 : 급함 · 자기중심 · 교만 · 무자비     /     긍정적 : 적극적인 면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본문 모두 예수님께 꾸중을 들은 장면 — 요한은 ‘완성된 사람’으로 부름받지 않았습니다.</a:t>
            </a:r>
            <a:endParaRPr lang="en-US" sz="1900" dirty="0"/>
          </a:p>
        </p:txBody>
      </p:sp>
      <p:sp>
        <p:nvSpPr>
          <p:cNvPr id="30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우레의 아들에서 사랑의 사도로</a:t>
            </a:r>
            <a:endParaRPr lang="en-US" sz="3600" dirty="0"/>
          </a:p>
        </p:txBody>
      </p:sp>
      <p:sp>
        <p:nvSpPr>
          <p:cNvPr id="3" name="cmp-0"/>
          <p:cNvSpPr/>
          <p:nvPr/>
        </p:nvSpPr>
        <p:spPr>
          <a:xfrm>
            <a:off x="685800" y="1591056"/>
            <a:ext cx="3108960" cy="3840480"/>
          </a:xfrm>
          <a:prstGeom prst="roundRect">
            <a:avLst>
              <a:gd name="adj" fmla="val 17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mp-0-head"/>
          <p:cNvSpPr txBox="1"/>
          <p:nvPr/>
        </p:nvSpPr>
        <p:spPr>
          <a:xfrm>
            <a:off x="960120" y="1828800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만나기 전</a:t>
            </a:r>
            <a:endParaRPr lang="en-US" sz="2000" dirty="0"/>
          </a:p>
        </p:txBody>
      </p:sp>
      <p:sp>
        <p:nvSpPr>
          <p:cNvPr id="5" name="cmp-0-items"/>
          <p:cNvSpPr txBox="1"/>
          <p:nvPr/>
        </p:nvSpPr>
        <p:spPr>
          <a:xfrm>
            <a:off x="960120" y="2414016"/>
            <a:ext cx="2560320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급하고 목소리가 크다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권세에 민감하다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자기중심적이고 교만하다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반대자에게 무자비하다</a:t>
            </a:r>
            <a:endParaRPr lang="en-US" sz="1800" dirty="0"/>
          </a:p>
        </p:txBody>
      </p:sp>
      <p:sp>
        <p:nvSpPr>
          <p:cNvPr id="6" name="cmp-1"/>
          <p:cNvSpPr/>
          <p:nvPr/>
        </p:nvSpPr>
        <p:spPr>
          <a:xfrm>
            <a:off x="4069080" y="1591056"/>
            <a:ext cx="3108960" cy="3840480"/>
          </a:xfrm>
          <a:prstGeom prst="roundRect">
            <a:avLst>
              <a:gd name="adj" fmla="val 176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7" name="cmp-1-head"/>
          <p:cNvSpPr txBox="1"/>
          <p:nvPr/>
        </p:nvSpPr>
        <p:spPr>
          <a:xfrm>
            <a:off x="4343400" y="1828800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만난 후</a:t>
            </a:r>
            <a:endParaRPr lang="en-US" sz="2000" dirty="0"/>
          </a:p>
        </p:txBody>
      </p:sp>
      <p:sp>
        <p:nvSpPr>
          <p:cNvPr id="8" name="cmp-1-items"/>
          <p:cNvSpPr txBox="1"/>
          <p:nvPr/>
        </p:nvSpPr>
        <p:spPr>
          <a:xfrm>
            <a:off x="4343400" y="2414016"/>
            <a:ext cx="2560320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예수님을 닮아 갔다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사랑을 중요하게 여겼다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계명 : 서로 사랑하라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사랑의 사도가 되었다</a:t>
            </a:r>
            <a:endParaRPr lang="en-US" sz="18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7589520" y="1591056"/>
          <a:ext cx="3913632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keyline"/>
          <p:cNvSpPr/>
          <p:nvPr/>
        </p:nvSpPr>
        <p:spPr>
          <a:xfrm>
            <a:off x="685800" y="5577840"/>
            <a:ext cx="10820095" cy="64008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/>
        </p:spPr>
      </p:sp>
      <p:sp>
        <p:nvSpPr>
          <p:cNvPr id="11" name="keyline-text"/>
          <p:cNvSpPr txBox="1"/>
          <p:nvPr/>
        </p:nvSpPr>
        <p:spPr>
          <a:xfrm>
            <a:off x="960120" y="5577840"/>
            <a:ext cx="102714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성품은 타고나는 것이 아니라, 누구와 함께 있는지에 따라 바뀝니다</a:t>
            </a:r>
            <a:endParaRPr lang="en-US" sz="2200" dirty="0"/>
          </a:p>
        </p:txBody>
      </p:sp>
      <p:sp>
        <p:nvSpPr>
          <p:cNvPr id="12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라. 요한의 증언으로서의 요한복음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10~12</a:t>
            </a:r>
            <a:endParaRPr lang="en-US" sz="1600" dirty="0"/>
          </a:p>
        </p:txBody>
      </p:sp>
      <p:sp>
        <p:nvSpPr>
          <p:cNvPr id="4" name="card-0"/>
          <p:cNvSpPr/>
          <p:nvPr/>
        </p:nvSpPr>
        <p:spPr>
          <a:xfrm>
            <a:off x="685800" y="1609344"/>
            <a:ext cx="5291176" cy="2286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1847088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1847088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5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2377440"/>
            <a:ext cx="4815688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무엇에 근거한 기록인가</a:t>
            </a:r>
            <a:endParaRPr lang="en-US" sz="21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2786634"/>
            <a:ext cx="4815688" cy="870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자신이 직접 ‘본 것’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“이를 본 자가 증언하였으니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증언이 참이라” (19:35)</a:t>
            </a:r>
            <a:endParaRPr lang="en-US" sz="1700" dirty="0"/>
          </a:p>
        </p:txBody>
      </p:sp>
      <p:sp>
        <p:nvSpPr>
          <p:cNvPr id="9" name="card-1"/>
          <p:cNvSpPr/>
          <p:nvPr/>
        </p:nvSpPr>
        <p:spPr>
          <a:xfrm>
            <a:off x="6214720" y="1609344"/>
            <a:ext cx="5291176" cy="2286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6452464" y="1847088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6452464" y="1847088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1500" dirty="0"/>
          </a:p>
        </p:txBody>
      </p:sp>
      <p:sp>
        <p:nvSpPr>
          <p:cNvPr id="12" name="card-1-head"/>
          <p:cNvSpPr txBox="1"/>
          <p:nvPr/>
        </p:nvSpPr>
        <p:spPr>
          <a:xfrm>
            <a:off x="6452464" y="2377440"/>
            <a:ext cx="4815688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진실성은 어떻게 말하는가</a:t>
            </a:r>
            <a:endParaRPr lang="en-US" sz="2100" dirty="0"/>
          </a:p>
        </p:txBody>
      </p:sp>
      <p:sp>
        <p:nvSpPr>
          <p:cNvPr id="13" name="card-1-body"/>
          <p:cNvSpPr txBox="1"/>
          <p:nvPr/>
        </p:nvSpPr>
        <p:spPr>
          <a:xfrm>
            <a:off x="6452464" y="2786634"/>
            <a:ext cx="4815688" cy="870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“우리는 그의 증언이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참된 줄 아노라” (21:24)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공동체가 함께 보증한다</a:t>
            </a:r>
            <a:endParaRPr lang="en-US" sz="1700" dirty="0"/>
          </a:p>
        </p:txBody>
      </p:sp>
      <p:sp>
        <p:nvSpPr>
          <p:cNvPr id="14" name="subhead-badge"/>
          <p:cNvSpPr/>
          <p:nvPr/>
        </p:nvSpPr>
        <p:spPr>
          <a:xfrm>
            <a:off x="685800" y="402336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subhead-badge-text"/>
          <p:cNvSpPr txBox="1"/>
          <p:nvPr/>
        </p:nvSpPr>
        <p:spPr>
          <a:xfrm>
            <a:off x="685800" y="4023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1500" dirty="0"/>
          </a:p>
        </p:txBody>
      </p:sp>
      <p:sp>
        <p:nvSpPr>
          <p:cNvPr id="16" name="subhead-text"/>
          <p:cNvSpPr txBox="1"/>
          <p:nvPr/>
        </p:nvSpPr>
        <p:spPr>
          <a:xfrm>
            <a:off x="1255471" y="4041648"/>
            <a:ext cx="10250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요한은 결정적인 네 장면 모두에 있었다</a:t>
            </a:r>
            <a:endParaRPr lang="en-US" sz="2150" dirty="0"/>
          </a:p>
        </p:txBody>
      </p:sp>
      <p:sp>
        <p:nvSpPr>
          <p:cNvPr id="17" name="card-0"/>
          <p:cNvSpPr/>
          <p:nvPr/>
        </p:nvSpPr>
        <p:spPr>
          <a:xfrm>
            <a:off x="685800" y="4590288"/>
            <a:ext cx="2526716" cy="1627632"/>
          </a:xfrm>
          <a:prstGeom prst="roundRect">
            <a:avLst>
              <a:gd name="adj" fmla="val 33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8" name="card-0-head"/>
          <p:cNvSpPr txBox="1"/>
          <p:nvPr/>
        </p:nvSpPr>
        <p:spPr>
          <a:xfrm>
            <a:off x="923544" y="4828032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예수님의 죽음</a:t>
            </a:r>
            <a:endParaRPr lang="en-US" sz="1900" dirty="0"/>
          </a:p>
        </p:txBody>
      </p:sp>
      <p:sp>
        <p:nvSpPr>
          <p:cNvPr id="19" name="card-0-body"/>
          <p:cNvSpPr txBox="1"/>
          <p:nvPr/>
        </p:nvSpPr>
        <p:spPr>
          <a:xfrm>
            <a:off x="923544" y="5205222"/>
            <a:ext cx="2051228" cy="774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십자가 현장에서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(19:26~27)</a:t>
            </a:r>
            <a:endParaRPr lang="en-US" sz="1600" dirty="0"/>
          </a:p>
        </p:txBody>
      </p:sp>
      <p:sp>
        <p:nvSpPr>
          <p:cNvPr id="20" name="card-1"/>
          <p:cNvSpPr/>
          <p:nvPr/>
        </p:nvSpPr>
        <p:spPr>
          <a:xfrm>
            <a:off x="3450260" y="4590288"/>
            <a:ext cx="2526716" cy="1627632"/>
          </a:xfrm>
          <a:prstGeom prst="roundRect">
            <a:avLst>
              <a:gd name="adj" fmla="val 33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1" name="card-1-head"/>
          <p:cNvSpPr txBox="1"/>
          <p:nvPr/>
        </p:nvSpPr>
        <p:spPr>
          <a:xfrm>
            <a:off x="3688004" y="4828032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무덤</a:t>
            </a:r>
            <a:endParaRPr lang="en-US" sz="1900" dirty="0"/>
          </a:p>
        </p:txBody>
      </p:sp>
      <p:sp>
        <p:nvSpPr>
          <p:cNvPr id="22" name="card-1-body"/>
          <p:cNvSpPr txBox="1"/>
          <p:nvPr/>
        </p:nvSpPr>
        <p:spPr>
          <a:xfrm>
            <a:off x="3688004" y="5205222"/>
            <a:ext cx="2051228" cy="774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먼저 도달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(20:3~8)</a:t>
            </a:r>
            <a:endParaRPr lang="en-US" sz="1600" dirty="0"/>
          </a:p>
        </p:txBody>
      </p:sp>
      <p:sp>
        <p:nvSpPr>
          <p:cNvPr id="23" name="card-2"/>
          <p:cNvSpPr/>
          <p:nvPr/>
        </p:nvSpPr>
        <p:spPr>
          <a:xfrm>
            <a:off x="6214720" y="4590288"/>
            <a:ext cx="2526716" cy="1627632"/>
          </a:xfrm>
          <a:prstGeom prst="roundRect">
            <a:avLst>
              <a:gd name="adj" fmla="val 33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4" name="card-2-head"/>
          <p:cNvSpPr txBox="1"/>
          <p:nvPr/>
        </p:nvSpPr>
        <p:spPr>
          <a:xfrm>
            <a:off x="6452464" y="4828032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부활하신 예수님</a:t>
            </a:r>
            <a:endParaRPr lang="en-US" sz="1900" dirty="0"/>
          </a:p>
        </p:txBody>
      </p:sp>
      <p:sp>
        <p:nvSpPr>
          <p:cNvPr id="25" name="card-2-body"/>
          <p:cNvSpPr txBox="1"/>
          <p:nvPr/>
        </p:nvSpPr>
        <p:spPr>
          <a:xfrm>
            <a:off x="6452464" y="5205222"/>
            <a:ext cx="2051228" cy="774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만나고 알아본 제자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(20:19~20)</a:t>
            </a:r>
            <a:endParaRPr lang="en-US" sz="1600" dirty="0"/>
          </a:p>
        </p:txBody>
      </p:sp>
      <p:sp>
        <p:nvSpPr>
          <p:cNvPr id="26" name="card-3"/>
          <p:cNvSpPr/>
          <p:nvPr/>
        </p:nvSpPr>
        <p:spPr>
          <a:xfrm>
            <a:off x="8979179" y="4590288"/>
            <a:ext cx="2526716" cy="1627632"/>
          </a:xfrm>
          <a:prstGeom prst="roundRect">
            <a:avLst>
              <a:gd name="adj" fmla="val 33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7" name="card-3-head"/>
          <p:cNvSpPr txBox="1"/>
          <p:nvPr/>
        </p:nvSpPr>
        <p:spPr>
          <a:xfrm>
            <a:off x="9216923" y="4828032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승천</a:t>
            </a:r>
            <a:endParaRPr lang="en-US" sz="1900" dirty="0"/>
          </a:p>
        </p:txBody>
      </p:sp>
      <p:sp>
        <p:nvSpPr>
          <p:cNvPr id="28" name="card-3-body"/>
          <p:cNvSpPr txBox="1"/>
          <p:nvPr/>
        </p:nvSpPr>
        <p:spPr>
          <a:xfrm>
            <a:off x="9216923" y="5205222"/>
            <a:ext cx="2051228" cy="774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목격한 제자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(행 1:9~13)</a:t>
            </a:r>
            <a:endParaRPr lang="en-US" sz="1600" dirty="0"/>
          </a:p>
        </p:txBody>
      </p:sp>
      <p:sp>
        <p:nvSpPr>
          <p:cNvPr id="29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마. 요한의 사역 — 무엇을 증언했는가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13~17</a:t>
            </a:r>
            <a:endParaRPr lang="en-US" sz="1600" dirty="0"/>
          </a:p>
        </p:txBody>
      </p:sp>
      <p:sp>
        <p:nvSpPr>
          <p:cNvPr id="4" name="card-0"/>
          <p:cNvSpPr/>
          <p:nvPr/>
        </p:nvSpPr>
        <p:spPr>
          <a:xfrm>
            <a:off x="685800" y="1609344"/>
            <a:ext cx="2526716" cy="2852928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1847088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1847088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15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2377440"/>
            <a:ext cx="2051228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증언의 내용</a:t>
            </a:r>
            <a:endParaRPr lang="en-US" sz="19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3058668"/>
            <a:ext cx="2051228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부활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(행 3:11~16)</a:t>
            </a:r>
            <a:endParaRPr lang="en-US" sz="1600" dirty="0"/>
          </a:p>
        </p:txBody>
      </p:sp>
      <p:sp>
        <p:nvSpPr>
          <p:cNvPr id="9" name="card-1"/>
          <p:cNvSpPr/>
          <p:nvPr/>
        </p:nvSpPr>
        <p:spPr>
          <a:xfrm>
            <a:off x="3450260" y="1609344"/>
            <a:ext cx="2526716" cy="2852928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3688004" y="1847088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3688004" y="1847088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1500" dirty="0"/>
          </a:p>
        </p:txBody>
      </p:sp>
      <p:sp>
        <p:nvSpPr>
          <p:cNvPr id="12" name="card-1-head"/>
          <p:cNvSpPr txBox="1"/>
          <p:nvPr/>
        </p:nvSpPr>
        <p:spPr>
          <a:xfrm>
            <a:off x="3688004" y="2377440"/>
            <a:ext cx="2051228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증언의 결과</a:t>
            </a:r>
            <a:endParaRPr lang="en-US" sz="1900" dirty="0"/>
          </a:p>
        </p:txBody>
      </p:sp>
      <p:sp>
        <p:nvSpPr>
          <p:cNvPr id="13" name="card-1-body"/>
          <p:cNvSpPr txBox="1"/>
          <p:nvPr/>
        </p:nvSpPr>
        <p:spPr>
          <a:xfrm>
            <a:off x="3688004" y="3058668"/>
            <a:ext cx="2051228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핍박을 받음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옥에 갇히고 심문당함</a:t>
            </a:r>
            <a:endParaRPr lang="en-US" sz="1600" dirty="0"/>
          </a:p>
        </p:txBody>
      </p:sp>
      <p:sp>
        <p:nvSpPr>
          <p:cNvPr id="14" name="card-2"/>
          <p:cNvSpPr/>
          <p:nvPr/>
        </p:nvSpPr>
        <p:spPr>
          <a:xfrm>
            <a:off x="6214720" y="1609344"/>
            <a:ext cx="2526716" cy="2852928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5" name="card-2-badge"/>
          <p:cNvSpPr/>
          <p:nvPr/>
        </p:nvSpPr>
        <p:spPr>
          <a:xfrm>
            <a:off x="6452464" y="1847088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card-2-badge-text"/>
          <p:cNvSpPr txBox="1"/>
          <p:nvPr/>
        </p:nvSpPr>
        <p:spPr>
          <a:xfrm>
            <a:off x="6452464" y="1847088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1500" dirty="0"/>
          </a:p>
        </p:txBody>
      </p:sp>
      <p:sp>
        <p:nvSpPr>
          <p:cNvPr id="17" name="card-2-head"/>
          <p:cNvSpPr txBox="1"/>
          <p:nvPr/>
        </p:nvSpPr>
        <p:spPr>
          <a:xfrm>
            <a:off x="6452464" y="2377440"/>
            <a:ext cx="2051228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심문자들 앞에서</a:t>
            </a:r>
            <a:endParaRPr lang="en-US" sz="1900" dirty="0"/>
          </a:p>
        </p:txBody>
      </p:sp>
      <p:sp>
        <p:nvSpPr>
          <p:cNvPr id="18" name="card-2-body"/>
          <p:cNvSpPr txBox="1"/>
          <p:nvPr/>
        </p:nvSpPr>
        <p:spPr>
          <a:xfrm>
            <a:off x="6452464" y="3058668"/>
            <a:ext cx="2051228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담대히 말함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(행 4:13)</a:t>
            </a:r>
            <a:endParaRPr lang="en-US" sz="1600" dirty="0"/>
          </a:p>
        </p:txBody>
      </p:sp>
      <p:sp>
        <p:nvSpPr>
          <p:cNvPr id="19" name="card-3"/>
          <p:cNvSpPr/>
          <p:nvPr/>
        </p:nvSpPr>
        <p:spPr>
          <a:xfrm>
            <a:off x="8979179" y="1609344"/>
            <a:ext cx="2526716" cy="2852928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0" name="card-3-badge"/>
          <p:cNvSpPr/>
          <p:nvPr/>
        </p:nvSpPr>
        <p:spPr>
          <a:xfrm>
            <a:off x="9216923" y="1847088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1" name="card-3-badge-text"/>
          <p:cNvSpPr txBox="1"/>
          <p:nvPr/>
        </p:nvSpPr>
        <p:spPr>
          <a:xfrm>
            <a:off x="9216923" y="1847088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1500" dirty="0"/>
          </a:p>
        </p:txBody>
      </p:sp>
      <p:sp>
        <p:nvSpPr>
          <p:cNvPr id="22" name="card-3-head"/>
          <p:cNvSpPr txBox="1"/>
          <p:nvPr/>
        </p:nvSpPr>
        <p:spPr>
          <a:xfrm>
            <a:off x="9216923" y="2377440"/>
            <a:ext cx="2051228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금지 명령에 대한 대답</a:t>
            </a:r>
            <a:endParaRPr lang="en-US" sz="1900" dirty="0"/>
          </a:p>
        </p:txBody>
      </p:sp>
      <p:sp>
        <p:nvSpPr>
          <p:cNvPr id="23" name="card-3-body"/>
          <p:cNvSpPr txBox="1"/>
          <p:nvPr/>
        </p:nvSpPr>
        <p:spPr>
          <a:xfrm>
            <a:off x="9216923" y="3058668"/>
            <a:ext cx="2051228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“하나님의 말씀보다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너희 말이 옳은가 판단하라”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(행 4:19)</a:t>
            </a:r>
            <a:endParaRPr lang="en-US" sz="1600" dirty="0"/>
          </a:p>
        </p:txBody>
      </p:sp>
      <p:sp>
        <p:nvSpPr>
          <p:cNvPr id="24" name="keyline"/>
          <p:cNvSpPr/>
          <p:nvPr/>
        </p:nvSpPr>
        <p:spPr>
          <a:xfrm>
            <a:off x="685800" y="4608576"/>
            <a:ext cx="10820095" cy="841248"/>
          </a:xfrm>
          <a:prstGeom prst="roundRect">
            <a:avLst>
              <a:gd name="adj" fmla="val 10870"/>
            </a:avLst>
          </a:prstGeom>
          <a:solidFill>
            <a:schemeClr val="tx2"/>
          </a:solidFill>
          <a:ln/>
        </p:spPr>
      </p:sp>
      <p:sp>
        <p:nvSpPr>
          <p:cNvPr id="25" name="keyline-text"/>
          <p:cNvSpPr txBox="1"/>
          <p:nvPr/>
        </p:nvSpPr>
        <p:spPr>
          <a:xfrm>
            <a:off x="960120" y="4608576"/>
            <a:ext cx="1027145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“우리는 보고 들은 것을 말하지 아니할 수 없다” — 사도행전 4:20</a:t>
            </a:r>
            <a:endParaRPr lang="en-US" sz="2600" dirty="0"/>
          </a:p>
        </p:txBody>
      </p:sp>
      <p:sp>
        <p:nvSpPr>
          <p:cNvPr id="26" name="note"/>
          <p:cNvSpPr txBox="1"/>
          <p:nvPr/>
        </p:nvSpPr>
        <p:spPr>
          <a:xfrm>
            <a:off x="685800" y="5669280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17. 핍박을 감수한 증언은, 그 기록이 진실임을 보여주는 객관적인 증거입니다.</a:t>
            </a:r>
            <a:endParaRPr lang="en-US" sz="1900" dirty="0"/>
          </a:p>
        </p:txBody>
      </p:sp>
      <p:sp>
        <p:nvSpPr>
          <p:cNvPr id="28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바. 기록목적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18~21</a:t>
            </a:r>
            <a:endParaRPr lang="en-US" sz="1600" dirty="0"/>
          </a:p>
        </p:txBody>
      </p:sp>
      <p:sp>
        <p:nvSpPr>
          <p:cNvPr id="4" name="card-0"/>
          <p:cNvSpPr/>
          <p:nvPr/>
        </p:nvSpPr>
        <p:spPr>
          <a:xfrm>
            <a:off x="685800" y="1536192"/>
            <a:ext cx="5291176" cy="201168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177393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17739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15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2304288"/>
            <a:ext cx="481568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믿게 하려 함</a:t>
            </a:r>
            <a:endParaRPr lang="en-US" sz="22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2729484"/>
            <a:ext cx="4815688" cy="580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하나님의 아들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그리스도이심을 믿도록</a:t>
            </a:r>
            <a:endParaRPr lang="en-US" sz="1800" dirty="0"/>
          </a:p>
        </p:txBody>
      </p:sp>
      <p:sp>
        <p:nvSpPr>
          <p:cNvPr id="9" name="card-1"/>
          <p:cNvSpPr/>
          <p:nvPr/>
        </p:nvSpPr>
        <p:spPr>
          <a:xfrm>
            <a:off x="6214720" y="1536192"/>
            <a:ext cx="5291176" cy="201168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6452464" y="177393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6452464" y="17739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1500" dirty="0"/>
          </a:p>
        </p:txBody>
      </p:sp>
      <p:sp>
        <p:nvSpPr>
          <p:cNvPr id="12" name="card-1-head"/>
          <p:cNvSpPr txBox="1"/>
          <p:nvPr/>
        </p:nvSpPr>
        <p:spPr>
          <a:xfrm>
            <a:off x="6452464" y="2304288"/>
            <a:ext cx="481568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생명을 얻게 하려 함</a:t>
            </a:r>
            <a:endParaRPr lang="en-US" sz="2200" dirty="0"/>
          </a:p>
        </p:txBody>
      </p:sp>
      <p:sp>
        <p:nvSpPr>
          <p:cNvPr id="13" name="card-1-body"/>
          <p:cNvSpPr txBox="1"/>
          <p:nvPr/>
        </p:nvSpPr>
        <p:spPr>
          <a:xfrm>
            <a:off x="6452464" y="2729484"/>
            <a:ext cx="4815688" cy="580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이름을 힘입어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생명을 얻도록</a:t>
            </a:r>
            <a:endParaRPr lang="en-US" sz="1800" dirty="0"/>
          </a:p>
        </p:txBody>
      </p:sp>
      <p:sp>
        <p:nvSpPr>
          <p:cNvPr id="14" name="subhead-badge"/>
          <p:cNvSpPr/>
          <p:nvPr/>
        </p:nvSpPr>
        <p:spPr>
          <a:xfrm>
            <a:off x="685800" y="374904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subhead-badge-text"/>
          <p:cNvSpPr txBox="1"/>
          <p:nvPr/>
        </p:nvSpPr>
        <p:spPr>
          <a:xfrm>
            <a:off x="685800" y="37490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</a:t>
            </a:r>
            <a:endParaRPr lang="en-US" sz="1500" dirty="0"/>
          </a:p>
        </p:txBody>
      </p:sp>
      <p:sp>
        <p:nvSpPr>
          <p:cNvPr id="16" name="subhead-text"/>
          <p:cNvSpPr txBox="1"/>
          <p:nvPr/>
        </p:nvSpPr>
        <p:spPr>
          <a:xfrm>
            <a:off x="1252728" y="3767328"/>
            <a:ext cx="1025316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그러면 이 말들은 각각 무슨 뜻인가</a:t>
            </a:r>
            <a:endParaRPr lang="en-US" sz="2150" dirty="0"/>
          </a:p>
        </p:txBody>
      </p:sp>
      <p:sp>
        <p:nvSpPr>
          <p:cNvPr id="17" name="card-0"/>
          <p:cNvSpPr/>
          <p:nvPr/>
        </p:nvSpPr>
        <p:spPr>
          <a:xfrm>
            <a:off x="685800" y="4206240"/>
            <a:ext cx="3448202" cy="201168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8" name="card-0-badge"/>
          <p:cNvSpPr/>
          <p:nvPr/>
        </p:nvSpPr>
        <p:spPr>
          <a:xfrm>
            <a:off x="923544" y="4443984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card-0-badge-text"/>
          <p:cNvSpPr txBox="1"/>
          <p:nvPr/>
        </p:nvSpPr>
        <p:spPr>
          <a:xfrm>
            <a:off x="923544" y="4443984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</a:t>
            </a:r>
            <a:endParaRPr lang="en-US" sz="1500" dirty="0"/>
          </a:p>
        </p:txBody>
      </p:sp>
      <p:sp>
        <p:nvSpPr>
          <p:cNvPr id="20" name="card-0-head"/>
          <p:cNvSpPr txBox="1"/>
          <p:nvPr/>
        </p:nvSpPr>
        <p:spPr>
          <a:xfrm>
            <a:off x="923544" y="497433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하나님의 아들</a:t>
            </a:r>
            <a:endParaRPr lang="en-US" sz="2100" dirty="0"/>
          </a:p>
        </p:txBody>
      </p:sp>
      <p:sp>
        <p:nvSpPr>
          <p:cNvPr id="21" name="card-0-body"/>
          <p:cNvSpPr txBox="1"/>
          <p:nvPr/>
        </p:nvSpPr>
        <p:spPr>
          <a:xfrm>
            <a:off x="923544" y="5383530"/>
            <a:ext cx="2972714" cy="5966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하나님과 동일한 본성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피조물이 아니다</a:t>
            </a:r>
            <a:endParaRPr lang="en-US" sz="1700" dirty="0"/>
          </a:p>
        </p:txBody>
      </p:sp>
      <p:sp>
        <p:nvSpPr>
          <p:cNvPr id="22" name="card-1"/>
          <p:cNvSpPr/>
          <p:nvPr/>
        </p:nvSpPr>
        <p:spPr>
          <a:xfrm>
            <a:off x="4371746" y="4206240"/>
            <a:ext cx="3448202" cy="201168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3" name="card-1-badge"/>
          <p:cNvSpPr/>
          <p:nvPr/>
        </p:nvSpPr>
        <p:spPr>
          <a:xfrm>
            <a:off x="4609490" y="4443984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4" name="card-1-badge-text"/>
          <p:cNvSpPr txBox="1"/>
          <p:nvPr/>
        </p:nvSpPr>
        <p:spPr>
          <a:xfrm>
            <a:off x="4609490" y="4443984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en-US" sz="1500" dirty="0"/>
          </a:p>
        </p:txBody>
      </p:sp>
      <p:sp>
        <p:nvSpPr>
          <p:cNvPr id="25" name="card-1-head"/>
          <p:cNvSpPr txBox="1"/>
          <p:nvPr/>
        </p:nvSpPr>
        <p:spPr>
          <a:xfrm>
            <a:off x="4609490" y="497433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그리스도</a:t>
            </a:r>
            <a:endParaRPr lang="en-US" sz="2100" dirty="0"/>
          </a:p>
        </p:txBody>
      </p:sp>
      <p:sp>
        <p:nvSpPr>
          <p:cNvPr id="26" name="card-1-body"/>
          <p:cNvSpPr txBox="1"/>
          <p:nvPr/>
        </p:nvSpPr>
        <p:spPr>
          <a:xfrm>
            <a:off x="4609490" y="5383530"/>
            <a:ext cx="2972714" cy="5966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‘기름부음 받은 자’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왕 · 제사장 · 선지자</a:t>
            </a:r>
            <a:endParaRPr lang="en-US" sz="1700" dirty="0"/>
          </a:p>
        </p:txBody>
      </p:sp>
      <p:sp>
        <p:nvSpPr>
          <p:cNvPr id="27" name="card-2"/>
          <p:cNvSpPr/>
          <p:nvPr/>
        </p:nvSpPr>
        <p:spPr>
          <a:xfrm>
            <a:off x="8057693" y="4206240"/>
            <a:ext cx="3448202" cy="201168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8" name="card-2-badge"/>
          <p:cNvSpPr/>
          <p:nvPr/>
        </p:nvSpPr>
        <p:spPr>
          <a:xfrm>
            <a:off x="8295437" y="4443984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9" name="card-2-badge-text"/>
          <p:cNvSpPr txBox="1"/>
          <p:nvPr/>
        </p:nvSpPr>
        <p:spPr>
          <a:xfrm>
            <a:off x="8295437" y="4443984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en-US" sz="1500" dirty="0"/>
          </a:p>
        </p:txBody>
      </p:sp>
      <p:sp>
        <p:nvSpPr>
          <p:cNvPr id="30" name="card-2-head"/>
          <p:cNvSpPr txBox="1"/>
          <p:nvPr/>
        </p:nvSpPr>
        <p:spPr>
          <a:xfrm>
            <a:off x="8295437" y="497433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믿는다는 것</a:t>
            </a:r>
            <a:endParaRPr lang="en-US" sz="2100" dirty="0"/>
          </a:p>
        </p:txBody>
      </p:sp>
      <p:sp>
        <p:nvSpPr>
          <p:cNvPr id="31" name="card-2-body"/>
          <p:cNvSpPr txBox="1"/>
          <p:nvPr/>
        </p:nvSpPr>
        <p:spPr>
          <a:xfrm>
            <a:off x="8295437" y="5383530"/>
            <a:ext cx="2972714" cy="5966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죄 사함 · 구원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하나님의 자녀가 됨</a:t>
            </a:r>
            <a:endParaRPr lang="en-US" sz="1700" dirty="0"/>
          </a:p>
        </p:txBody>
      </p:sp>
      <p:sp>
        <p:nvSpPr>
          <p:cNvPr id="32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5836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나눔 · 질문 Q3 · Q4 · Q5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078992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요한을 알고 나니 무엇이 달라졌습니까</a:t>
            </a:r>
            <a:endParaRPr lang="en-US" sz="4200" dirty="0"/>
          </a:p>
        </p:txBody>
      </p:sp>
      <p:sp>
        <p:nvSpPr>
          <p:cNvPr id="4" name="card-0"/>
          <p:cNvSpPr/>
          <p:nvPr/>
        </p:nvSpPr>
        <p:spPr>
          <a:xfrm>
            <a:off x="685800" y="2377440"/>
            <a:ext cx="3448202" cy="3017520"/>
          </a:xfrm>
          <a:prstGeom prst="roundRect">
            <a:avLst>
              <a:gd name="adj" fmla="val 1818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2615184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2615184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Q3</a:t>
            </a:r>
            <a:endParaRPr lang="en-US" sz="15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314553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나의 성품</a:t>
            </a:r>
            <a:endParaRPr lang="en-US" sz="21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3554730"/>
            <a:ext cx="2972714" cy="160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예수님께서 칭찬하실 성품은?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책망하실 성품은?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성품을 바꾸실 것이라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믿습니까?</a:t>
            </a:r>
            <a:endParaRPr lang="en-US" sz="1700" dirty="0"/>
          </a:p>
        </p:txBody>
      </p:sp>
      <p:sp>
        <p:nvSpPr>
          <p:cNvPr id="9" name="card-1"/>
          <p:cNvSpPr/>
          <p:nvPr/>
        </p:nvSpPr>
        <p:spPr>
          <a:xfrm>
            <a:off x="4371746" y="2377440"/>
            <a:ext cx="3448202" cy="3017520"/>
          </a:xfrm>
          <a:prstGeom prst="roundRect">
            <a:avLst>
              <a:gd name="adj" fmla="val 1818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4609490" y="2615184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4609490" y="2615184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Q4</a:t>
            </a:r>
            <a:endParaRPr lang="en-US" sz="1500" dirty="0"/>
          </a:p>
        </p:txBody>
      </p:sp>
      <p:sp>
        <p:nvSpPr>
          <p:cNvPr id="12" name="card-1-head"/>
          <p:cNvSpPr txBox="1"/>
          <p:nvPr/>
        </p:nvSpPr>
        <p:spPr>
          <a:xfrm>
            <a:off x="4609490" y="314553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새롭게 알게 된 것</a:t>
            </a:r>
            <a:endParaRPr lang="en-US" sz="2100" dirty="0"/>
          </a:p>
        </p:txBody>
      </p:sp>
      <p:sp>
        <p:nvSpPr>
          <p:cNvPr id="13" name="card-1-body"/>
          <p:cNvSpPr txBox="1"/>
          <p:nvPr/>
        </p:nvSpPr>
        <p:spPr>
          <a:xfrm>
            <a:off x="4609490" y="3554730"/>
            <a:ext cx="2972714" cy="160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요한복음에 대해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새롭게 알게 된 것은?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‘요한의 변화’를 보며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드는 생각은?</a:t>
            </a:r>
            <a:endParaRPr lang="en-US" sz="1700" dirty="0"/>
          </a:p>
        </p:txBody>
      </p:sp>
      <p:sp>
        <p:nvSpPr>
          <p:cNvPr id="14" name="card-2"/>
          <p:cNvSpPr/>
          <p:nvPr/>
        </p:nvSpPr>
        <p:spPr>
          <a:xfrm>
            <a:off x="8057693" y="2377440"/>
            <a:ext cx="3448202" cy="3017520"/>
          </a:xfrm>
          <a:prstGeom prst="roundRect">
            <a:avLst>
              <a:gd name="adj" fmla="val 1818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5" name="card-2-badge"/>
          <p:cNvSpPr/>
          <p:nvPr/>
        </p:nvSpPr>
        <p:spPr>
          <a:xfrm>
            <a:off x="8295437" y="2615184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card-2-badge-text"/>
          <p:cNvSpPr txBox="1"/>
          <p:nvPr/>
        </p:nvSpPr>
        <p:spPr>
          <a:xfrm>
            <a:off x="8295437" y="2615184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Q5</a:t>
            </a:r>
            <a:endParaRPr lang="en-US" sz="1500" dirty="0"/>
          </a:p>
        </p:txBody>
      </p:sp>
      <p:sp>
        <p:nvSpPr>
          <p:cNvPr id="17" name="card-2-head"/>
          <p:cNvSpPr txBox="1"/>
          <p:nvPr/>
        </p:nvSpPr>
        <p:spPr>
          <a:xfrm>
            <a:off x="8295437" y="314553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나의 고백</a:t>
            </a:r>
            <a:endParaRPr lang="en-US" sz="2100" dirty="0"/>
          </a:p>
        </p:txBody>
      </p:sp>
      <p:sp>
        <p:nvSpPr>
          <p:cNvPr id="18" name="card-2-body"/>
          <p:cNvSpPr txBox="1"/>
          <p:nvPr/>
        </p:nvSpPr>
        <p:spPr>
          <a:xfrm>
            <a:off x="8295437" y="3554730"/>
            <a:ext cx="2972714" cy="160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“예수가 하나님의 아들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그리스도시다”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머리로 아는 지식입니까,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삶을 움직이는 고백입니까?</a:t>
            </a:r>
            <a:endParaRPr lang="en-US" sz="1700" dirty="0"/>
          </a:p>
        </p:txBody>
      </p:sp>
      <p:sp>
        <p:nvSpPr>
          <p:cNvPr id="19" name="guide"/>
          <p:cNvSpPr txBox="1"/>
          <p:nvPr/>
        </p:nvSpPr>
        <p:spPr>
          <a:xfrm>
            <a:off x="685800" y="55595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조별 나눔 10분 → 전체 나눔 2명</a:t>
            </a:r>
            <a:endParaRPr lang="en-US" sz="1600" dirty="0"/>
          </a:p>
        </p:txBody>
      </p:sp>
      <p:sp>
        <p:nvSpPr>
          <p:cNvPr id="20" name="Text 0"/>
          <p:cNvSpPr/>
          <p:nvPr>
            <p:ph idx="102" type="body" hasCustomPrompt="1"/>
          </p:nvPr>
        </p:nvSpPr>
        <p:spPr>
          <a:xfrm>
            <a:off x="685800" y="2148840"/>
            <a:ext cx="10820095" cy="39319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960120" y="201168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72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7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60120" y="3127248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하나님에 대한 증언이신 예수님</a:t>
            </a:r>
            <a:endParaRPr lang="en-US" sz="4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005840" y="420624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9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1:1~18   ·   창조주 · 인도자 · 하나님</a:t>
            </a:r>
            <a:endParaRPr lang="en-US" sz="1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1:1~3</a:t>
            </a:r>
            <a:endParaRPr lang="en-US" sz="3600" dirty="0"/>
          </a:p>
        </p:txBody>
      </p:sp>
      <p:sp>
        <p:nvSpPr>
          <p:cNvPr id="3" name="scripture-text"/>
          <p:cNvSpPr txBox="1"/>
          <p:nvPr/>
        </p:nvSpPr>
        <p:spPr>
          <a:xfrm>
            <a:off x="685800" y="1737360"/>
            <a:ext cx="107899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3000" i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“태초에 말씀이 계시니라 이 말씀이 하나님과 함께 계셨으니 이 말씀은 곧 하나님이시니라 만물이 그로 말미암아 지은 바 되었으니 지은 것이 하나도 그가 없이는 된 것이 없느니라”</a:t>
            </a:r>
            <a:endParaRPr lang="en-US" sz="3000" dirty="0"/>
          </a:p>
        </p:txBody>
      </p:sp>
      <p:sp>
        <p:nvSpPr>
          <p:cNvPr id="4" name="scripture-ref"/>
          <p:cNvSpPr txBox="1"/>
          <p:nvPr/>
        </p:nvSpPr>
        <p:spPr>
          <a:xfrm>
            <a:off x="685800" y="4535424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1:1~3 (개역개정)</a:t>
            </a:r>
            <a:endParaRPr lang="en-US" sz="1500" dirty="0"/>
          </a:p>
        </p:txBody>
      </p:sp>
      <p:sp>
        <p:nvSpPr>
          <p:cNvPr id="5" name="keyline"/>
          <p:cNvSpPr/>
          <p:nvPr/>
        </p:nvSpPr>
        <p:spPr>
          <a:xfrm>
            <a:off x="685800" y="5193792"/>
            <a:ext cx="10820095" cy="822960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/>
        </p:spPr>
      </p:sp>
      <p:sp>
        <p:nvSpPr>
          <p:cNvPr id="6" name="keyline-text"/>
          <p:cNvSpPr txBox="1"/>
          <p:nvPr/>
        </p:nvSpPr>
        <p:spPr>
          <a:xfrm>
            <a:off x="960120" y="5193792"/>
            <a:ext cx="102714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족보도, 출생도 없이 — 요한은 ‘태초’에서 시작합니다</a:t>
            </a:r>
            <a:endParaRPr lang="en-US" sz="24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가. 창조주이신 예수님 (1:1~3)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22~23</a:t>
            </a:r>
            <a:endParaRPr lang="en-US" sz="1600" dirty="0"/>
          </a:p>
        </p:txBody>
      </p:sp>
      <p:sp>
        <p:nvSpPr>
          <p:cNvPr id="4" name="keyline"/>
          <p:cNvSpPr/>
          <p:nvPr/>
        </p:nvSpPr>
        <p:spPr>
          <a:xfrm>
            <a:off x="685800" y="1591056"/>
            <a:ext cx="10820095" cy="822960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/>
        </p:spPr>
      </p:sp>
      <p:sp>
        <p:nvSpPr>
          <p:cNvPr id="5" name="keyline-text"/>
          <p:cNvSpPr txBox="1"/>
          <p:nvPr/>
        </p:nvSpPr>
        <p:spPr>
          <a:xfrm>
            <a:off x="960120" y="1591056"/>
            <a:ext cx="102714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22. 1절과 14절의 ‘말씀’은 예수님이시다 — 14절 “말씀이 육신이 되어”가 이를 확정한다</a:t>
            </a:r>
            <a:endParaRPr lang="en-US" sz="2000" dirty="0"/>
          </a:p>
        </p:txBody>
      </p:sp>
      <p:sp>
        <p:nvSpPr>
          <p:cNvPr id="6" name="subhead-badge"/>
          <p:cNvSpPr/>
          <p:nvPr/>
        </p:nvSpPr>
        <p:spPr>
          <a:xfrm>
            <a:off x="685800" y="2706624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subhead-badge-text"/>
          <p:cNvSpPr txBox="1"/>
          <p:nvPr/>
        </p:nvSpPr>
        <p:spPr>
          <a:xfrm>
            <a:off x="685800" y="2706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</a:t>
            </a:r>
            <a:endParaRPr lang="en-US" sz="1500" dirty="0"/>
          </a:p>
        </p:txBody>
      </p:sp>
      <p:sp>
        <p:nvSpPr>
          <p:cNvPr id="8" name="subhead-text"/>
          <p:cNvSpPr txBox="1"/>
          <p:nvPr/>
        </p:nvSpPr>
        <p:spPr>
          <a:xfrm>
            <a:off x="1255471" y="2724912"/>
            <a:ext cx="10250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예수님을 ‘말씀(로고스)’이라 묘사했는가</a:t>
            </a:r>
            <a:endParaRPr lang="en-US" sz="2150" dirty="0"/>
          </a:p>
        </p:txBody>
      </p:sp>
      <p:sp>
        <p:nvSpPr>
          <p:cNvPr id="9" name="card-0"/>
          <p:cNvSpPr/>
          <p:nvPr/>
        </p:nvSpPr>
        <p:spPr>
          <a:xfrm>
            <a:off x="685800" y="3310128"/>
            <a:ext cx="3448202" cy="2103120"/>
          </a:xfrm>
          <a:prstGeom prst="roundRect">
            <a:avLst>
              <a:gd name="adj" fmla="val 260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0-head"/>
          <p:cNvSpPr txBox="1"/>
          <p:nvPr/>
        </p:nvSpPr>
        <p:spPr>
          <a:xfrm>
            <a:off x="923544" y="3547872"/>
            <a:ext cx="29727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하나님을 알려주시므로</a:t>
            </a:r>
            <a:endParaRPr lang="en-US" sz="2000" dirty="0"/>
          </a:p>
        </p:txBody>
      </p:sp>
      <p:sp>
        <p:nvSpPr>
          <p:cNvPr id="11" name="card-0-body"/>
          <p:cNvSpPr txBox="1"/>
          <p:nvPr/>
        </p:nvSpPr>
        <p:spPr>
          <a:xfrm>
            <a:off x="923544" y="4261104"/>
            <a:ext cx="29727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우리는 하나님에 대한 개념을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예수님을 통해서 얻는다</a:t>
            </a:r>
            <a:endParaRPr lang="en-US" sz="1700" dirty="0"/>
          </a:p>
        </p:txBody>
      </p:sp>
      <p:sp>
        <p:nvSpPr>
          <p:cNvPr id="12" name="card-1"/>
          <p:cNvSpPr/>
          <p:nvPr/>
        </p:nvSpPr>
        <p:spPr>
          <a:xfrm>
            <a:off x="4371746" y="3310128"/>
            <a:ext cx="3448202" cy="2103120"/>
          </a:xfrm>
          <a:prstGeom prst="roundRect">
            <a:avLst>
              <a:gd name="adj" fmla="val 260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3" name="card-1-head"/>
          <p:cNvSpPr txBox="1"/>
          <p:nvPr/>
        </p:nvSpPr>
        <p:spPr>
          <a:xfrm>
            <a:off x="4609490" y="3547872"/>
            <a:ext cx="29727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하나님이 먼저 오셨으므로</a:t>
            </a:r>
            <a:endParaRPr lang="en-US" sz="2000" dirty="0"/>
          </a:p>
        </p:txBody>
      </p:sp>
      <p:sp>
        <p:nvSpPr>
          <p:cNvPr id="14" name="card-1-body"/>
          <p:cNvSpPr txBox="1"/>
          <p:nvPr/>
        </p:nvSpPr>
        <p:spPr>
          <a:xfrm>
            <a:off x="4609490" y="4261104"/>
            <a:ext cx="29727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편에서 만날 수 없기에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하나님이 먼저 말씀을 주셨다</a:t>
            </a:r>
            <a:endParaRPr lang="en-US" sz="1700" dirty="0"/>
          </a:p>
        </p:txBody>
      </p:sp>
      <p:sp>
        <p:nvSpPr>
          <p:cNvPr id="15" name="card-2"/>
          <p:cNvSpPr/>
          <p:nvPr/>
        </p:nvSpPr>
        <p:spPr>
          <a:xfrm>
            <a:off x="8057693" y="3310128"/>
            <a:ext cx="3448202" cy="2103120"/>
          </a:xfrm>
          <a:prstGeom prst="roundRect">
            <a:avLst>
              <a:gd name="adj" fmla="val 260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6" name="card-2-head"/>
          <p:cNvSpPr txBox="1"/>
          <p:nvPr/>
        </p:nvSpPr>
        <p:spPr>
          <a:xfrm>
            <a:off x="8295437" y="3547872"/>
            <a:ext cx="29727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하나님을 떠오르게 하므로</a:t>
            </a:r>
            <a:endParaRPr lang="en-US" sz="2000" dirty="0"/>
          </a:p>
        </p:txBody>
      </p:sp>
      <p:sp>
        <p:nvSpPr>
          <p:cNvPr id="17" name="card-2-body"/>
          <p:cNvSpPr txBox="1"/>
          <p:nvPr/>
        </p:nvSpPr>
        <p:spPr>
          <a:xfrm>
            <a:off x="8295437" y="4261104"/>
            <a:ext cx="29727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말씀을 들으면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말하는 분이 떠오른다</a:t>
            </a:r>
            <a:endParaRPr lang="en-US" sz="1700" dirty="0"/>
          </a:p>
        </p:txBody>
      </p:sp>
      <p:sp>
        <p:nvSpPr>
          <p:cNvPr id="18" name="note"/>
          <p:cNvSpPr txBox="1"/>
          <p:nvPr/>
        </p:nvSpPr>
        <p:spPr>
          <a:xfrm>
            <a:off x="685800" y="5614416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예수님을 보면 하나님이 보입니다 (14:9)</a:t>
            </a:r>
            <a:endParaRPr lang="en-US" sz="1900" dirty="0"/>
          </a:p>
        </p:txBody>
      </p:sp>
      <p:sp>
        <p:nvSpPr>
          <p:cNvPr id="19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1절을 세 마디로 끊어 읽기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24~28</a:t>
            </a:r>
            <a:endParaRPr lang="en-US" sz="1600" dirty="0"/>
          </a:p>
        </p:txBody>
      </p:sp>
      <p:sp>
        <p:nvSpPr>
          <p:cNvPr id="4" name="card-0"/>
          <p:cNvSpPr/>
          <p:nvPr/>
        </p:nvSpPr>
        <p:spPr>
          <a:xfrm>
            <a:off x="685800" y="1572768"/>
            <a:ext cx="3448202" cy="274320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1810512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1810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15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2340864"/>
            <a:ext cx="29727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태초에 말씀이 계시니라</a:t>
            </a:r>
            <a:endParaRPr lang="en-US" sz="20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3054096"/>
            <a:ext cx="2972714" cy="558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 밖에 계신 분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영원하신 분</a:t>
            </a:r>
            <a:endParaRPr lang="en-US" sz="1700" dirty="0"/>
          </a:p>
        </p:txBody>
      </p:sp>
      <p:sp>
        <p:nvSpPr>
          <p:cNvPr id="9" name="card-0-foot"/>
          <p:cNvSpPr txBox="1"/>
          <p:nvPr/>
        </p:nvSpPr>
        <p:spPr>
          <a:xfrm>
            <a:off x="923544" y="3649282"/>
            <a:ext cx="2972714" cy="46551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5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27</a:t>
            </a:r>
            <a:endParaRPr lang="en-US" sz="1550" dirty="0"/>
          </a:p>
        </p:txBody>
      </p:sp>
      <p:sp>
        <p:nvSpPr>
          <p:cNvPr id="10" name="card-1"/>
          <p:cNvSpPr/>
          <p:nvPr/>
        </p:nvSpPr>
        <p:spPr>
          <a:xfrm>
            <a:off x="4371746" y="1572768"/>
            <a:ext cx="3448202" cy="274320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1" name="card-1-badge"/>
          <p:cNvSpPr/>
          <p:nvPr/>
        </p:nvSpPr>
        <p:spPr>
          <a:xfrm>
            <a:off x="4609490" y="1810512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card-1-badge-text"/>
          <p:cNvSpPr txBox="1"/>
          <p:nvPr/>
        </p:nvSpPr>
        <p:spPr>
          <a:xfrm>
            <a:off x="4609490" y="1810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1500" dirty="0"/>
          </a:p>
        </p:txBody>
      </p:sp>
      <p:sp>
        <p:nvSpPr>
          <p:cNvPr id="13" name="card-1-head"/>
          <p:cNvSpPr txBox="1"/>
          <p:nvPr/>
        </p:nvSpPr>
        <p:spPr>
          <a:xfrm>
            <a:off x="4609490" y="2340864"/>
            <a:ext cx="29727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하나님과 함께 계셨으니</a:t>
            </a:r>
            <a:endParaRPr lang="en-US" sz="2000" dirty="0"/>
          </a:p>
        </p:txBody>
      </p:sp>
      <p:sp>
        <p:nvSpPr>
          <p:cNvPr id="14" name="card-1-body"/>
          <p:cNvSpPr txBox="1"/>
          <p:nvPr/>
        </p:nvSpPr>
        <p:spPr>
          <a:xfrm>
            <a:off x="4609490" y="3054096"/>
            <a:ext cx="2972714" cy="558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분은 함께 계셨다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구분된 인격</a:t>
            </a:r>
            <a:endParaRPr lang="en-US" sz="1700" dirty="0"/>
          </a:p>
        </p:txBody>
      </p:sp>
      <p:sp>
        <p:nvSpPr>
          <p:cNvPr id="15" name="card-1-foot"/>
          <p:cNvSpPr txBox="1"/>
          <p:nvPr/>
        </p:nvSpPr>
        <p:spPr>
          <a:xfrm>
            <a:off x="4609490" y="3649282"/>
            <a:ext cx="2972714" cy="46551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5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24</a:t>
            </a:r>
            <a:endParaRPr lang="en-US" sz="1550" dirty="0"/>
          </a:p>
        </p:txBody>
      </p:sp>
      <p:sp>
        <p:nvSpPr>
          <p:cNvPr id="16" name="card-2"/>
          <p:cNvSpPr/>
          <p:nvPr/>
        </p:nvSpPr>
        <p:spPr>
          <a:xfrm>
            <a:off x="8057693" y="1572768"/>
            <a:ext cx="3448202" cy="274320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7" name="card-2-badge"/>
          <p:cNvSpPr/>
          <p:nvPr/>
        </p:nvSpPr>
        <p:spPr>
          <a:xfrm>
            <a:off x="8295437" y="1810512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card-2-badge-text"/>
          <p:cNvSpPr txBox="1"/>
          <p:nvPr/>
        </p:nvSpPr>
        <p:spPr>
          <a:xfrm>
            <a:off x="8295437" y="1810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1500" dirty="0"/>
          </a:p>
        </p:txBody>
      </p:sp>
      <p:sp>
        <p:nvSpPr>
          <p:cNvPr id="19" name="card-2-head"/>
          <p:cNvSpPr txBox="1"/>
          <p:nvPr/>
        </p:nvSpPr>
        <p:spPr>
          <a:xfrm>
            <a:off x="8295437" y="2340864"/>
            <a:ext cx="29727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말씀은 곧 하나님이시니라</a:t>
            </a:r>
            <a:endParaRPr lang="en-US" sz="2000" dirty="0"/>
          </a:p>
        </p:txBody>
      </p:sp>
      <p:sp>
        <p:nvSpPr>
          <p:cNvPr id="20" name="card-2-body"/>
          <p:cNvSpPr txBox="1"/>
          <p:nvPr/>
        </p:nvSpPr>
        <p:spPr>
          <a:xfrm>
            <a:off x="8295437" y="3054096"/>
            <a:ext cx="2972714" cy="558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예수님은 하나님이시다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동일한 본질</a:t>
            </a:r>
            <a:endParaRPr lang="en-US" sz="1700" dirty="0"/>
          </a:p>
        </p:txBody>
      </p:sp>
      <p:sp>
        <p:nvSpPr>
          <p:cNvPr id="21" name="card-2-foot"/>
          <p:cNvSpPr txBox="1"/>
          <p:nvPr/>
        </p:nvSpPr>
        <p:spPr>
          <a:xfrm>
            <a:off x="8295437" y="3649282"/>
            <a:ext cx="2972714" cy="46551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5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25</a:t>
            </a:r>
            <a:endParaRPr lang="en-US" sz="1550" dirty="0"/>
          </a:p>
        </p:txBody>
      </p:sp>
      <p:sp>
        <p:nvSpPr>
          <p:cNvPr id="22" name="subhead-badge"/>
          <p:cNvSpPr/>
          <p:nvPr/>
        </p:nvSpPr>
        <p:spPr>
          <a:xfrm>
            <a:off x="685800" y="4407408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3" name="subhead-badge-text"/>
          <p:cNvSpPr txBox="1"/>
          <p:nvPr/>
        </p:nvSpPr>
        <p:spPr>
          <a:xfrm>
            <a:off x="685800" y="44074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</a:t>
            </a:r>
            <a:endParaRPr lang="en-US" sz="1500" dirty="0"/>
          </a:p>
        </p:txBody>
      </p:sp>
      <p:sp>
        <p:nvSpPr>
          <p:cNvPr id="24" name="subhead-text"/>
          <p:cNvSpPr txBox="1"/>
          <p:nvPr/>
        </p:nvSpPr>
        <p:spPr>
          <a:xfrm>
            <a:off x="1255471" y="4425696"/>
            <a:ext cx="10250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 계시면서 동시에 하나님 — 삼위일체(Trinity)</a:t>
            </a:r>
            <a:endParaRPr lang="en-US" sz="2150" dirty="0"/>
          </a:p>
        </p:txBody>
      </p:sp>
      <p:sp>
        <p:nvSpPr>
          <p:cNvPr id="25" name="cmp-0"/>
          <p:cNvSpPr/>
          <p:nvPr/>
        </p:nvSpPr>
        <p:spPr>
          <a:xfrm>
            <a:off x="685800" y="4846320"/>
            <a:ext cx="5272888" cy="13716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6" name="cmp-0-head"/>
          <p:cNvSpPr txBox="1"/>
          <p:nvPr/>
        </p:nvSpPr>
        <p:spPr>
          <a:xfrm>
            <a:off x="960120" y="5084064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동일한 본질</a:t>
            </a:r>
            <a:endParaRPr lang="en-US" sz="2000" dirty="0"/>
          </a:p>
        </p:txBody>
      </p:sp>
      <p:sp>
        <p:nvSpPr>
          <p:cNvPr id="27" name="cmp-0-items"/>
          <p:cNvSpPr txBox="1"/>
          <p:nvPr/>
        </p:nvSpPr>
        <p:spPr>
          <a:xfrm>
            <a:off x="960120" y="5669280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성부 · 성자 · 성령은 한 하나님</a:t>
            </a:r>
            <a:endParaRPr lang="en-US" sz="1600" dirty="0"/>
          </a:p>
        </p:txBody>
      </p:sp>
      <p:sp>
        <p:nvSpPr>
          <p:cNvPr id="28" name="cmp-1"/>
          <p:cNvSpPr/>
          <p:nvPr/>
        </p:nvSpPr>
        <p:spPr>
          <a:xfrm>
            <a:off x="6233008" y="4846320"/>
            <a:ext cx="5272888" cy="1371600"/>
          </a:xfrm>
          <a:prstGeom prst="roundRect">
            <a:avLst>
              <a:gd name="adj" fmla="val 4000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9" name="cmp-1-head"/>
          <p:cNvSpPr txBox="1"/>
          <p:nvPr/>
        </p:nvSpPr>
        <p:spPr>
          <a:xfrm>
            <a:off x="6507328" y="5084064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구분된 위격</a:t>
            </a:r>
            <a:endParaRPr lang="en-US" sz="2000" dirty="0"/>
          </a:p>
        </p:txBody>
      </p:sp>
      <p:sp>
        <p:nvSpPr>
          <p:cNvPr id="30" name="cmp-1-items"/>
          <p:cNvSpPr txBox="1"/>
          <p:nvPr/>
        </p:nvSpPr>
        <p:spPr>
          <a:xfrm>
            <a:off x="6507328" y="5669280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분은 인격으로 구분되신다</a:t>
            </a:r>
            <a:endParaRPr lang="en-US" sz="1600" dirty="0"/>
          </a:p>
        </p:txBody>
      </p:sp>
      <p:sp>
        <p:nvSpPr>
          <p:cNvPr id="31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1:1~3이 보여주는 예수님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27~28</a:t>
            </a:r>
            <a:endParaRPr lang="en-US" sz="1600" dirty="0"/>
          </a:p>
        </p:txBody>
      </p:sp>
      <p:sp>
        <p:nvSpPr>
          <p:cNvPr id="4" name="card-0"/>
          <p:cNvSpPr/>
          <p:nvPr/>
        </p:nvSpPr>
        <p:spPr>
          <a:xfrm>
            <a:off x="685800" y="1572768"/>
            <a:ext cx="5291176" cy="3931920"/>
          </a:xfrm>
          <a:prstGeom prst="roundRect">
            <a:avLst>
              <a:gd name="adj" fmla="val 1395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1810512"/>
            <a:ext cx="530352" cy="53035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181051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20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2468880"/>
            <a:ext cx="481568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영원하신 분</a:t>
            </a:r>
            <a:endParaRPr lang="en-US" sz="28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2990088"/>
            <a:ext cx="4815688" cy="2276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“태초에 말씀이 계시니라”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창조 이전부터 계셨다.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시작도 끝도 없으시다.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요한복음에 족보도,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출생 기사도 없는 이유다.</a:t>
            </a:r>
            <a:endParaRPr lang="en-US" sz="1800" dirty="0"/>
          </a:p>
        </p:txBody>
      </p:sp>
      <p:sp>
        <p:nvSpPr>
          <p:cNvPr id="9" name="card-1"/>
          <p:cNvSpPr/>
          <p:nvPr/>
        </p:nvSpPr>
        <p:spPr>
          <a:xfrm>
            <a:off x="6214720" y="1572768"/>
            <a:ext cx="5291176" cy="3931920"/>
          </a:xfrm>
          <a:prstGeom prst="roundRect">
            <a:avLst>
              <a:gd name="adj" fmla="val 1395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6452464" y="1810512"/>
            <a:ext cx="530352" cy="53035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6452464" y="181051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2000" dirty="0"/>
          </a:p>
        </p:txBody>
      </p:sp>
      <p:sp>
        <p:nvSpPr>
          <p:cNvPr id="12" name="card-1-head"/>
          <p:cNvSpPr txBox="1"/>
          <p:nvPr/>
        </p:nvSpPr>
        <p:spPr>
          <a:xfrm>
            <a:off x="6452464" y="2468880"/>
            <a:ext cx="481568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창조주</a:t>
            </a:r>
            <a:endParaRPr lang="en-US" sz="2800" dirty="0"/>
          </a:p>
        </p:txBody>
      </p:sp>
      <p:sp>
        <p:nvSpPr>
          <p:cNvPr id="13" name="card-1-body"/>
          <p:cNvSpPr txBox="1"/>
          <p:nvPr/>
        </p:nvSpPr>
        <p:spPr>
          <a:xfrm>
            <a:off x="6452464" y="2990088"/>
            <a:ext cx="4815688" cy="2276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“만물이 그로 말미암아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지은 바 되었으니” (3절)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창세기 1장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“하나님이 말씀하시니…”와 연결.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cf. 골 1:15~17</a:t>
            </a:r>
            <a:endParaRPr lang="en-US" sz="1800" dirty="0"/>
          </a:p>
        </p:txBody>
      </p:sp>
      <p:sp>
        <p:nvSpPr>
          <p:cNvPr id="14" name="keyline"/>
          <p:cNvSpPr/>
          <p:nvPr/>
        </p:nvSpPr>
        <p:spPr>
          <a:xfrm>
            <a:off x="685800" y="5669280"/>
            <a:ext cx="10820095" cy="566928"/>
          </a:xfrm>
          <a:prstGeom prst="roundRect">
            <a:avLst>
              <a:gd name="adj" fmla="val 16129"/>
            </a:avLst>
          </a:prstGeom>
          <a:solidFill>
            <a:schemeClr val="tx2"/>
          </a:solidFill>
          <a:ln/>
        </p:spPr>
      </p:sp>
      <p:sp>
        <p:nvSpPr>
          <p:cNvPr id="15" name="keyline-text"/>
          <p:cNvSpPr txBox="1"/>
          <p:nvPr/>
        </p:nvSpPr>
        <p:spPr>
          <a:xfrm>
            <a:off x="960120" y="5669280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나를 지으신 분이 나를 구원하러 오셨습니다</a:t>
            </a:r>
            <a:endParaRPr lang="en-US" sz="2400" dirty="0"/>
          </a:p>
        </p:txBody>
      </p:sp>
      <p:sp>
        <p:nvSpPr>
          <p:cNvPr id="16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나. 인도자이신 예수님 (1:4~13)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29~30</a:t>
            </a:r>
            <a:endParaRPr lang="en-US" sz="1600" dirty="0"/>
          </a:p>
        </p:txBody>
      </p:sp>
      <p:sp>
        <p:nvSpPr>
          <p:cNvPr id="4" name="scripture-text"/>
          <p:cNvSpPr txBox="1"/>
          <p:nvPr/>
        </p:nvSpPr>
        <p:spPr>
          <a:xfrm>
            <a:off x="685800" y="157276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2100" i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“그 안에 생명이 있었으니 이 생명은 사람들의 빛이라 빛이 어둠에 비치되 어둠이 깨닫지 못하더라”</a:t>
            </a:r>
            <a:endParaRPr lang="en-US" sz="2100" dirty="0"/>
          </a:p>
        </p:txBody>
      </p:sp>
      <p:sp>
        <p:nvSpPr>
          <p:cNvPr id="5" name="scripture-ref"/>
          <p:cNvSpPr txBox="1"/>
          <p:nvPr/>
        </p:nvSpPr>
        <p:spPr>
          <a:xfrm>
            <a:off x="685800" y="24505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1:4~5</a:t>
            </a:r>
            <a:endParaRPr lang="en-US" sz="1500" dirty="0"/>
          </a:p>
        </p:txBody>
      </p:sp>
      <p:sp>
        <p:nvSpPr>
          <p:cNvPr id="6" name="card-0"/>
          <p:cNvSpPr/>
          <p:nvPr/>
        </p:nvSpPr>
        <p:spPr>
          <a:xfrm>
            <a:off x="685800" y="3035808"/>
            <a:ext cx="3448202" cy="219456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7" name="card-0-badge"/>
          <p:cNvSpPr/>
          <p:nvPr/>
        </p:nvSpPr>
        <p:spPr>
          <a:xfrm>
            <a:off x="923544" y="3273552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card-0-badge-text"/>
          <p:cNvSpPr txBox="1"/>
          <p:nvPr/>
        </p:nvSpPr>
        <p:spPr>
          <a:xfrm>
            <a:off x="923544" y="3273552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</a:t>
            </a:r>
            <a:endParaRPr lang="en-US" sz="1500" dirty="0"/>
          </a:p>
        </p:txBody>
      </p:sp>
      <p:sp>
        <p:nvSpPr>
          <p:cNvPr id="9" name="card-0-head"/>
          <p:cNvSpPr txBox="1"/>
          <p:nvPr/>
        </p:nvSpPr>
        <p:spPr>
          <a:xfrm>
            <a:off x="923544" y="3803904"/>
            <a:ext cx="29727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또 다른 비유</a:t>
            </a:r>
            <a:endParaRPr lang="en-US" sz="2000" dirty="0"/>
          </a:p>
        </p:txBody>
      </p:sp>
      <p:sp>
        <p:nvSpPr>
          <p:cNvPr id="10" name="card-0-body"/>
          <p:cNvSpPr txBox="1"/>
          <p:nvPr/>
        </p:nvSpPr>
        <p:spPr>
          <a:xfrm>
            <a:off x="923544" y="4197096"/>
            <a:ext cx="2972714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빛 (4~9절)</a:t>
            </a:r>
            <a:endParaRPr lang="en-US" sz="1700" dirty="0"/>
          </a:p>
        </p:txBody>
      </p:sp>
      <p:sp>
        <p:nvSpPr>
          <p:cNvPr id="11" name="card-1"/>
          <p:cNvSpPr/>
          <p:nvPr/>
        </p:nvSpPr>
        <p:spPr>
          <a:xfrm>
            <a:off x="4371746" y="3035808"/>
            <a:ext cx="3448202" cy="219456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2" name="card-1-badge"/>
          <p:cNvSpPr/>
          <p:nvPr/>
        </p:nvSpPr>
        <p:spPr>
          <a:xfrm>
            <a:off x="4609490" y="3273552"/>
            <a:ext cx="594360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3" name="card-1-badge-text"/>
          <p:cNvSpPr txBox="1"/>
          <p:nvPr/>
        </p:nvSpPr>
        <p:spPr>
          <a:xfrm>
            <a:off x="4609490" y="3273552"/>
            <a:ext cx="594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</a:t>
            </a:r>
            <a:endParaRPr lang="en-US" sz="1500" dirty="0"/>
          </a:p>
        </p:txBody>
      </p:sp>
      <p:sp>
        <p:nvSpPr>
          <p:cNvPr id="14" name="card-1-head"/>
          <p:cNvSpPr txBox="1"/>
          <p:nvPr/>
        </p:nvSpPr>
        <p:spPr>
          <a:xfrm>
            <a:off x="4609490" y="3803904"/>
            <a:ext cx="29727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빛이 하는 일</a:t>
            </a:r>
            <a:endParaRPr lang="en-US" sz="2000" dirty="0"/>
          </a:p>
        </p:txBody>
      </p:sp>
      <p:sp>
        <p:nvSpPr>
          <p:cNvPr id="15" name="card-1-body"/>
          <p:cNvSpPr txBox="1"/>
          <p:nvPr/>
        </p:nvSpPr>
        <p:spPr>
          <a:xfrm>
            <a:off x="4609490" y="4197096"/>
            <a:ext cx="2972714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어둠 속에서 보게 한다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하나님을 알게 한다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내면의 어둠을 물리친다</a:t>
            </a:r>
            <a:endParaRPr lang="en-US" sz="1700" dirty="0"/>
          </a:p>
        </p:txBody>
      </p:sp>
      <p:sp>
        <p:nvSpPr>
          <p:cNvPr id="16" name="card-2"/>
          <p:cNvSpPr/>
          <p:nvPr/>
        </p:nvSpPr>
        <p:spPr>
          <a:xfrm>
            <a:off x="8057693" y="3035808"/>
            <a:ext cx="3448202" cy="219456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7" name="card-2-badge"/>
          <p:cNvSpPr/>
          <p:nvPr/>
        </p:nvSpPr>
        <p:spPr>
          <a:xfrm>
            <a:off x="8295437" y="3273552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card-2-badge-text"/>
          <p:cNvSpPr txBox="1"/>
          <p:nvPr/>
        </p:nvSpPr>
        <p:spPr>
          <a:xfrm>
            <a:off x="8295437" y="3273552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en-US" sz="1500" dirty="0"/>
          </a:p>
        </p:txBody>
      </p:sp>
      <p:sp>
        <p:nvSpPr>
          <p:cNvPr id="19" name="card-2-head"/>
          <p:cNvSpPr txBox="1"/>
          <p:nvPr/>
        </p:nvSpPr>
        <p:spPr>
          <a:xfrm>
            <a:off x="8295437" y="3803904"/>
            <a:ext cx="29727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예수님은</a:t>
            </a:r>
            <a:endParaRPr lang="en-US" sz="2000" dirty="0"/>
          </a:p>
        </p:txBody>
      </p:sp>
      <p:sp>
        <p:nvSpPr>
          <p:cNvPr id="20" name="card-2-body"/>
          <p:cNvSpPr txBox="1"/>
          <p:nvPr/>
        </p:nvSpPr>
        <p:spPr>
          <a:xfrm>
            <a:off x="8295437" y="4197096"/>
            <a:ext cx="2972714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인도자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빛은 인도의 기능을 한다</a:t>
            </a:r>
            <a:endParaRPr lang="en-US" sz="1700" dirty="0"/>
          </a:p>
        </p:txBody>
      </p:sp>
      <p:sp>
        <p:nvSpPr>
          <p:cNvPr id="21" name="keyline"/>
          <p:cNvSpPr/>
          <p:nvPr/>
        </p:nvSpPr>
        <p:spPr>
          <a:xfrm>
            <a:off x="685800" y="5394960"/>
            <a:ext cx="10820095" cy="822960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/>
        </p:spPr>
      </p:sp>
      <p:sp>
        <p:nvSpPr>
          <p:cNvPr id="22" name="keyline-text"/>
          <p:cNvSpPr txBox="1"/>
          <p:nvPr/>
        </p:nvSpPr>
        <p:spPr>
          <a:xfrm>
            <a:off x="960120" y="5394960"/>
            <a:ext cx="102714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어둠은 빛을 이기지 못합니다 — 다만 깨닫지 못할 뿐입니다</a:t>
            </a:r>
            <a:endParaRPr lang="en-US" sz="2200" dirty="0"/>
          </a:p>
        </p:txBody>
      </p:sp>
      <p:sp>
        <p:nvSpPr>
          <p:cNvPr id="23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빛으로 돌아서는 길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31~35</a:t>
            </a:r>
            <a:endParaRPr lang="en-US" sz="1600" dirty="0"/>
          </a:p>
        </p:txBody>
      </p:sp>
      <p:sp>
        <p:nvSpPr>
          <p:cNvPr id="4" name="flow-0"/>
          <p:cNvSpPr/>
          <p:nvPr/>
        </p:nvSpPr>
        <p:spPr>
          <a:xfrm>
            <a:off x="685800" y="1609344"/>
            <a:ext cx="2416988" cy="17373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flow-0-head"/>
          <p:cNvSpPr txBox="1"/>
          <p:nvPr/>
        </p:nvSpPr>
        <p:spPr>
          <a:xfrm>
            <a:off x="832104" y="1792224"/>
            <a:ext cx="21243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창조</a:t>
            </a:r>
            <a:endParaRPr lang="en-US" sz="2000" dirty="0"/>
          </a:p>
        </p:txBody>
      </p:sp>
      <p:sp>
        <p:nvSpPr>
          <p:cNvPr id="6" name="flow-0-body"/>
          <p:cNvSpPr txBox="1"/>
          <p:nvPr/>
        </p:nvSpPr>
        <p:spPr>
          <a:xfrm>
            <a:off x="813816" y="2212848"/>
            <a:ext cx="216095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그분에 의해 지어지고</a:t>
            </a:r>
            <a:endParaRPr lang="en-US" sz="160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생명을 얻었다</a:t>
            </a:r>
            <a:endParaRPr lang="en-US" sz="1600" dirty="0"/>
          </a:p>
        </p:txBody>
      </p:sp>
      <p:sp>
        <p:nvSpPr>
          <p:cNvPr id="7" name="flow-0-arrow"/>
          <p:cNvSpPr txBox="1"/>
          <p:nvPr/>
        </p:nvSpPr>
        <p:spPr>
          <a:xfrm>
            <a:off x="3102788" y="2276856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500" dirty="0"/>
          </a:p>
        </p:txBody>
      </p:sp>
      <p:sp>
        <p:nvSpPr>
          <p:cNvPr id="8" name="flow-1"/>
          <p:cNvSpPr/>
          <p:nvPr/>
        </p:nvSpPr>
        <p:spPr>
          <a:xfrm>
            <a:off x="3486836" y="1609344"/>
            <a:ext cx="2416988" cy="17373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flow-1-head"/>
          <p:cNvSpPr txBox="1"/>
          <p:nvPr/>
        </p:nvSpPr>
        <p:spPr>
          <a:xfrm>
            <a:off x="3633140" y="1792224"/>
            <a:ext cx="21243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타락</a:t>
            </a:r>
            <a:endParaRPr lang="en-US" sz="2000" dirty="0"/>
          </a:p>
        </p:txBody>
      </p:sp>
      <p:sp>
        <p:nvSpPr>
          <p:cNvPr id="10" name="flow-1-body"/>
          <p:cNvSpPr txBox="1"/>
          <p:nvPr/>
        </p:nvSpPr>
        <p:spPr>
          <a:xfrm>
            <a:off x="3614852" y="2212848"/>
            <a:ext cx="216095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근원을 버리고</a:t>
            </a:r>
            <a:endParaRPr lang="en-US" sz="160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어둠으로 들어갔다</a:t>
            </a:r>
            <a:endParaRPr lang="en-US" sz="1600" dirty="0"/>
          </a:p>
        </p:txBody>
      </p:sp>
      <p:sp>
        <p:nvSpPr>
          <p:cNvPr id="11" name="flow-1-arrow"/>
          <p:cNvSpPr txBox="1"/>
          <p:nvPr/>
        </p:nvSpPr>
        <p:spPr>
          <a:xfrm>
            <a:off x="5903824" y="2276856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500" dirty="0"/>
          </a:p>
        </p:txBody>
      </p:sp>
      <p:sp>
        <p:nvSpPr>
          <p:cNvPr id="12" name="flow-2"/>
          <p:cNvSpPr/>
          <p:nvPr/>
        </p:nvSpPr>
        <p:spPr>
          <a:xfrm>
            <a:off x="6287872" y="1609344"/>
            <a:ext cx="2416988" cy="17373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3" name="flow-2-head"/>
          <p:cNvSpPr txBox="1"/>
          <p:nvPr/>
        </p:nvSpPr>
        <p:spPr>
          <a:xfrm>
            <a:off x="6434176" y="1792224"/>
            <a:ext cx="21243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돌아섬</a:t>
            </a:r>
            <a:endParaRPr lang="en-US" sz="2000" dirty="0"/>
          </a:p>
        </p:txBody>
      </p:sp>
      <p:sp>
        <p:nvSpPr>
          <p:cNvPr id="14" name="flow-2-body"/>
          <p:cNvSpPr txBox="1"/>
          <p:nvPr/>
        </p:nvSpPr>
        <p:spPr>
          <a:xfrm>
            <a:off x="6415888" y="2212848"/>
            <a:ext cx="216095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오직 빛을 향해</a:t>
            </a:r>
            <a:endParaRPr lang="en-US" sz="160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돌아서는 길뿐</a:t>
            </a:r>
            <a:endParaRPr lang="en-US" sz="1600" dirty="0"/>
          </a:p>
        </p:txBody>
      </p:sp>
      <p:sp>
        <p:nvSpPr>
          <p:cNvPr id="15" name="flow-2-arrow"/>
          <p:cNvSpPr txBox="1"/>
          <p:nvPr/>
        </p:nvSpPr>
        <p:spPr>
          <a:xfrm>
            <a:off x="8704859" y="2276856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500" dirty="0"/>
          </a:p>
        </p:txBody>
      </p:sp>
      <p:sp>
        <p:nvSpPr>
          <p:cNvPr id="16" name="flow-3"/>
          <p:cNvSpPr/>
          <p:nvPr/>
        </p:nvSpPr>
        <p:spPr>
          <a:xfrm>
            <a:off x="9088907" y="1609344"/>
            <a:ext cx="2416988" cy="17373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7" name="flow-3-head"/>
          <p:cNvSpPr txBox="1"/>
          <p:nvPr/>
        </p:nvSpPr>
        <p:spPr>
          <a:xfrm>
            <a:off x="9235211" y="1792224"/>
            <a:ext cx="21243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</a:t>
            </a:r>
            <a:endParaRPr lang="en-US" sz="2000" dirty="0"/>
          </a:p>
        </p:txBody>
      </p:sp>
      <p:sp>
        <p:nvSpPr>
          <p:cNvPr id="18" name="flow-3-body"/>
          <p:cNvSpPr txBox="1"/>
          <p:nvPr/>
        </p:nvSpPr>
        <p:spPr>
          <a:xfrm>
            <a:off x="9216923" y="2212848"/>
            <a:ext cx="216095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생명이 그분 안에 있다</a:t>
            </a:r>
            <a:endParaRPr lang="en-US" sz="1600" dirty="0"/>
          </a:p>
        </p:txBody>
      </p:sp>
      <p:sp>
        <p:nvSpPr>
          <p:cNvPr id="19" name="subhead-badge"/>
          <p:cNvSpPr/>
          <p:nvPr/>
        </p:nvSpPr>
        <p:spPr>
          <a:xfrm>
            <a:off x="685800" y="3493008"/>
            <a:ext cx="738378" cy="42062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0" name="subhead-badge-text"/>
          <p:cNvSpPr txBox="1"/>
          <p:nvPr/>
        </p:nvSpPr>
        <p:spPr>
          <a:xfrm>
            <a:off x="685800" y="3493008"/>
            <a:ext cx="7383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31~33</a:t>
            </a:r>
            <a:endParaRPr lang="en-US" sz="1500" dirty="0"/>
          </a:p>
        </p:txBody>
      </p:sp>
      <p:sp>
        <p:nvSpPr>
          <p:cNvPr id="21" name="subhead-text"/>
          <p:cNvSpPr txBox="1"/>
          <p:nvPr/>
        </p:nvSpPr>
        <p:spPr>
          <a:xfrm>
            <a:off x="1588770" y="3511296"/>
            <a:ext cx="99171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세례 요한은 증언자 · 영접 = 믿음 = 순종</a:t>
            </a:r>
            <a:endParaRPr lang="en-US" sz="2150" dirty="0"/>
          </a:p>
        </p:txBody>
      </p:sp>
      <p:sp>
        <p:nvSpPr>
          <p:cNvPr id="22" name="card-0"/>
          <p:cNvSpPr/>
          <p:nvPr/>
        </p:nvSpPr>
        <p:spPr>
          <a:xfrm>
            <a:off x="685800" y="4041648"/>
            <a:ext cx="2526716" cy="1810512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3" name="card-0-badge"/>
          <p:cNvSpPr/>
          <p:nvPr/>
        </p:nvSpPr>
        <p:spPr>
          <a:xfrm>
            <a:off x="886968" y="424281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4" name="card-0-badge-text"/>
          <p:cNvSpPr txBox="1"/>
          <p:nvPr/>
        </p:nvSpPr>
        <p:spPr>
          <a:xfrm>
            <a:off x="886968" y="42428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</a:t>
            </a:r>
            <a:endParaRPr lang="en-US" sz="1500" dirty="0"/>
          </a:p>
        </p:txBody>
      </p:sp>
      <p:sp>
        <p:nvSpPr>
          <p:cNvPr id="25" name="card-0-head"/>
          <p:cNvSpPr txBox="1"/>
          <p:nvPr/>
        </p:nvSpPr>
        <p:spPr>
          <a:xfrm>
            <a:off x="886968" y="4773168"/>
            <a:ext cx="212438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혈통이 아니라</a:t>
            </a:r>
            <a:endParaRPr lang="en-US" sz="1800" dirty="0"/>
          </a:p>
        </p:txBody>
      </p:sp>
      <p:sp>
        <p:nvSpPr>
          <p:cNvPr id="26" name="card-0-body"/>
          <p:cNvSpPr txBox="1"/>
          <p:nvPr/>
        </p:nvSpPr>
        <p:spPr>
          <a:xfrm>
            <a:off x="886968" y="5134356"/>
            <a:ext cx="2124380" cy="516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모태신앙이어서가 아니다</a:t>
            </a:r>
            <a:endParaRPr lang="en-US" sz="1550" dirty="0"/>
          </a:p>
        </p:txBody>
      </p:sp>
      <p:sp>
        <p:nvSpPr>
          <p:cNvPr id="27" name="card-1"/>
          <p:cNvSpPr/>
          <p:nvPr/>
        </p:nvSpPr>
        <p:spPr>
          <a:xfrm>
            <a:off x="3450260" y="4041648"/>
            <a:ext cx="2526716" cy="1810512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8" name="card-1-badge"/>
          <p:cNvSpPr/>
          <p:nvPr/>
        </p:nvSpPr>
        <p:spPr>
          <a:xfrm>
            <a:off x="3651428" y="424281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9" name="card-1-badge-text"/>
          <p:cNvSpPr txBox="1"/>
          <p:nvPr/>
        </p:nvSpPr>
        <p:spPr>
          <a:xfrm>
            <a:off x="3651428" y="42428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</a:t>
            </a:r>
            <a:endParaRPr lang="en-US" sz="1500" dirty="0"/>
          </a:p>
        </p:txBody>
      </p:sp>
      <p:sp>
        <p:nvSpPr>
          <p:cNvPr id="30" name="card-1-head"/>
          <p:cNvSpPr txBox="1"/>
          <p:nvPr/>
        </p:nvSpPr>
        <p:spPr>
          <a:xfrm>
            <a:off x="3651428" y="4773168"/>
            <a:ext cx="212438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육정이 아니라</a:t>
            </a:r>
            <a:endParaRPr lang="en-US" sz="1800" dirty="0"/>
          </a:p>
        </p:txBody>
      </p:sp>
      <p:sp>
        <p:nvSpPr>
          <p:cNvPr id="31" name="card-1-body"/>
          <p:cNvSpPr txBox="1"/>
          <p:nvPr/>
        </p:nvSpPr>
        <p:spPr>
          <a:xfrm>
            <a:off x="3651428" y="5134356"/>
            <a:ext cx="2124380" cy="516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사람의 노력이 아니다</a:t>
            </a:r>
            <a:endParaRPr lang="en-US" sz="1550" dirty="0"/>
          </a:p>
        </p:txBody>
      </p:sp>
      <p:sp>
        <p:nvSpPr>
          <p:cNvPr id="32" name="card-2"/>
          <p:cNvSpPr/>
          <p:nvPr/>
        </p:nvSpPr>
        <p:spPr>
          <a:xfrm>
            <a:off x="6214720" y="4041648"/>
            <a:ext cx="2526716" cy="1810512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3" name="card-2-badge"/>
          <p:cNvSpPr/>
          <p:nvPr/>
        </p:nvSpPr>
        <p:spPr>
          <a:xfrm>
            <a:off x="6415888" y="424281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4" name="card-2-badge-text"/>
          <p:cNvSpPr txBox="1"/>
          <p:nvPr/>
        </p:nvSpPr>
        <p:spPr>
          <a:xfrm>
            <a:off x="6415888" y="42428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</a:t>
            </a:r>
            <a:endParaRPr lang="en-US" sz="1500" dirty="0"/>
          </a:p>
        </p:txBody>
      </p:sp>
      <p:sp>
        <p:nvSpPr>
          <p:cNvPr id="35" name="card-2-head"/>
          <p:cNvSpPr txBox="1"/>
          <p:nvPr/>
        </p:nvSpPr>
        <p:spPr>
          <a:xfrm>
            <a:off x="6415888" y="4773168"/>
            <a:ext cx="212438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사람의 뜻이 아니라</a:t>
            </a:r>
            <a:endParaRPr lang="en-US" sz="1800" dirty="0"/>
          </a:p>
        </p:txBody>
      </p:sp>
      <p:sp>
        <p:nvSpPr>
          <p:cNvPr id="36" name="card-2-body"/>
          <p:cNvSpPr txBox="1"/>
          <p:nvPr/>
        </p:nvSpPr>
        <p:spPr>
          <a:xfrm>
            <a:off x="6415888" y="5134356"/>
            <a:ext cx="2124380" cy="516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누군가의 결정이 아니다</a:t>
            </a:r>
            <a:endParaRPr lang="en-US" sz="1550" dirty="0"/>
          </a:p>
        </p:txBody>
      </p:sp>
      <p:sp>
        <p:nvSpPr>
          <p:cNvPr id="37" name="card-3"/>
          <p:cNvSpPr/>
          <p:nvPr/>
        </p:nvSpPr>
        <p:spPr>
          <a:xfrm>
            <a:off x="8979179" y="4041648"/>
            <a:ext cx="2526716" cy="1810512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8" name="card-3-badge"/>
          <p:cNvSpPr/>
          <p:nvPr/>
        </p:nvSpPr>
        <p:spPr>
          <a:xfrm>
            <a:off x="9180347" y="424281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9" name="card-3-badge-text"/>
          <p:cNvSpPr txBox="1"/>
          <p:nvPr/>
        </p:nvSpPr>
        <p:spPr>
          <a:xfrm>
            <a:off x="9180347" y="42428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500" dirty="0"/>
          </a:p>
        </p:txBody>
      </p:sp>
      <p:sp>
        <p:nvSpPr>
          <p:cNvPr id="40" name="card-3-head"/>
          <p:cNvSpPr txBox="1"/>
          <p:nvPr/>
        </p:nvSpPr>
        <p:spPr>
          <a:xfrm>
            <a:off x="9180347" y="4773168"/>
            <a:ext cx="212438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하나님께로 난 자</a:t>
            </a:r>
            <a:endParaRPr lang="en-US" sz="1800" dirty="0"/>
          </a:p>
        </p:txBody>
      </p:sp>
      <p:sp>
        <p:nvSpPr>
          <p:cNvPr id="41" name="card-3-body"/>
          <p:cNvSpPr txBox="1"/>
          <p:nvPr/>
        </p:nvSpPr>
        <p:spPr>
          <a:xfrm>
            <a:off x="9180347" y="5134356"/>
            <a:ext cx="2124380" cy="516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하나님이 낳으셔야 한다</a:t>
            </a:r>
            <a:endParaRPr lang="en-US" sz="1550" dirty="0"/>
          </a:p>
        </p:txBody>
      </p:sp>
      <p:sp>
        <p:nvSpPr>
          <p:cNvPr id="42" name="note"/>
          <p:cNvSpPr txBox="1"/>
          <p:nvPr/>
        </p:nvSpPr>
        <p:spPr>
          <a:xfrm>
            <a:off x="685800" y="5907024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34~35. 하나님의 자녀가 되는 길 (13절) — 그 근원은 예수님이십니다.</a:t>
            </a:r>
            <a:endParaRPr lang="en-US" sz="1800" dirty="0"/>
          </a:p>
        </p:txBody>
      </p:sp>
      <p:sp>
        <p:nvSpPr>
          <p:cNvPr id="43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5836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나눔 · 질문 Q6 · Q7 · Q8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078992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창조주 앞에서, 빛 앞에서</a:t>
            </a:r>
            <a:endParaRPr lang="en-US" sz="4200" dirty="0"/>
          </a:p>
        </p:txBody>
      </p:sp>
      <p:sp>
        <p:nvSpPr>
          <p:cNvPr id="4" name="card-0"/>
          <p:cNvSpPr/>
          <p:nvPr/>
        </p:nvSpPr>
        <p:spPr>
          <a:xfrm>
            <a:off x="685800" y="2377440"/>
            <a:ext cx="3448202" cy="3017520"/>
          </a:xfrm>
          <a:prstGeom prst="roundRect">
            <a:avLst>
              <a:gd name="adj" fmla="val 1818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2615184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2615184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Q6</a:t>
            </a:r>
            <a:endParaRPr lang="en-US" sz="15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314553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창조주라는 사실</a:t>
            </a:r>
            <a:endParaRPr lang="en-US" sz="21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3554730"/>
            <a:ext cx="2972714" cy="160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삶에 어떤 영향을 주나요?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창조하셨을까요?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우리와 교제하기 위해</a:t>
            </a:r>
            <a:endParaRPr lang="en-US" sz="1700" dirty="0"/>
          </a:p>
        </p:txBody>
      </p:sp>
      <p:sp>
        <p:nvSpPr>
          <p:cNvPr id="9" name="card-1"/>
          <p:cNvSpPr/>
          <p:nvPr/>
        </p:nvSpPr>
        <p:spPr>
          <a:xfrm>
            <a:off x="4371746" y="2377440"/>
            <a:ext cx="3448202" cy="3017520"/>
          </a:xfrm>
          <a:prstGeom prst="roundRect">
            <a:avLst>
              <a:gd name="adj" fmla="val 1818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4609490" y="2615184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4609490" y="2615184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Q7</a:t>
            </a:r>
            <a:endParaRPr lang="en-US" sz="1500" dirty="0"/>
          </a:p>
        </p:txBody>
      </p:sp>
      <p:sp>
        <p:nvSpPr>
          <p:cNvPr id="12" name="card-1-head"/>
          <p:cNvSpPr txBox="1"/>
          <p:nvPr/>
        </p:nvSpPr>
        <p:spPr>
          <a:xfrm>
            <a:off x="4609490" y="314553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나에게 세례요한은</a:t>
            </a:r>
            <a:endParaRPr lang="en-US" sz="2100" dirty="0"/>
          </a:p>
        </p:txBody>
      </p:sp>
      <p:sp>
        <p:nvSpPr>
          <p:cNvPr id="13" name="card-1-body"/>
          <p:cNvSpPr txBox="1"/>
          <p:nvPr/>
        </p:nvSpPr>
        <p:spPr>
          <a:xfrm>
            <a:off x="4609490" y="3554730"/>
            <a:ext cx="2972714" cy="160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나를 예수님께로 가리켜 준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사람은 누구였나요?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누구에게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 사람이 되렵니까?</a:t>
            </a:r>
            <a:endParaRPr lang="en-US" sz="1700" dirty="0"/>
          </a:p>
        </p:txBody>
      </p:sp>
      <p:sp>
        <p:nvSpPr>
          <p:cNvPr id="14" name="card-2"/>
          <p:cNvSpPr/>
          <p:nvPr/>
        </p:nvSpPr>
        <p:spPr>
          <a:xfrm>
            <a:off x="8057693" y="2377440"/>
            <a:ext cx="3448202" cy="3017520"/>
          </a:xfrm>
          <a:prstGeom prst="roundRect">
            <a:avLst>
              <a:gd name="adj" fmla="val 1818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5" name="card-2-badge"/>
          <p:cNvSpPr/>
          <p:nvPr/>
        </p:nvSpPr>
        <p:spPr>
          <a:xfrm>
            <a:off x="8295437" y="2615184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card-2-badge-text"/>
          <p:cNvSpPr txBox="1"/>
          <p:nvPr/>
        </p:nvSpPr>
        <p:spPr>
          <a:xfrm>
            <a:off x="8295437" y="2615184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Q8</a:t>
            </a:r>
            <a:endParaRPr lang="en-US" sz="1500" dirty="0"/>
          </a:p>
        </p:txBody>
      </p:sp>
      <p:sp>
        <p:nvSpPr>
          <p:cNvPr id="17" name="card-2-head"/>
          <p:cNvSpPr txBox="1"/>
          <p:nvPr/>
        </p:nvSpPr>
        <p:spPr>
          <a:xfrm>
            <a:off x="8295437" y="314553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빛을 밝히려면</a:t>
            </a:r>
            <a:endParaRPr lang="en-US" sz="2100" dirty="0"/>
          </a:p>
        </p:txBody>
      </p:sp>
      <p:sp>
        <p:nvSpPr>
          <p:cNvPr id="18" name="card-2-body"/>
          <p:cNvSpPr txBox="1"/>
          <p:nvPr/>
        </p:nvSpPr>
        <p:spPr>
          <a:xfrm>
            <a:off x="8295437" y="3554730"/>
            <a:ext cx="2972714" cy="160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어두운 세상에서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할 수 있는 일은?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주에 할 한 가지를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정해 봅시다.</a:t>
            </a:r>
            <a:endParaRPr lang="en-US" sz="1700" dirty="0"/>
          </a:p>
        </p:txBody>
      </p:sp>
      <p:sp>
        <p:nvSpPr>
          <p:cNvPr id="19" name="guide"/>
          <p:cNvSpPr txBox="1"/>
          <p:nvPr/>
        </p:nvSpPr>
        <p:spPr>
          <a:xfrm>
            <a:off x="685800" y="55595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조별 나눔 10분 → 전체 나눔 2명</a:t>
            </a:r>
            <a:endParaRPr lang="en-US" sz="1600" dirty="0"/>
          </a:p>
        </p:txBody>
      </p:sp>
      <p:sp>
        <p:nvSpPr>
          <p:cNvPr id="20" name="Text 0"/>
          <p:cNvSpPr/>
          <p:nvPr>
            <p:ph idx="102" type="body" hasCustomPrompt="1"/>
          </p:nvPr>
        </p:nvSpPr>
        <p:spPr>
          <a:xfrm>
            <a:off x="685800" y="2148840"/>
            <a:ext cx="10820095" cy="39319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다. 하나님이신 예수님 — 성육신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36~37</a:t>
            </a:r>
            <a:endParaRPr lang="en-US" sz="1600" dirty="0"/>
          </a:p>
        </p:txBody>
      </p:sp>
      <p:sp>
        <p:nvSpPr>
          <p:cNvPr id="4" name="scripture-text"/>
          <p:cNvSpPr txBox="1"/>
          <p:nvPr/>
        </p:nvSpPr>
        <p:spPr>
          <a:xfrm>
            <a:off x="685800" y="1572768"/>
            <a:ext cx="107899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2100" i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“말씀이 육신이 되어 우리 가운데 거하시매 우리가 그의 영광을 보니 아버지의 독생자의 영광이요 은혜와 진리가 충만하더라”</a:t>
            </a:r>
            <a:endParaRPr lang="en-US" sz="2100" dirty="0"/>
          </a:p>
        </p:txBody>
      </p:sp>
      <p:sp>
        <p:nvSpPr>
          <p:cNvPr id="5" name="scripture-ref"/>
          <p:cNvSpPr txBox="1"/>
          <p:nvPr/>
        </p:nvSpPr>
        <p:spPr>
          <a:xfrm>
            <a:off x="685800" y="2688336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1:14</a:t>
            </a:r>
            <a:endParaRPr lang="en-US" sz="1500" dirty="0"/>
          </a:p>
        </p:txBody>
      </p:sp>
      <p:sp>
        <p:nvSpPr>
          <p:cNvPr id="6" name="subhead-badge"/>
          <p:cNvSpPr/>
          <p:nvPr/>
        </p:nvSpPr>
        <p:spPr>
          <a:xfrm>
            <a:off x="685800" y="3255264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subhead-badge-text"/>
          <p:cNvSpPr txBox="1"/>
          <p:nvPr/>
        </p:nvSpPr>
        <p:spPr>
          <a:xfrm>
            <a:off x="685800" y="32552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</a:t>
            </a:r>
            <a:endParaRPr lang="en-US" sz="1500" dirty="0"/>
          </a:p>
        </p:txBody>
      </p:sp>
      <p:sp>
        <p:nvSpPr>
          <p:cNvPr id="8" name="subhead-text"/>
          <p:cNvSpPr txBox="1"/>
          <p:nvPr/>
        </p:nvSpPr>
        <p:spPr>
          <a:xfrm>
            <a:off x="1255471" y="3273552"/>
            <a:ext cx="10250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인간이 되기 위해 포기하신 것, 그리고 그 이유</a:t>
            </a:r>
            <a:endParaRPr lang="en-US" sz="2150" dirty="0"/>
          </a:p>
        </p:txBody>
      </p:sp>
      <p:sp>
        <p:nvSpPr>
          <p:cNvPr id="9" name="cmp-0"/>
          <p:cNvSpPr/>
          <p:nvPr/>
        </p:nvSpPr>
        <p:spPr>
          <a:xfrm>
            <a:off x="685800" y="3822192"/>
            <a:ext cx="5272888" cy="2212848"/>
          </a:xfrm>
          <a:prstGeom prst="roundRect">
            <a:avLst>
              <a:gd name="adj" fmla="val 247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mp-0-head"/>
          <p:cNvSpPr txBox="1"/>
          <p:nvPr/>
        </p:nvSpPr>
        <p:spPr>
          <a:xfrm>
            <a:off x="960120" y="4059936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포기하신 것</a:t>
            </a:r>
            <a:endParaRPr lang="en-US" sz="2000" dirty="0"/>
          </a:p>
        </p:txBody>
      </p:sp>
      <p:sp>
        <p:nvSpPr>
          <p:cNvPr id="11" name="cmp-0-items"/>
          <p:cNvSpPr txBox="1"/>
          <p:nvPr/>
        </p:nvSpPr>
        <p:spPr>
          <a:xfrm>
            <a:off x="960120" y="4645152"/>
            <a:ext cx="472424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하나님으로서의 영광 (빌 2:6)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신적 특권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하나님과의 깊은 관계성</a:t>
            </a:r>
            <a:endParaRPr lang="en-US" sz="1700" dirty="0"/>
          </a:p>
        </p:txBody>
      </p:sp>
      <p:sp>
        <p:nvSpPr>
          <p:cNvPr id="12" name="cmp-1"/>
          <p:cNvSpPr/>
          <p:nvPr/>
        </p:nvSpPr>
        <p:spPr>
          <a:xfrm>
            <a:off x="6233008" y="3822192"/>
            <a:ext cx="5272888" cy="2212848"/>
          </a:xfrm>
          <a:prstGeom prst="roundRect">
            <a:avLst>
              <a:gd name="adj" fmla="val 2479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3" name="cmp-1-head"/>
          <p:cNvSpPr txBox="1"/>
          <p:nvPr/>
        </p:nvSpPr>
        <p:spPr>
          <a:xfrm>
            <a:off x="6507328" y="4059936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포기하셨는가</a:t>
            </a:r>
            <a:endParaRPr lang="en-US" sz="2000" dirty="0"/>
          </a:p>
        </p:txBody>
      </p:sp>
      <p:sp>
        <p:nvSpPr>
          <p:cNvPr id="14" name="cmp-1-items"/>
          <p:cNvSpPr txBox="1"/>
          <p:nvPr/>
        </p:nvSpPr>
        <p:spPr>
          <a:xfrm>
            <a:off x="6507328" y="4645152"/>
            <a:ext cx="472424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자녀 되는 권세를 주기 위해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구원의 은혜를 주기 위해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“자기를 비워 종의 형체를” (빌 2:7)</a:t>
            </a:r>
            <a:endParaRPr lang="en-US" sz="1700" dirty="0"/>
          </a:p>
        </p:txBody>
      </p:sp>
      <p:sp>
        <p:nvSpPr>
          <p:cNvPr id="15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율법과 은혜 (1:16~17)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38~40</a:t>
            </a:r>
            <a:endParaRPr lang="en-US" sz="1600" dirty="0"/>
          </a:p>
        </p:txBody>
      </p:sp>
      <p:sp>
        <p:nvSpPr>
          <p:cNvPr id="4" name="scripture-text"/>
          <p:cNvSpPr txBox="1"/>
          <p:nvPr/>
        </p:nvSpPr>
        <p:spPr>
          <a:xfrm>
            <a:off x="685800" y="157276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2100" i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“율법은 모세로 말미암아 주어진 것이요 은혜와 진리는 예수 그리스도로 말미암아 온 것이라”</a:t>
            </a:r>
            <a:endParaRPr lang="en-US" sz="2100" dirty="0"/>
          </a:p>
        </p:txBody>
      </p:sp>
      <p:sp>
        <p:nvSpPr>
          <p:cNvPr id="5" name="scripture-ref"/>
          <p:cNvSpPr txBox="1"/>
          <p:nvPr/>
        </p:nvSpPr>
        <p:spPr>
          <a:xfrm>
            <a:off x="685800" y="24505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1:17</a:t>
            </a:r>
            <a:endParaRPr lang="en-US" sz="1500" dirty="0"/>
          </a:p>
        </p:txBody>
      </p:sp>
      <p:sp>
        <p:nvSpPr>
          <p:cNvPr id="6" name="cmp-0"/>
          <p:cNvSpPr/>
          <p:nvPr/>
        </p:nvSpPr>
        <p:spPr>
          <a:xfrm>
            <a:off x="685800" y="3017520"/>
            <a:ext cx="5272888" cy="2286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7" name="cmp-0-head"/>
          <p:cNvSpPr txBox="1"/>
          <p:nvPr/>
        </p:nvSpPr>
        <p:spPr>
          <a:xfrm>
            <a:off x="960120" y="3255264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율법</a:t>
            </a:r>
            <a:endParaRPr lang="en-US" sz="2000" dirty="0"/>
          </a:p>
        </p:txBody>
      </p:sp>
      <p:sp>
        <p:nvSpPr>
          <p:cNvPr id="8" name="cmp-0-items"/>
          <p:cNvSpPr txBox="1"/>
          <p:nvPr/>
        </p:nvSpPr>
        <p:spPr>
          <a:xfrm>
            <a:off x="960120" y="3840480"/>
            <a:ext cx="472424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죄를 깨닫게 하고 정죄한다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진단은 하지만 치료는 못 한다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체온계와 같다</a:t>
            </a:r>
            <a:endParaRPr lang="en-US" sz="1800" dirty="0"/>
          </a:p>
        </p:txBody>
      </p:sp>
      <p:sp>
        <p:nvSpPr>
          <p:cNvPr id="9" name="cmp-1"/>
          <p:cNvSpPr/>
          <p:nvPr/>
        </p:nvSpPr>
        <p:spPr>
          <a:xfrm>
            <a:off x="6233008" y="3017520"/>
            <a:ext cx="5272888" cy="2286000"/>
          </a:xfrm>
          <a:prstGeom prst="roundRect">
            <a:avLst>
              <a:gd name="adj" fmla="val 2400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mp-1-head"/>
          <p:cNvSpPr txBox="1"/>
          <p:nvPr/>
        </p:nvSpPr>
        <p:spPr>
          <a:xfrm>
            <a:off x="6507328" y="3255264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은혜</a:t>
            </a:r>
            <a:endParaRPr lang="en-US" sz="2000" dirty="0"/>
          </a:p>
        </p:txBody>
      </p:sp>
      <p:sp>
        <p:nvSpPr>
          <p:cNvPr id="11" name="cmp-1-items"/>
          <p:cNvSpPr txBox="1"/>
          <p:nvPr/>
        </p:nvSpPr>
        <p:spPr>
          <a:xfrm>
            <a:off x="6507328" y="3840480"/>
            <a:ext cx="472424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죄인을 용서한다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죄의 치료이며 해결이다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노력이 아닌 하나님의 선물</a:t>
            </a:r>
            <a:endParaRPr lang="en-US" sz="1800" dirty="0"/>
          </a:p>
        </p:txBody>
      </p:sp>
      <p:sp>
        <p:nvSpPr>
          <p:cNvPr id="12" name="keyline"/>
          <p:cNvSpPr/>
          <p:nvPr/>
        </p:nvSpPr>
        <p:spPr>
          <a:xfrm>
            <a:off x="685800" y="5486400"/>
            <a:ext cx="10820095" cy="731520"/>
          </a:xfrm>
          <a:prstGeom prst="roundRect">
            <a:avLst>
              <a:gd name="adj" fmla="val 12500"/>
            </a:avLst>
          </a:prstGeom>
          <a:solidFill>
            <a:schemeClr val="tx2"/>
          </a:solidFill>
          <a:ln/>
        </p:spPr>
      </p:sp>
      <p:sp>
        <p:nvSpPr>
          <p:cNvPr id="13" name="keyline-text"/>
          <p:cNvSpPr txBox="1"/>
          <p:nvPr/>
        </p:nvSpPr>
        <p:spPr>
          <a:xfrm>
            <a:off x="960120" y="5486400"/>
            <a:ext cx="10271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누구도 율법을 완벽히 지킬 수 없기에, 은혜로 용서받을 필요가 있습니다</a:t>
            </a:r>
            <a:endParaRPr lang="en-US" sz="2000" dirty="0"/>
          </a:p>
        </p:txBody>
      </p:sp>
      <p:sp>
        <p:nvSpPr>
          <p:cNvPr id="14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18절 — 아버지 품 속에 있는 독생하신 하나님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41</a:t>
            </a:r>
            <a:endParaRPr lang="en-US" sz="1600" dirty="0"/>
          </a:p>
        </p:txBody>
      </p:sp>
      <p:sp>
        <p:nvSpPr>
          <p:cNvPr id="4" name="scripture-text"/>
          <p:cNvSpPr txBox="1"/>
          <p:nvPr/>
        </p:nvSpPr>
        <p:spPr>
          <a:xfrm>
            <a:off x="685800" y="157276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2100" i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“본래 하나님을 본 사람이 없으되 아버지 품 속에 있는 독생하신 하나님이 나타내셨느니라”</a:t>
            </a:r>
            <a:endParaRPr lang="en-US" sz="2100" dirty="0"/>
          </a:p>
        </p:txBody>
      </p:sp>
      <p:sp>
        <p:nvSpPr>
          <p:cNvPr id="5" name="scripture-ref"/>
          <p:cNvSpPr txBox="1"/>
          <p:nvPr/>
        </p:nvSpPr>
        <p:spPr>
          <a:xfrm>
            <a:off x="685800" y="24505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1:18</a:t>
            </a:r>
            <a:endParaRPr lang="en-US" sz="1500" dirty="0"/>
          </a:p>
        </p:txBody>
      </p:sp>
      <p:sp>
        <p:nvSpPr>
          <p:cNvPr id="6" name="card-0"/>
          <p:cNvSpPr/>
          <p:nvPr/>
        </p:nvSpPr>
        <p:spPr>
          <a:xfrm>
            <a:off x="685800" y="3017520"/>
            <a:ext cx="3448202" cy="2286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7" name="card-0-badge"/>
          <p:cNvSpPr/>
          <p:nvPr/>
        </p:nvSpPr>
        <p:spPr>
          <a:xfrm>
            <a:off x="923544" y="325526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card-0-badge-text"/>
          <p:cNvSpPr txBox="1"/>
          <p:nvPr/>
        </p:nvSpPr>
        <p:spPr>
          <a:xfrm>
            <a:off x="923544" y="32552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1500" dirty="0"/>
          </a:p>
        </p:txBody>
      </p:sp>
      <p:sp>
        <p:nvSpPr>
          <p:cNvPr id="9" name="card-0-head"/>
          <p:cNvSpPr txBox="1"/>
          <p:nvPr/>
        </p:nvSpPr>
        <p:spPr>
          <a:xfrm>
            <a:off x="923544" y="378561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아버지 품 속</a:t>
            </a:r>
            <a:endParaRPr lang="en-US" sz="2100" dirty="0"/>
          </a:p>
        </p:txBody>
      </p:sp>
      <p:sp>
        <p:nvSpPr>
          <p:cNvPr id="10" name="card-0-body"/>
          <p:cNvSpPr txBox="1"/>
          <p:nvPr/>
        </p:nvSpPr>
        <p:spPr>
          <a:xfrm>
            <a:off x="923544" y="4194810"/>
            <a:ext cx="2972714" cy="870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관계성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하나님과의 친밀한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인격적 관계</a:t>
            </a:r>
            <a:endParaRPr lang="en-US" sz="1700" dirty="0"/>
          </a:p>
        </p:txBody>
      </p:sp>
      <p:sp>
        <p:nvSpPr>
          <p:cNvPr id="11" name="card-1"/>
          <p:cNvSpPr/>
          <p:nvPr/>
        </p:nvSpPr>
        <p:spPr>
          <a:xfrm>
            <a:off x="4371746" y="3017520"/>
            <a:ext cx="3448202" cy="2286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2" name="card-1-badge"/>
          <p:cNvSpPr/>
          <p:nvPr/>
        </p:nvSpPr>
        <p:spPr>
          <a:xfrm>
            <a:off x="4609490" y="325526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card-1-badge-text"/>
          <p:cNvSpPr txBox="1"/>
          <p:nvPr/>
        </p:nvSpPr>
        <p:spPr>
          <a:xfrm>
            <a:off x="4609490" y="32552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1500" dirty="0"/>
          </a:p>
        </p:txBody>
      </p:sp>
      <p:sp>
        <p:nvSpPr>
          <p:cNvPr id="14" name="card-1-head"/>
          <p:cNvSpPr txBox="1"/>
          <p:nvPr/>
        </p:nvSpPr>
        <p:spPr>
          <a:xfrm>
            <a:off x="4609490" y="378561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독생하신 하나님</a:t>
            </a:r>
            <a:endParaRPr lang="en-US" sz="2100" dirty="0"/>
          </a:p>
        </p:txBody>
      </p:sp>
      <p:sp>
        <p:nvSpPr>
          <p:cNvPr id="15" name="card-1-body"/>
          <p:cNvSpPr txBox="1"/>
          <p:nvPr/>
        </p:nvSpPr>
        <p:spPr>
          <a:xfrm>
            <a:off x="4609490" y="4194810"/>
            <a:ext cx="2972714" cy="870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신성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하나님과 동일한 속성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피조된 분이 아니다</a:t>
            </a:r>
            <a:endParaRPr lang="en-US" sz="1700" dirty="0"/>
          </a:p>
        </p:txBody>
      </p:sp>
      <p:sp>
        <p:nvSpPr>
          <p:cNvPr id="16" name="card-2"/>
          <p:cNvSpPr/>
          <p:nvPr/>
        </p:nvSpPr>
        <p:spPr>
          <a:xfrm>
            <a:off x="8057693" y="3017520"/>
            <a:ext cx="3448202" cy="2286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7" name="card-2-badge"/>
          <p:cNvSpPr/>
          <p:nvPr/>
        </p:nvSpPr>
        <p:spPr>
          <a:xfrm>
            <a:off x="8295437" y="325526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card-2-badge-text"/>
          <p:cNvSpPr txBox="1"/>
          <p:nvPr/>
        </p:nvSpPr>
        <p:spPr>
          <a:xfrm>
            <a:off x="8295437" y="32552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1500" dirty="0"/>
          </a:p>
        </p:txBody>
      </p:sp>
      <p:sp>
        <p:nvSpPr>
          <p:cNvPr id="19" name="card-2-head"/>
          <p:cNvSpPr txBox="1"/>
          <p:nvPr/>
        </p:nvSpPr>
        <p:spPr>
          <a:xfrm>
            <a:off x="8295437" y="378561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나타내셨느니라</a:t>
            </a:r>
            <a:endParaRPr lang="en-US" sz="2100" dirty="0"/>
          </a:p>
        </p:txBody>
      </p:sp>
      <p:sp>
        <p:nvSpPr>
          <p:cNvPr id="20" name="card-2-body"/>
          <p:cNvSpPr txBox="1"/>
          <p:nvPr/>
        </p:nvSpPr>
        <p:spPr>
          <a:xfrm>
            <a:off x="8295437" y="4194810"/>
            <a:ext cx="2972714" cy="870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계시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아무도 보지 못한 하나님을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예수님이 보여주셨다</a:t>
            </a:r>
            <a:endParaRPr lang="en-US" sz="1700" dirty="0"/>
          </a:p>
        </p:txBody>
      </p:sp>
      <p:sp>
        <p:nvSpPr>
          <p:cNvPr id="21" name="note"/>
          <p:cNvSpPr txBox="1"/>
          <p:nvPr/>
        </p:nvSpPr>
        <p:spPr>
          <a:xfrm>
            <a:off x="685800" y="5486400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“하나님을 본 사람이 없다”면 모세는? — 모세도 하나님의 본체를 본 것이 아닙니다 (출 33:20~23).</a:t>
            </a:r>
            <a:endParaRPr lang="en-US" sz="1800" dirty="0"/>
          </a:p>
        </p:txBody>
      </p:sp>
      <p:sp>
        <p:nvSpPr>
          <p:cNvPr id="22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5836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나눔 · 질문 Q9 · Q10 · Q11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078992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말씀이 육신이 되셨다면, 나는</a:t>
            </a:r>
            <a:endParaRPr lang="en-US" sz="4200" dirty="0"/>
          </a:p>
        </p:txBody>
      </p:sp>
      <p:sp>
        <p:nvSpPr>
          <p:cNvPr id="4" name="card-0"/>
          <p:cNvSpPr/>
          <p:nvPr/>
        </p:nvSpPr>
        <p:spPr>
          <a:xfrm>
            <a:off x="685800" y="2377440"/>
            <a:ext cx="3448202" cy="3017520"/>
          </a:xfrm>
          <a:prstGeom prst="roundRect">
            <a:avLst>
              <a:gd name="adj" fmla="val 1818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2615184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2615184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Q9</a:t>
            </a:r>
            <a:endParaRPr lang="en-US" sz="15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314553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성육신의 의미</a:t>
            </a:r>
            <a:endParaRPr lang="en-US" sz="21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3554730"/>
            <a:ext cx="2972714" cy="160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“말씀이 육신이 되셨다”가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나에게 어떤 의미입니까?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가까이 계시는 하나님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포기하시는 분</a:t>
            </a:r>
            <a:endParaRPr lang="en-US" sz="1700" dirty="0"/>
          </a:p>
        </p:txBody>
      </p:sp>
      <p:sp>
        <p:nvSpPr>
          <p:cNvPr id="9" name="card-1"/>
          <p:cNvSpPr/>
          <p:nvPr/>
        </p:nvSpPr>
        <p:spPr>
          <a:xfrm>
            <a:off x="4371746" y="2377440"/>
            <a:ext cx="3448202" cy="3017520"/>
          </a:xfrm>
          <a:prstGeom prst="roundRect">
            <a:avLst>
              <a:gd name="adj" fmla="val 1818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4609490" y="2615184"/>
            <a:ext cx="516179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4609490" y="2615184"/>
            <a:ext cx="5161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Q10</a:t>
            </a:r>
            <a:endParaRPr lang="en-US" sz="1500" dirty="0"/>
          </a:p>
        </p:txBody>
      </p:sp>
      <p:sp>
        <p:nvSpPr>
          <p:cNvPr id="12" name="card-1-head"/>
          <p:cNvSpPr txBox="1"/>
          <p:nvPr/>
        </p:nvSpPr>
        <p:spPr>
          <a:xfrm>
            <a:off x="4609490" y="314553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알게 된 하나님</a:t>
            </a:r>
            <a:endParaRPr lang="en-US" sz="2100" dirty="0"/>
          </a:p>
        </p:txBody>
      </p:sp>
      <p:sp>
        <p:nvSpPr>
          <p:cNvPr id="13" name="card-1-body"/>
          <p:cNvSpPr txBox="1"/>
          <p:nvPr/>
        </p:nvSpPr>
        <p:spPr>
          <a:xfrm>
            <a:off x="4609490" y="3554730"/>
            <a:ext cx="2972714" cy="160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예수님을 통해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하나님의 어떤 부분을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알게 되었습니까?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구원의 뜻 · 진리 · 사랑</a:t>
            </a:r>
            <a:endParaRPr lang="en-US" sz="1700" dirty="0"/>
          </a:p>
        </p:txBody>
      </p:sp>
      <p:sp>
        <p:nvSpPr>
          <p:cNvPr id="14" name="card-2"/>
          <p:cNvSpPr/>
          <p:nvPr/>
        </p:nvSpPr>
        <p:spPr>
          <a:xfrm>
            <a:off x="8057693" y="2377440"/>
            <a:ext cx="3448202" cy="3017520"/>
          </a:xfrm>
          <a:prstGeom prst="roundRect">
            <a:avLst>
              <a:gd name="adj" fmla="val 1818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5" name="card-2-badge"/>
          <p:cNvSpPr/>
          <p:nvPr/>
        </p:nvSpPr>
        <p:spPr>
          <a:xfrm>
            <a:off x="8295437" y="2615184"/>
            <a:ext cx="516179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6" name="card-2-badge-text"/>
          <p:cNvSpPr txBox="1"/>
          <p:nvPr/>
        </p:nvSpPr>
        <p:spPr>
          <a:xfrm>
            <a:off x="8295437" y="2615184"/>
            <a:ext cx="5161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Q11</a:t>
            </a:r>
            <a:endParaRPr lang="en-US" sz="1500" dirty="0"/>
          </a:p>
        </p:txBody>
      </p:sp>
      <p:sp>
        <p:nvSpPr>
          <p:cNvPr id="17" name="card-2-head"/>
          <p:cNvSpPr txBox="1"/>
          <p:nvPr/>
        </p:nvSpPr>
        <p:spPr>
          <a:xfrm>
            <a:off x="8295437" y="314553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무엇을 포기할까</a:t>
            </a:r>
            <a:endParaRPr lang="en-US" sz="2100" dirty="0"/>
          </a:p>
        </p:txBody>
      </p:sp>
      <p:sp>
        <p:nvSpPr>
          <p:cNvPr id="18" name="card-2-body"/>
          <p:cNvSpPr txBox="1"/>
          <p:nvPr/>
        </p:nvSpPr>
        <p:spPr>
          <a:xfrm>
            <a:off x="8295437" y="3554730"/>
            <a:ext cx="2972714" cy="160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이웃을 위해 무엇을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포기하시겠습니까?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 · 돈 · 편안함 · 자존심</a:t>
            </a:r>
            <a:endParaRPr lang="en-US" sz="1700" dirty="0"/>
          </a:p>
        </p:txBody>
      </p:sp>
      <p:sp>
        <p:nvSpPr>
          <p:cNvPr id="19" name="guide"/>
          <p:cNvSpPr txBox="1"/>
          <p:nvPr/>
        </p:nvSpPr>
        <p:spPr>
          <a:xfrm>
            <a:off x="685800" y="55595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조별 나눔 10분 → 전체 나눔 2명</a:t>
            </a:r>
            <a:endParaRPr lang="en-US" sz="1600" dirty="0"/>
          </a:p>
        </p:txBody>
      </p:sp>
      <p:sp>
        <p:nvSpPr>
          <p:cNvPr id="20" name="Text 0"/>
          <p:cNvSpPr/>
          <p:nvPr>
            <p:ph idx="102" type="body" hasCustomPrompt="1"/>
          </p:nvPr>
        </p:nvSpPr>
        <p:spPr>
          <a:xfrm>
            <a:off x="685800" y="2148840"/>
            <a:ext cx="10820095" cy="39319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1강 한 장 정리</a:t>
            </a:r>
            <a:endParaRPr lang="en-US" sz="3600" dirty="0"/>
          </a:p>
        </p:txBody>
      </p:sp>
      <p:sp>
        <p:nvSpPr>
          <p:cNvPr id="3" name="card-0"/>
          <p:cNvSpPr/>
          <p:nvPr/>
        </p:nvSpPr>
        <p:spPr>
          <a:xfrm>
            <a:off x="685800" y="1609344"/>
            <a:ext cx="5291176" cy="2103120"/>
          </a:xfrm>
          <a:prstGeom prst="roundRect">
            <a:avLst>
              <a:gd name="adj" fmla="val 260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84708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377440"/>
            <a:ext cx="481568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주제</a:t>
            </a:r>
            <a:endParaRPr lang="en-US" sz="22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2802636"/>
            <a:ext cx="4815688" cy="672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예수님은 누구신가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예수님의 신성(神性)</a:t>
            </a:r>
            <a:endParaRPr lang="en-US" sz="1800" dirty="0"/>
          </a:p>
        </p:txBody>
      </p:sp>
      <p:sp>
        <p:nvSpPr>
          <p:cNvPr id="8" name="card-1"/>
          <p:cNvSpPr/>
          <p:nvPr/>
        </p:nvSpPr>
        <p:spPr>
          <a:xfrm>
            <a:off x="6214720" y="1609344"/>
            <a:ext cx="5291176" cy="2103120"/>
          </a:xfrm>
          <a:prstGeom prst="roundRect">
            <a:avLst>
              <a:gd name="adj" fmla="val 260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1-badge"/>
          <p:cNvSpPr/>
          <p:nvPr/>
        </p:nvSpPr>
        <p:spPr>
          <a:xfrm>
            <a:off x="6452464" y="184708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card-1-badge-text"/>
          <p:cNvSpPr txBox="1"/>
          <p:nvPr/>
        </p:nvSpPr>
        <p:spPr>
          <a:xfrm>
            <a:off x="6452464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card-1-head"/>
          <p:cNvSpPr txBox="1"/>
          <p:nvPr/>
        </p:nvSpPr>
        <p:spPr>
          <a:xfrm>
            <a:off x="6452464" y="2377440"/>
            <a:ext cx="481568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기록목적 (20:31)</a:t>
            </a:r>
            <a:endParaRPr lang="en-US" sz="2200" dirty="0"/>
          </a:p>
        </p:txBody>
      </p:sp>
      <p:sp>
        <p:nvSpPr>
          <p:cNvPr id="12" name="card-1-body"/>
          <p:cNvSpPr txBox="1"/>
          <p:nvPr/>
        </p:nvSpPr>
        <p:spPr>
          <a:xfrm>
            <a:off x="6452464" y="2802636"/>
            <a:ext cx="4815688" cy="672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하나님의 아들이심을 믿고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이름으로 생명을 얻게 함</a:t>
            </a:r>
            <a:endParaRPr lang="en-US" sz="1800" dirty="0"/>
          </a:p>
        </p:txBody>
      </p:sp>
      <p:sp>
        <p:nvSpPr>
          <p:cNvPr id="13" name="subhead-badge"/>
          <p:cNvSpPr/>
          <p:nvPr/>
        </p:nvSpPr>
        <p:spPr>
          <a:xfrm>
            <a:off x="685800" y="3858768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subhead-badge-text"/>
          <p:cNvSpPr txBox="1"/>
          <p:nvPr/>
        </p:nvSpPr>
        <p:spPr>
          <a:xfrm>
            <a:off x="685800" y="38587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subhead-text"/>
          <p:cNvSpPr txBox="1"/>
          <p:nvPr/>
        </p:nvSpPr>
        <p:spPr>
          <a:xfrm>
            <a:off x="1252728" y="3877056"/>
            <a:ext cx="1025316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신성의 근거 여섯 가지</a:t>
            </a:r>
            <a:endParaRPr lang="en-US" sz="2150" dirty="0"/>
          </a:p>
        </p:txBody>
      </p:sp>
      <p:sp>
        <p:nvSpPr>
          <p:cNvPr id="16" name="card-0"/>
          <p:cNvSpPr/>
          <p:nvPr/>
        </p:nvSpPr>
        <p:spPr>
          <a:xfrm>
            <a:off x="685800" y="4389120"/>
            <a:ext cx="1605229" cy="1828800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7" name="card-0-head"/>
          <p:cNvSpPr txBox="1"/>
          <p:nvPr/>
        </p:nvSpPr>
        <p:spPr>
          <a:xfrm>
            <a:off x="841248" y="4544568"/>
            <a:ext cx="129433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일곱 자기선언</a:t>
            </a:r>
            <a:endParaRPr lang="en-US" sz="1600" dirty="0"/>
          </a:p>
        </p:txBody>
      </p:sp>
      <p:sp>
        <p:nvSpPr>
          <p:cNvPr id="18" name="card-0-body"/>
          <p:cNvSpPr txBox="1"/>
          <p:nvPr/>
        </p:nvSpPr>
        <p:spPr>
          <a:xfrm>
            <a:off x="841248" y="5129784"/>
            <a:ext cx="1294333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떡 빛 문 목자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부활 길 포도나무</a:t>
            </a:r>
            <a:endParaRPr lang="en-US" sz="1500" dirty="0"/>
          </a:p>
        </p:txBody>
      </p:sp>
      <p:sp>
        <p:nvSpPr>
          <p:cNvPr id="19" name="card-1"/>
          <p:cNvSpPr/>
          <p:nvPr/>
        </p:nvSpPr>
        <p:spPr>
          <a:xfrm>
            <a:off x="2528773" y="4389120"/>
            <a:ext cx="1605229" cy="1828800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0" name="card-1-head"/>
          <p:cNvSpPr txBox="1"/>
          <p:nvPr/>
        </p:nvSpPr>
        <p:spPr>
          <a:xfrm>
            <a:off x="2684221" y="4544568"/>
            <a:ext cx="129433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성령의 복음서</a:t>
            </a:r>
            <a:endParaRPr lang="en-US" sz="1600" dirty="0"/>
          </a:p>
        </p:txBody>
      </p:sp>
      <p:sp>
        <p:nvSpPr>
          <p:cNvPr id="21" name="card-1-body"/>
          <p:cNvSpPr txBox="1"/>
          <p:nvPr/>
        </p:nvSpPr>
        <p:spPr>
          <a:xfrm>
            <a:off x="2684221" y="5129784"/>
            <a:ext cx="1294333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하나님은 영이시다</a:t>
            </a:r>
            <a:endParaRPr lang="en-US" sz="1500" dirty="0"/>
          </a:p>
        </p:txBody>
      </p:sp>
      <p:sp>
        <p:nvSpPr>
          <p:cNvPr id="22" name="card-2"/>
          <p:cNvSpPr/>
          <p:nvPr/>
        </p:nvSpPr>
        <p:spPr>
          <a:xfrm>
            <a:off x="4371746" y="4389120"/>
            <a:ext cx="1605229" cy="1828800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3" name="card-2-head"/>
          <p:cNvSpPr txBox="1"/>
          <p:nvPr/>
        </p:nvSpPr>
        <p:spPr>
          <a:xfrm>
            <a:off x="4527194" y="4544568"/>
            <a:ext cx="129433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영광의 복음서</a:t>
            </a:r>
            <a:endParaRPr lang="en-US" sz="1600" dirty="0"/>
          </a:p>
        </p:txBody>
      </p:sp>
      <p:sp>
        <p:nvSpPr>
          <p:cNvPr id="24" name="card-2-body"/>
          <p:cNvSpPr txBox="1"/>
          <p:nvPr/>
        </p:nvSpPr>
        <p:spPr>
          <a:xfrm>
            <a:off x="4527194" y="5129784"/>
            <a:ext cx="1294333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1:14 · 17장</a:t>
            </a:r>
            <a:endParaRPr lang="en-US" sz="1500" dirty="0"/>
          </a:p>
        </p:txBody>
      </p:sp>
      <p:sp>
        <p:nvSpPr>
          <p:cNvPr id="25" name="card-3"/>
          <p:cNvSpPr/>
          <p:nvPr/>
        </p:nvSpPr>
        <p:spPr>
          <a:xfrm>
            <a:off x="6214720" y="4389120"/>
            <a:ext cx="1605229" cy="1828800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6" name="card-3-head"/>
          <p:cNvSpPr txBox="1"/>
          <p:nvPr/>
        </p:nvSpPr>
        <p:spPr>
          <a:xfrm>
            <a:off x="6370168" y="4544568"/>
            <a:ext cx="129433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사랑의 복음서</a:t>
            </a:r>
            <a:endParaRPr lang="en-US" sz="1600" dirty="0"/>
          </a:p>
        </p:txBody>
      </p:sp>
      <p:sp>
        <p:nvSpPr>
          <p:cNvPr id="27" name="card-3-body"/>
          <p:cNvSpPr txBox="1"/>
          <p:nvPr/>
        </p:nvSpPr>
        <p:spPr>
          <a:xfrm>
            <a:off x="6370168" y="5129784"/>
            <a:ext cx="1294333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사랑하라</a:t>
            </a:r>
            <a:endParaRPr lang="en-US" sz="1500" dirty="0"/>
          </a:p>
        </p:txBody>
      </p:sp>
      <p:sp>
        <p:nvSpPr>
          <p:cNvPr id="28" name="card-4"/>
          <p:cNvSpPr/>
          <p:nvPr/>
        </p:nvSpPr>
        <p:spPr>
          <a:xfrm>
            <a:off x="8057693" y="4389120"/>
            <a:ext cx="1605229" cy="1828800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9" name="card-4-head"/>
          <p:cNvSpPr txBox="1"/>
          <p:nvPr/>
        </p:nvSpPr>
        <p:spPr>
          <a:xfrm>
            <a:off x="8213141" y="4544568"/>
            <a:ext cx="129433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일곱 표적</a:t>
            </a:r>
            <a:endParaRPr lang="en-US" sz="1600" dirty="0"/>
          </a:p>
        </p:txBody>
      </p:sp>
      <p:sp>
        <p:nvSpPr>
          <p:cNvPr id="30" name="card-4-body"/>
          <p:cNvSpPr txBox="1"/>
          <p:nvPr/>
        </p:nvSpPr>
        <p:spPr>
          <a:xfrm>
            <a:off x="8213141" y="5129784"/>
            <a:ext cx="1294333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가왕베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오물실나</a:t>
            </a:r>
            <a:endParaRPr lang="en-US" sz="1500" dirty="0"/>
          </a:p>
        </p:txBody>
      </p:sp>
      <p:sp>
        <p:nvSpPr>
          <p:cNvPr id="31" name="card-5"/>
          <p:cNvSpPr/>
          <p:nvPr/>
        </p:nvSpPr>
        <p:spPr>
          <a:xfrm>
            <a:off x="9900666" y="4389120"/>
            <a:ext cx="1605229" cy="1828800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2" name="card-5-head"/>
          <p:cNvSpPr txBox="1"/>
          <p:nvPr/>
        </p:nvSpPr>
        <p:spPr>
          <a:xfrm>
            <a:off x="10056114" y="4544568"/>
            <a:ext cx="129433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유대 중심 사역</a:t>
            </a:r>
            <a:endParaRPr lang="en-US" sz="1600" dirty="0"/>
          </a:p>
        </p:txBody>
      </p:sp>
      <p:sp>
        <p:nvSpPr>
          <p:cNvPr id="33" name="card-5-body"/>
          <p:cNvSpPr txBox="1"/>
          <p:nvPr/>
        </p:nvSpPr>
        <p:spPr>
          <a:xfrm>
            <a:off x="10056114" y="5129784"/>
            <a:ext cx="1294333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명절마다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예루살렘으로</a:t>
            </a:r>
            <a:endParaRPr lang="en-US" sz="1500" dirty="0"/>
          </a:p>
        </p:txBody>
      </p:sp>
      <p:sp>
        <p:nvSpPr>
          <p:cNvPr id="34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요한복음의 구조</a:t>
            </a:r>
            <a:endParaRPr lang="en-US" sz="3600" dirty="0"/>
          </a:p>
        </p:txBody>
      </p:sp>
      <p:sp>
        <p:nvSpPr>
          <p:cNvPr id="3" name="st-0"/>
          <p:cNvSpPr/>
          <p:nvPr/>
        </p:nvSpPr>
        <p:spPr>
          <a:xfrm>
            <a:off x="685800" y="1719072"/>
            <a:ext cx="10820095" cy="786384"/>
          </a:xfrm>
          <a:prstGeom prst="roundRect">
            <a:avLst>
              <a:gd name="adj" fmla="val 6977"/>
            </a:avLst>
          </a:prstGeom>
          <a:solidFill>
            <a:schemeClr val="accent2"/>
          </a:solidFill>
          <a:ln/>
        </p:spPr>
      </p:sp>
      <p:sp>
        <p:nvSpPr>
          <p:cNvPr id="4" name="st-0-n"/>
          <p:cNvSpPr txBox="1"/>
          <p:nvPr/>
        </p:nvSpPr>
        <p:spPr>
          <a:xfrm>
            <a:off x="1014984" y="1719072"/>
            <a:ext cx="640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st-0-t"/>
          <p:cNvSpPr txBox="1"/>
          <p:nvPr/>
        </p:nvSpPr>
        <p:spPr>
          <a:xfrm>
            <a:off x="1874520" y="1719072"/>
            <a:ext cx="6400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신학적 서론</a:t>
            </a:r>
            <a:endParaRPr lang="en-US" sz="2400" dirty="0"/>
          </a:p>
        </p:txBody>
      </p:sp>
      <p:sp>
        <p:nvSpPr>
          <p:cNvPr id="6" name="st-0-r"/>
          <p:cNvSpPr txBox="1"/>
          <p:nvPr/>
        </p:nvSpPr>
        <p:spPr>
          <a:xfrm>
            <a:off x="8366760" y="1719072"/>
            <a:ext cx="2926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~1:18</a:t>
            </a:r>
            <a:endParaRPr lang="en-US" sz="2200" dirty="0"/>
          </a:p>
        </p:txBody>
      </p:sp>
      <p:sp>
        <p:nvSpPr>
          <p:cNvPr id="7" name="st-1"/>
          <p:cNvSpPr/>
          <p:nvPr/>
        </p:nvSpPr>
        <p:spPr>
          <a:xfrm>
            <a:off x="685800" y="2615184"/>
            <a:ext cx="10820095" cy="786384"/>
          </a:xfrm>
          <a:prstGeom prst="roundRect">
            <a:avLst>
              <a:gd name="adj" fmla="val 6977"/>
            </a:avLst>
          </a:prstGeom>
          <a:solidFill>
            <a:schemeClr val="accent2"/>
          </a:solidFill>
          <a:ln/>
        </p:spPr>
      </p:sp>
      <p:sp>
        <p:nvSpPr>
          <p:cNvPr id="8" name="st-1-n"/>
          <p:cNvSpPr txBox="1"/>
          <p:nvPr/>
        </p:nvSpPr>
        <p:spPr>
          <a:xfrm>
            <a:off x="1014984" y="2615184"/>
            <a:ext cx="640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2600" dirty="0"/>
          </a:p>
        </p:txBody>
      </p:sp>
      <p:sp>
        <p:nvSpPr>
          <p:cNvPr id="9" name="st-1-t"/>
          <p:cNvSpPr txBox="1"/>
          <p:nvPr/>
        </p:nvSpPr>
        <p:spPr>
          <a:xfrm>
            <a:off x="1874520" y="2615184"/>
            <a:ext cx="6400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유대 · 예루살렘 사역</a:t>
            </a:r>
            <a:endParaRPr lang="en-US" sz="2400" dirty="0"/>
          </a:p>
        </p:txBody>
      </p:sp>
      <p:sp>
        <p:nvSpPr>
          <p:cNvPr id="10" name="st-1-r"/>
          <p:cNvSpPr txBox="1"/>
          <p:nvPr/>
        </p:nvSpPr>
        <p:spPr>
          <a:xfrm>
            <a:off x="8366760" y="2615184"/>
            <a:ext cx="2926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1:19~12장</a:t>
            </a:r>
            <a:endParaRPr lang="en-US" sz="2200" dirty="0"/>
          </a:p>
        </p:txBody>
      </p:sp>
      <p:sp>
        <p:nvSpPr>
          <p:cNvPr id="11" name="st-2"/>
          <p:cNvSpPr/>
          <p:nvPr/>
        </p:nvSpPr>
        <p:spPr>
          <a:xfrm>
            <a:off x="685800" y="3511296"/>
            <a:ext cx="10820095" cy="786384"/>
          </a:xfrm>
          <a:prstGeom prst="roundRect">
            <a:avLst>
              <a:gd name="adj" fmla="val 6977"/>
            </a:avLst>
          </a:prstGeom>
          <a:solidFill>
            <a:schemeClr val="accent2"/>
          </a:solidFill>
          <a:ln/>
        </p:spPr>
      </p:sp>
      <p:sp>
        <p:nvSpPr>
          <p:cNvPr id="12" name="st-2-n"/>
          <p:cNvSpPr txBox="1"/>
          <p:nvPr/>
        </p:nvSpPr>
        <p:spPr>
          <a:xfrm>
            <a:off x="1014984" y="3511296"/>
            <a:ext cx="640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2600" dirty="0"/>
          </a:p>
        </p:txBody>
      </p:sp>
      <p:sp>
        <p:nvSpPr>
          <p:cNvPr id="13" name="st-2-t"/>
          <p:cNvSpPr txBox="1"/>
          <p:nvPr/>
        </p:nvSpPr>
        <p:spPr>
          <a:xfrm>
            <a:off x="1874520" y="3511296"/>
            <a:ext cx="6400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다락방 강화</a:t>
            </a:r>
            <a:endParaRPr lang="en-US" sz="2400" dirty="0"/>
          </a:p>
        </p:txBody>
      </p:sp>
      <p:sp>
        <p:nvSpPr>
          <p:cNvPr id="14" name="st-2-r"/>
          <p:cNvSpPr txBox="1"/>
          <p:nvPr/>
        </p:nvSpPr>
        <p:spPr>
          <a:xfrm>
            <a:off x="8366760" y="3511296"/>
            <a:ext cx="2926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13~17장</a:t>
            </a:r>
            <a:endParaRPr lang="en-US" sz="2200" dirty="0"/>
          </a:p>
        </p:txBody>
      </p:sp>
      <p:sp>
        <p:nvSpPr>
          <p:cNvPr id="15" name="st-3"/>
          <p:cNvSpPr/>
          <p:nvPr/>
        </p:nvSpPr>
        <p:spPr>
          <a:xfrm>
            <a:off x="685800" y="4407408"/>
            <a:ext cx="10820095" cy="786384"/>
          </a:xfrm>
          <a:prstGeom prst="roundRect">
            <a:avLst>
              <a:gd name="adj" fmla="val 6977"/>
            </a:avLst>
          </a:prstGeom>
          <a:solidFill>
            <a:schemeClr val="accent2"/>
          </a:solidFill>
          <a:ln/>
        </p:spPr>
      </p:sp>
      <p:sp>
        <p:nvSpPr>
          <p:cNvPr id="16" name="st-3-n"/>
          <p:cNvSpPr txBox="1"/>
          <p:nvPr/>
        </p:nvSpPr>
        <p:spPr>
          <a:xfrm>
            <a:off x="1014984" y="4407408"/>
            <a:ext cx="640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2600" dirty="0"/>
          </a:p>
        </p:txBody>
      </p:sp>
      <p:sp>
        <p:nvSpPr>
          <p:cNvPr id="17" name="st-3-t"/>
          <p:cNvSpPr txBox="1"/>
          <p:nvPr/>
        </p:nvSpPr>
        <p:spPr>
          <a:xfrm>
            <a:off x="1874520" y="4407408"/>
            <a:ext cx="6400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수난과 부활</a:t>
            </a:r>
            <a:endParaRPr lang="en-US" sz="2400" dirty="0"/>
          </a:p>
        </p:txBody>
      </p:sp>
      <p:sp>
        <p:nvSpPr>
          <p:cNvPr id="18" name="st-3-r"/>
          <p:cNvSpPr txBox="1"/>
          <p:nvPr/>
        </p:nvSpPr>
        <p:spPr>
          <a:xfrm>
            <a:off x="8366760" y="4407408"/>
            <a:ext cx="2926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18~20장</a:t>
            </a:r>
            <a:endParaRPr lang="en-US" sz="2200" dirty="0"/>
          </a:p>
        </p:txBody>
      </p:sp>
      <p:sp>
        <p:nvSpPr>
          <p:cNvPr id="19" name="st-4"/>
          <p:cNvSpPr/>
          <p:nvPr/>
        </p:nvSpPr>
        <p:spPr>
          <a:xfrm>
            <a:off x="685800" y="5303520"/>
            <a:ext cx="10820095" cy="786384"/>
          </a:xfrm>
          <a:prstGeom prst="roundRect">
            <a:avLst>
              <a:gd name="adj" fmla="val 6977"/>
            </a:avLst>
          </a:prstGeom>
          <a:solidFill>
            <a:schemeClr val="accent2"/>
          </a:solidFill>
          <a:ln/>
        </p:spPr>
      </p:sp>
      <p:sp>
        <p:nvSpPr>
          <p:cNvPr id="20" name="st-4-n"/>
          <p:cNvSpPr txBox="1"/>
          <p:nvPr/>
        </p:nvSpPr>
        <p:spPr>
          <a:xfrm>
            <a:off x="1014984" y="5303520"/>
            <a:ext cx="640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2600" dirty="0"/>
          </a:p>
        </p:txBody>
      </p:sp>
      <p:sp>
        <p:nvSpPr>
          <p:cNvPr id="21" name="st-4-t"/>
          <p:cNvSpPr txBox="1"/>
          <p:nvPr/>
        </p:nvSpPr>
        <p:spPr>
          <a:xfrm>
            <a:off x="1874520" y="5303520"/>
            <a:ext cx="6400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갈릴리 현현</a:t>
            </a:r>
            <a:endParaRPr lang="en-US" sz="2400" dirty="0"/>
          </a:p>
        </p:txBody>
      </p:sp>
      <p:sp>
        <p:nvSpPr>
          <p:cNvPr id="22" name="st-4-r"/>
          <p:cNvSpPr txBox="1"/>
          <p:nvPr/>
        </p:nvSpPr>
        <p:spPr>
          <a:xfrm>
            <a:off x="8366760" y="5303520"/>
            <a:ext cx="2926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21장</a:t>
            </a:r>
            <a:endParaRPr lang="en-US" sz="2200" dirty="0"/>
          </a:p>
        </p:txBody>
      </p:sp>
      <p:sp>
        <p:nvSpPr>
          <p:cNvPr id="23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주까지</a:t>
            </a:r>
            <a:endParaRPr lang="en-US" sz="3600" dirty="0"/>
          </a:p>
        </p:txBody>
      </p:sp>
      <p:sp>
        <p:nvSpPr>
          <p:cNvPr id="3" name="card-0"/>
          <p:cNvSpPr/>
          <p:nvPr/>
        </p:nvSpPr>
        <p:spPr>
          <a:xfrm>
            <a:off x="685800" y="1609344"/>
            <a:ext cx="2526716" cy="292608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84708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377440"/>
            <a:ext cx="2051228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1강 소감문</a:t>
            </a:r>
            <a:endParaRPr lang="en-US" sz="21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2786634"/>
            <a:ext cx="2051228" cy="1053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마음에 남은 것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가지를 중심으로</a:t>
            </a:r>
            <a:endParaRPr lang="en-US" sz="1700" dirty="0"/>
          </a:p>
        </p:txBody>
      </p:sp>
      <p:sp>
        <p:nvSpPr>
          <p:cNvPr id="8" name="card-0-foot"/>
          <p:cNvSpPr txBox="1"/>
          <p:nvPr/>
        </p:nvSpPr>
        <p:spPr>
          <a:xfrm>
            <a:off x="923544" y="3876675"/>
            <a:ext cx="2051228" cy="45758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 : 2주차</a:t>
            </a:r>
            <a:endParaRPr lang="en-US" sz="1500" dirty="0"/>
          </a:p>
        </p:txBody>
      </p:sp>
      <p:sp>
        <p:nvSpPr>
          <p:cNvPr id="9" name="card-1"/>
          <p:cNvSpPr/>
          <p:nvPr/>
        </p:nvSpPr>
        <p:spPr>
          <a:xfrm>
            <a:off x="3450260" y="1609344"/>
            <a:ext cx="2526716" cy="292608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3688004" y="184708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3688004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card-1-head"/>
          <p:cNvSpPr txBox="1"/>
          <p:nvPr/>
        </p:nvSpPr>
        <p:spPr>
          <a:xfrm>
            <a:off x="3688004" y="2377440"/>
            <a:ext cx="2051228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제2과 예습</a:t>
            </a:r>
            <a:endParaRPr lang="en-US" sz="2100" dirty="0"/>
          </a:p>
        </p:txBody>
      </p:sp>
      <p:sp>
        <p:nvSpPr>
          <p:cNvPr id="13" name="card-1-body"/>
          <p:cNvSpPr txBox="1"/>
          <p:nvPr/>
        </p:nvSpPr>
        <p:spPr>
          <a:xfrm>
            <a:off x="3688004" y="2786634"/>
            <a:ext cx="2051228" cy="1053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 1:19~4:42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교재 질문 미리 답하기</a:t>
            </a:r>
            <a:endParaRPr lang="en-US" sz="1700" dirty="0"/>
          </a:p>
        </p:txBody>
      </p:sp>
      <p:sp>
        <p:nvSpPr>
          <p:cNvPr id="14" name="card-1-foot"/>
          <p:cNvSpPr txBox="1"/>
          <p:nvPr/>
        </p:nvSpPr>
        <p:spPr>
          <a:xfrm>
            <a:off x="3688004" y="3876675"/>
            <a:ext cx="2051228" cy="45758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영광이 드러나다</a:t>
            </a:r>
            <a:endParaRPr lang="en-US" sz="1500" dirty="0"/>
          </a:p>
        </p:txBody>
      </p:sp>
      <p:sp>
        <p:nvSpPr>
          <p:cNvPr id="15" name="card-2"/>
          <p:cNvSpPr/>
          <p:nvPr/>
        </p:nvSpPr>
        <p:spPr>
          <a:xfrm>
            <a:off x="6214720" y="1609344"/>
            <a:ext cx="2526716" cy="292608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6" name="card-2-badge"/>
          <p:cNvSpPr/>
          <p:nvPr/>
        </p:nvSpPr>
        <p:spPr>
          <a:xfrm>
            <a:off x="6452464" y="184708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card-2-badge-text"/>
          <p:cNvSpPr txBox="1"/>
          <p:nvPr/>
        </p:nvSpPr>
        <p:spPr>
          <a:xfrm>
            <a:off x="6452464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card-2-head"/>
          <p:cNvSpPr txBox="1"/>
          <p:nvPr/>
        </p:nvSpPr>
        <p:spPr>
          <a:xfrm>
            <a:off x="6452464" y="2377440"/>
            <a:ext cx="2051228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통독</a:t>
            </a:r>
            <a:endParaRPr lang="en-US" sz="2100" dirty="0"/>
          </a:p>
        </p:txBody>
      </p:sp>
      <p:sp>
        <p:nvSpPr>
          <p:cNvPr id="19" name="card-2-body"/>
          <p:cNvSpPr txBox="1"/>
          <p:nvPr/>
        </p:nvSpPr>
        <p:spPr>
          <a:xfrm>
            <a:off x="6452464" y="2786634"/>
            <a:ext cx="2051228" cy="1053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주에 21장 일독</a:t>
            </a:r>
            <a:endParaRPr lang="en-US" sz="1700" dirty="0"/>
          </a:p>
        </p:txBody>
      </p:sp>
      <p:sp>
        <p:nvSpPr>
          <p:cNvPr id="20" name="card-2-foot"/>
          <p:cNvSpPr txBox="1"/>
          <p:nvPr/>
        </p:nvSpPr>
        <p:spPr>
          <a:xfrm>
            <a:off x="6452464" y="3876675"/>
            <a:ext cx="2051228" cy="45758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권장</a:t>
            </a:r>
            <a:endParaRPr lang="en-US" sz="1500" dirty="0"/>
          </a:p>
        </p:txBody>
      </p:sp>
      <p:sp>
        <p:nvSpPr>
          <p:cNvPr id="21" name="card-3"/>
          <p:cNvSpPr/>
          <p:nvPr/>
        </p:nvSpPr>
        <p:spPr>
          <a:xfrm>
            <a:off x="8979179" y="1609344"/>
            <a:ext cx="2526716" cy="292608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2" name="card-3-badge"/>
          <p:cNvSpPr/>
          <p:nvPr/>
        </p:nvSpPr>
        <p:spPr>
          <a:xfrm>
            <a:off x="9216923" y="184708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3" name="card-3-badge-text"/>
          <p:cNvSpPr txBox="1"/>
          <p:nvPr/>
        </p:nvSpPr>
        <p:spPr>
          <a:xfrm>
            <a:off x="9216923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card-3-head"/>
          <p:cNvSpPr txBox="1"/>
          <p:nvPr/>
        </p:nvSpPr>
        <p:spPr>
          <a:xfrm>
            <a:off x="9216923" y="2377440"/>
            <a:ext cx="2051228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성구 암송</a:t>
            </a:r>
            <a:endParaRPr lang="en-US" sz="2100" dirty="0"/>
          </a:p>
        </p:txBody>
      </p:sp>
      <p:sp>
        <p:nvSpPr>
          <p:cNvPr id="25" name="card-3-body"/>
          <p:cNvSpPr txBox="1"/>
          <p:nvPr/>
        </p:nvSpPr>
        <p:spPr>
          <a:xfrm>
            <a:off x="9216923" y="2786634"/>
            <a:ext cx="2051228" cy="1053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1:12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20:31</a:t>
            </a:r>
            <a:endParaRPr lang="en-US" sz="1700" dirty="0"/>
          </a:p>
        </p:txBody>
      </p:sp>
      <p:sp>
        <p:nvSpPr>
          <p:cNvPr id="26" name="card-3-foot"/>
          <p:cNvSpPr txBox="1"/>
          <p:nvPr/>
        </p:nvSpPr>
        <p:spPr>
          <a:xfrm>
            <a:off x="9216923" y="3876675"/>
            <a:ext cx="2051228" cy="45758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권장</a:t>
            </a:r>
            <a:endParaRPr lang="en-US" sz="1500" dirty="0"/>
          </a:p>
        </p:txBody>
      </p:sp>
      <p:sp>
        <p:nvSpPr>
          <p:cNvPr id="27" name="scripture-text"/>
          <p:cNvSpPr txBox="1"/>
          <p:nvPr/>
        </p:nvSpPr>
        <p:spPr>
          <a:xfrm>
            <a:off x="685800" y="475488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2300" i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“영접하는 자 곧 그 이름을 믿는 자들에게는 하나님의 자녀가 되는 권세를 주셨으니”</a:t>
            </a:r>
            <a:endParaRPr lang="en-US" sz="2300" dirty="0"/>
          </a:p>
        </p:txBody>
      </p:sp>
      <p:sp>
        <p:nvSpPr>
          <p:cNvPr id="28" name="scripture-ref"/>
          <p:cNvSpPr txBox="1"/>
          <p:nvPr/>
        </p:nvSpPr>
        <p:spPr>
          <a:xfrm>
            <a:off x="685800" y="5724144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1:12 — 이번 주 암송 구절</a:t>
            </a:r>
            <a:endParaRPr lang="en-US" sz="1500" dirty="0"/>
          </a:p>
        </p:txBody>
      </p:sp>
      <p:sp>
        <p:nvSpPr>
          <p:cNvPr id="29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1005840" y="193852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b="1" spc="400" kern="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제1강을 마칩니다</a:t>
            </a:r>
            <a:endParaRPr lang="en-US" sz="17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60120" y="2395728"/>
            <a:ext cx="10058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절대 예수</a:t>
            </a:r>
            <a:endParaRPr lang="en-US" sz="5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005840" y="4041648"/>
            <a:ext cx="9601200" cy="1371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lnSpc>
                <a:spcPct val="135000"/>
              </a:lnSpc>
              <a:buNone/>
            </a:pPr>
            <a:r>
              <a:rPr lang="en-US" sz="2000" i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“오직 이것을 기록함은 너희로 예수께서 하나님의 아들</a:t>
            </a:r>
            <a:endParaRPr lang="en-US" sz="2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2000" i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그리스도이심을 믿게 하려 함이요”</a:t>
            </a:r>
            <a:endParaRPr lang="en-US" sz="2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7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20:31</a:t>
            </a:r>
            <a:endParaRPr lang="en-US" sz="2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부록 — 더 깊이 읽는 자료</a:t>
            </a:r>
            <a:endParaRPr lang="en-US" sz="3600" dirty="0"/>
          </a:p>
        </p:txBody>
      </p:sp>
      <p:sp>
        <p:nvSpPr>
          <p:cNvPr id="3" name="ap-0.75-0"/>
          <p:cNvSpPr/>
          <p:nvPr/>
        </p:nvSpPr>
        <p:spPr>
          <a:xfrm>
            <a:off x="685800" y="1609344"/>
            <a:ext cx="5577840" cy="804672"/>
          </a:xfrm>
          <a:prstGeom prst="roundRect">
            <a:avLst>
              <a:gd name="adj" fmla="val 6818"/>
            </a:avLst>
          </a:prstGeom>
          <a:solidFill>
            <a:schemeClr val="bg2"/>
          </a:solidFill>
          <a:ln/>
        </p:spPr>
      </p:sp>
      <p:sp>
        <p:nvSpPr>
          <p:cNvPr id="4" name="ap-0.75-0-k"/>
          <p:cNvSpPr txBox="1"/>
          <p:nvPr/>
        </p:nvSpPr>
        <p:spPr>
          <a:xfrm>
            <a:off x="923544" y="169164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성령의 상징</a:t>
            </a:r>
            <a:endParaRPr lang="en-US" sz="1700" dirty="0"/>
          </a:p>
        </p:txBody>
      </p:sp>
      <p:sp>
        <p:nvSpPr>
          <p:cNvPr id="5" name="ap-0.75-0-v"/>
          <p:cNvSpPr txBox="1"/>
          <p:nvPr/>
        </p:nvSpPr>
        <p:spPr>
          <a:xfrm>
            <a:off x="923544" y="2029968"/>
            <a:ext cx="5120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바람 · 비둘기 · 물 · 기름 · 인 · 불</a:t>
            </a:r>
            <a:endParaRPr lang="en-US" sz="1550" dirty="0"/>
          </a:p>
        </p:txBody>
      </p:sp>
      <p:sp>
        <p:nvSpPr>
          <p:cNvPr id="6" name="ap-0.75-1"/>
          <p:cNvSpPr/>
          <p:nvPr/>
        </p:nvSpPr>
        <p:spPr>
          <a:xfrm>
            <a:off x="685800" y="2532888"/>
            <a:ext cx="5577840" cy="1042416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/>
        </p:spPr>
      </p:sp>
      <p:sp>
        <p:nvSpPr>
          <p:cNvPr id="7" name="ap-0.75-1-k"/>
          <p:cNvSpPr txBox="1"/>
          <p:nvPr/>
        </p:nvSpPr>
        <p:spPr>
          <a:xfrm>
            <a:off x="923544" y="261518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안식일 치유 6</a:t>
            </a:r>
            <a:endParaRPr lang="en-US" sz="1700" dirty="0"/>
          </a:p>
        </p:txBody>
      </p:sp>
      <p:sp>
        <p:nvSpPr>
          <p:cNvPr id="8" name="ap-0.75-1-v"/>
          <p:cNvSpPr txBox="1"/>
          <p:nvPr/>
        </p:nvSpPr>
        <p:spPr>
          <a:xfrm>
            <a:off x="923544" y="2953512"/>
            <a:ext cx="512064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 마른 자 · 꼬부라진 여인 · 수종병자</a:t>
            </a:r>
            <a:endParaRPr lang="en-US" sz="15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5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베데스다 · 실로암 · 가버나움 축귀</a:t>
            </a:r>
            <a:endParaRPr lang="en-US" sz="1550" dirty="0"/>
          </a:p>
        </p:txBody>
      </p:sp>
      <p:sp>
        <p:nvSpPr>
          <p:cNvPr id="9" name="ap-0.75-2"/>
          <p:cNvSpPr/>
          <p:nvPr/>
        </p:nvSpPr>
        <p:spPr>
          <a:xfrm>
            <a:off x="685800" y="3694176"/>
            <a:ext cx="5577840" cy="1042416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/>
        </p:spPr>
      </p:sp>
      <p:sp>
        <p:nvSpPr>
          <p:cNvPr id="10" name="ap-0.75-2-k"/>
          <p:cNvSpPr txBox="1"/>
          <p:nvPr/>
        </p:nvSpPr>
        <p:spPr>
          <a:xfrm>
            <a:off x="923544" y="377647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“다시는 죄를 범하지 말라” · 출교</a:t>
            </a:r>
            <a:endParaRPr lang="en-US" sz="1700" dirty="0"/>
          </a:p>
        </p:txBody>
      </p:sp>
      <p:sp>
        <p:nvSpPr>
          <p:cNvPr id="11" name="ap-0.75-2-v"/>
          <p:cNvSpPr txBox="1"/>
          <p:nvPr/>
        </p:nvSpPr>
        <p:spPr>
          <a:xfrm>
            <a:off x="923544" y="4114800"/>
            <a:ext cx="512064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간음한 여인 (8:11) · 베데스다 병자 (5:14)</a:t>
            </a:r>
            <a:endParaRPr lang="en-US" sz="15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5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출교 : 9:22 · 12:42 · 16:2</a:t>
            </a:r>
            <a:endParaRPr lang="en-US" sz="1550" dirty="0"/>
          </a:p>
        </p:txBody>
      </p:sp>
      <p:sp>
        <p:nvSpPr>
          <p:cNvPr id="12" name="ap-0.75-3"/>
          <p:cNvSpPr/>
          <p:nvPr/>
        </p:nvSpPr>
        <p:spPr>
          <a:xfrm>
            <a:off x="685800" y="4855464"/>
            <a:ext cx="5577840" cy="1042416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/>
        </p:spPr>
      </p:sp>
      <p:sp>
        <p:nvSpPr>
          <p:cNvPr id="13" name="ap-0.75-3-k"/>
          <p:cNvSpPr txBox="1"/>
          <p:nvPr/>
        </p:nvSpPr>
        <p:spPr>
          <a:xfrm>
            <a:off x="923544" y="493776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대조 구도</a:t>
            </a:r>
            <a:endParaRPr lang="en-US" sz="1700" dirty="0"/>
          </a:p>
        </p:txBody>
      </p:sp>
      <p:sp>
        <p:nvSpPr>
          <p:cNvPr id="14" name="ap-0.75-3-v"/>
          <p:cNvSpPr txBox="1"/>
          <p:nvPr/>
        </p:nvSpPr>
        <p:spPr>
          <a:xfrm>
            <a:off x="923544" y="5276088"/>
            <a:ext cx="512064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빛 / 어두움 · 영 / 육</a:t>
            </a:r>
            <a:endParaRPr lang="en-US" sz="15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5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진리 / 거짓 · 자유 / 종</a:t>
            </a:r>
            <a:endParaRPr lang="en-US" sz="1550" dirty="0"/>
          </a:p>
        </p:txBody>
      </p:sp>
      <p:sp>
        <p:nvSpPr>
          <p:cNvPr id="15" name="ap-7.08-0"/>
          <p:cNvSpPr/>
          <p:nvPr/>
        </p:nvSpPr>
        <p:spPr>
          <a:xfrm>
            <a:off x="6473952" y="1609344"/>
            <a:ext cx="5577840" cy="804672"/>
          </a:xfrm>
          <a:prstGeom prst="roundRect">
            <a:avLst>
              <a:gd name="adj" fmla="val 6818"/>
            </a:avLst>
          </a:prstGeom>
          <a:solidFill>
            <a:schemeClr val="bg2"/>
          </a:solidFill>
          <a:ln/>
        </p:spPr>
      </p:sp>
      <p:sp>
        <p:nvSpPr>
          <p:cNvPr id="16" name="ap-7.08-0-k"/>
          <p:cNvSpPr txBox="1"/>
          <p:nvPr/>
        </p:nvSpPr>
        <p:spPr>
          <a:xfrm>
            <a:off x="6711696" y="169164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제6시</a:t>
            </a:r>
            <a:endParaRPr lang="en-US" sz="1700" dirty="0"/>
          </a:p>
        </p:txBody>
      </p:sp>
      <p:sp>
        <p:nvSpPr>
          <p:cNvPr id="17" name="ap-7.08-0-v"/>
          <p:cNvSpPr txBox="1"/>
          <p:nvPr/>
        </p:nvSpPr>
        <p:spPr>
          <a:xfrm>
            <a:off x="6711696" y="2029968"/>
            <a:ext cx="5120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수가성 여인 · 십자가의 어둠</a:t>
            </a:r>
            <a:endParaRPr lang="en-US" sz="1550" dirty="0"/>
          </a:p>
        </p:txBody>
      </p:sp>
      <p:sp>
        <p:nvSpPr>
          <p:cNvPr id="18" name="ap-7.08-1"/>
          <p:cNvSpPr/>
          <p:nvPr/>
        </p:nvSpPr>
        <p:spPr>
          <a:xfrm>
            <a:off x="6473952" y="2532888"/>
            <a:ext cx="5577840" cy="804672"/>
          </a:xfrm>
          <a:prstGeom prst="roundRect">
            <a:avLst>
              <a:gd name="adj" fmla="val 6818"/>
            </a:avLst>
          </a:prstGeom>
          <a:solidFill>
            <a:schemeClr val="bg2"/>
          </a:solidFill>
          <a:ln/>
        </p:spPr>
      </p:sp>
      <p:sp>
        <p:nvSpPr>
          <p:cNvPr id="19" name="ap-7.08-1-k"/>
          <p:cNvSpPr txBox="1"/>
          <p:nvPr/>
        </p:nvSpPr>
        <p:spPr>
          <a:xfrm>
            <a:off x="6711696" y="261518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제3시</a:t>
            </a:r>
            <a:endParaRPr lang="en-US" sz="1700" dirty="0"/>
          </a:p>
        </p:txBody>
      </p:sp>
      <p:sp>
        <p:nvSpPr>
          <p:cNvPr id="20" name="ap-7.08-1-v"/>
          <p:cNvSpPr txBox="1"/>
          <p:nvPr/>
        </p:nvSpPr>
        <p:spPr>
          <a:xfrm>
            <a:off x="6711696" y="2953512"/>
            <a:ext cx="5120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십자가에 못 박히심 · 성령 강림</a:t>
            </a:r>
            <a:endParaRPr lang="en-US" sz="1550" dirty="0"/>
          </a:p>
        </p:txBody>
      </p:sp>
      <p:sp>
        <p:nvSpPr>
          <p:cNvPr id="21" name="ap-7.08-2"/>
          <p:cNvSpPr/>
          <p:nvPr/>
        </p:nvSpPr>
        <p:spPr>
          <a:xfrm>
            <a:off x="6473952" y="3456432"/>
            <a:ext cx="5577840" cy="804672"/>
          </a:xfrm>
          <a:prstGeom prst="roundRect">
            <a:avLst>
              <a:gd name="adj" fmla="val 6818"/>
            </a:avLst>
          </a:prstGeom>
          <a:solidFill>
            <a:schemeClr val="bg2"/>
          </a:solidFill>
          <a:ln/>
        </p:spPr>
      </p:sp>
      <p:sp>
        <p:nvSpPr>
          <p:cNvPr id="22" name="ap-7.08-2-k"/>
          <p:cNvSpPr txBox="1"/>
          <p:nvPr/>
        </p:nvSpPr>
        <p:spPr>
          <a:xfrm>
            <a:off x="6711696" y="353872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제9시</a:t>
            </a:r>
            <a:endParaRPr lang="en-US" sz="1700" dirty="0"/>
          </a:p>
        </p:txBody>
      </p:sp>
      <p:sp>
        <p:nvSpPr>
          <p:cNvPr id="23" name="ap-7.08-2-v"/>
          <p:cNvSpPr txBox="1"/>
          <p:nvPr/>
        </p:nvSpPr>
        <p:spPr>
          <a:xfrm>
            <a:off x="6711696" y="3877056"/>
            <a:ext cx="5120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예수님의 죽음 · 미문의 앉은뱅이</a:t>
            </a:r>
            <a:endParaRPr lang="en-US" sz="1550" dirty="0"/>
          </a:p>
        </p:txBody>
      </p:sp>
      <p:sp>
        <p:nvSpPr>
          <p:cNvPr id="24" name="ap-7.08-3"/>
          <p:cNvSpPr/>
          <p:nvPr/>
        </p:nvSpPr>
        <p:spPr>
          <a:xfrm>
            <a:off x="6473952" y="4379976"/>
            <a:ext cx="5577840" cy="804672"/>
          </a:xfrm>
          <a:prstGeom prst="roundRect">
            <a:avLst>
              <a:gd name="adj" fmla="val 6818"/>
            </a:avLst>
          </a:prstGeom>
          <a:solidFill>
            <a:schemeClr val="bg2"/>
          </a:solidFill>
          <a:ln/>
        </p:spPr>
      </p:sp>
      <p:sp>
        <p:nvSpPr>
          <p:cNvPr id="25" name="ap-7.08-3-k"/>
          <p:cNvSpPr txBox="1"/>
          <p:nvPr/>
        </p:nvSpPr>
        <p:spPr>
          <a:xfrm>
            <a:off x="6711696" y="446227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제10시</a:t>
            </a:r>
            <a:endParaRPr lang="en-US" sz="1700" dirty="0"/>
          </a:p>
        </p:txBody>
      </p:sp>
      <p:sp>
        <p:nvSpPr>
          <p:cNvPr id="26" name="ap-7.08-3-v"/>
          <p:cNvSpPr txBox="1"/>
          <p:nvPr/>
        </p:nvSpPr>
        <p:spPr>
          <a:xfrm>
            <a:off x="6711696" y="4800600"/>
            <a:ext cx="5120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안드레의 부르심 (1:39)</a:t>
            </a:r>
            <a:endParaRPr lang="en-US" sz="1550" dirty="0"/>
          </a:p>
        </p:txBody>
      </p:sp>
      <p:sp>
        <p:nvSpPr>
          <p:cNvPr id="27" name="ap-7.08-4"/>
          <p:cNvSpPr/>
          <p:nvPr/>
        </p:nvSpPr>
        <p:spPr>
          <a:xfrm>
            <a:off x="6473952" y="5303520"/>
            <a:ext cx="5577840" cy="804672"/>
          </a:xfrm>
          <a:prstGeom prst="roundRect">
            <a:avLst>
              <a:gd name="adj" fmla="val 6818"/>
            </a:avLst>
          </a:prstGeom>
          <a:solidFill>
            <a:schemeClr val="bg2"/>
          </a:solidFill>
          <a:ln/>
        </p:spPr>
      </p:sp>
      <p:sp>
        <p:nvSpPr>
          <p:cNvPr id="28" name="ap-7.08-4-k"/>
          <p:cNvSpPr txBox="1"/>
          <p:nvPr/>
        </p:nvSpPr>
        <p:spPr>
          <a:xfrm>
            <a:off x="6711696" y="538581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밤 사경</a:t>
            </a:r>
            <a:endParaRPr lang="en-US" sz="1700" dirty="0"/>
          </a:p>
        </p:txBody>
      </p:sp>
      <p:sp>
        <p:nvSpPr>
          <p:cNvPr id="29" name="ap-7.08-4-v"/>
          <p:cNvSpPr txBox="1"/>
          <p:nvPr/>
        </p:nvSpPr>
        <p:spPr>
          <a:xfrm>
            <a:off x="6711696" y="5724144"/>
            <a:ext cx="5120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예수님이 바다 위를 걸으심 (6장)</a:t>
            </a:r>
            <a:endParaRPr lang="en-US" sz="1550" dirty="0"/>
          </a:p>
        </p:txBody>
      </p:sp>
      <p:sp>
        <p:nvSpPr>
          <p:cNvPr id="30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lory - Gospel of John">
  <a:themeElements>
    <a:clrScheme name="Glory - Gospel of John">
      <a:dk1>
        <a:srgbClr val="17202B"/>
      </a:dk1>
      <a:lt1>
        <a:srgbClr val="FFFFFF"/>
      </a:lt1>
      <a:dk2>
        <a:srgbClr val="0E1826"/>
      </a:dk2>
      <a:lt2>
        <a:srgbClr val="F1F4F7"/>
      </a:lt2>
      <a:accent1>
        <a:srgbClr val="C19A4B"/>
      </a:accent1>
      <a:accent2>
        <a:srgbClr val="1F3A52"/>
      </a:accent2>
      <a:accent3>
        <a:srgbClr val="5E7488"/>
      </a:accent3>
      <a:accent4>
        <a:srgbClr val="AEB9C4"/>
      </a:accent4>
      <a:accent5>
        <a:srgbClr val="9A7628"/>
      </a:accent5>
      <a:accent6>
        <a:srgbClr val="E0CA9A"/>
      </a:accent6>
      <a:hlink>
        <a:srgbClr val="1F3A52"/>
      </a:hlink>
      <a:folHlink>
        <a:srgbClr val="5E7488"/>
      </a:folHlink>
    </a:clrScheme>
    <a:fontScheme name="Glory - Gospel of John">
      <a:majorFont>
        <a:latin typeface="맑은 고딕"/>
        <a:ea typeface="맑은 고딕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맑은 고딕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48</Slides>
  <Notes>48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요한복음 제1강 영광을 만나기 위한 준비</dc:title>
  <dc:subject>요한복음 제1과 · 요한복음 1:1~18</dc:subject>
  <dc:creator>박성은 목사</dc:creator>
  <cp:lastModifiedBy>박성은 목사</cp:lastModifiedBy>
  <cp:revision>1</cp:revision>
  <dcterms:created xsi:type="dcterms:W3CDTF">2026-10-24T07:48:34Z</dcterms:created>
  <dcterms:modified xsi:type="dcterms:W3CDTF">2026-10-24T07:48:34Z</dcterms:modified>
</cp:coreProperties>
</file>