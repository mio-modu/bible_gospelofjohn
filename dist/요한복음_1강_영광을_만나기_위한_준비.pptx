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01dd9e28-1934-629f-0a53-dfeb4dd0c55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요한복음 분석" id="{feef6649-b6fd-2464-4d54-81528bca7fd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1과 · 예수님에 대한 증언" id="{b6506145-c42f-ed98-7062-51ee05a7d2a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1과 · 하나님에 대한 증언" id="{031d6d3f-8de8-832a-f3cd-37ea3099464e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마무리" id="{930c8a0b-f033-0f01-5d73-5eb56a28a3d2}">
          <p14:sldIdLst>
            <p14:sldId id="299"/>
            <p14:sldId id="300"/>
            <p14:sldId id="301"/>
            <p14:sldId id="302"/>
          </p14:sldIdLst>
        </p14:section>
        <p14:section name="부록" id="{c73d24f1-c6e0-f6e8-8a34-43353bbc4292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6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</c:v>
                  </c:pt>
                  <c:pt idx="1">
                    <c:v>마가</c:v>
                  </c:pt>
                  <c:pt idx="2">
                    <c:v>누가</c:v>
                  </c:pt>
                  <c:pt idx="3">
                    <c:v>요한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20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685800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20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60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20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60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20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</a:t>
            </a:r>
            <a:endParaRPr lang="en-US" sz="160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20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60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20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600" dirty="0"/>
          </a:p>
        </p:txBody>
      </p:sp>
      <p:sp>
        <p:nvSpPr>
          <p:cNvPr id="22" name="keyline"/>
          <p:cNvSpPr/>
          <p:nvPr/>
        </p:nvSpPr>
        <p:spPr>
          <a:xfrm>
            <a:off x="685800" y="4114800"/>
            <a:ext cx="10820095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114800"/>
            <a:ext cx="10271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“요한복음은 예수님이 누구신지를 증언하는 복음서입니다”</a:t>
            </a:r>
            <a:endParaRPr lang="en-US" sz="2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질문으로 끝까지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신성(神性)을 증언한다.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한 단어로 꿰기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영광이신 예수님 ·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최후 여정 → 거함 → 초대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</a:t>
            </a:r>
            <a:endParaRPr lang="en-US" sz="22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본문이 말하는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— 구조 · 배경 · 단어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나에게 요구하는 것</a:t>
            </a:r>
            <a:endParaRPr lang="en-US" sz="1700" dirty="0"/>
          </a:p>
        </p:txBody>
      </p:sp>
      <p:sp>
        <p:nvSpPr>
          <p:cNvPr id="18" name="keyline"/>
          <p:cNvSpPr/>
          <p:nvPr/>
        </p:nvSpPr>
        <p:spPr>
          <a:xfrm>
            <a:off x="685800" y="512064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지식이 아니라 만남이 목표입니다  ·  요한복음 20:31</a:t>
            </a:r>
            <a:endParaRPr lang="en-US" sz="24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36192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6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500" dirty="0"/>
          </a:p>
        </p:txBody>
      </p:sp>
      <p:sp>
        <p:nvSpPr>
          <p:cNvPr id="5" name="subhead-text"/>
          <p:cNvSpPr txBox="1"/>
          <p:nvPr/>
        </p:nvSpPr>
        <p:spPr>
          <a:xfrm>
            <a:off x="1444752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2150" dirty="0"/>
          </a:p>
        </p:txBody>
      </p:sp>
      <p:sp>
        <p:nvSpPr>
          <p:cNvPr id="6" name="card-0"/>
          <p:cNvSpPr/>
          <p:nvPr/>
        </p:nvSpPr>
        <p:spPr>
          <a:xfrm>
            <a:off x="685800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4주간)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593592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20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8주차까지 제출</a:t>
            </a:r>
            <a:endParaRPr lang="en-US" sz="1600" dirty="0"/>
          </a:p>
        </p:txBody>
      </p:sp>
      <p:sp>
        <p:nvSpPr>
          <p:cNvPr id="12" name="card-2"/>
          <p:cNvSpPr/>
          <p:nvPr/>
        </p:nvSpPr>
        <p:spPr>
          <a:xfrm>
            <a:off x="685800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</a:t>
            </a:r>
            <a:endParaRPr lang="en-US" sz="20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10%</a:t>
            </a:r>
            <a:endParaRPr lang="en-US" sz="1600" dirty="0"/>
          </a:p>
        </p:txBody>
      </p:sp>
      <p:sp>
        <p:nvSpPr>
          <p:cNvPr id="15" name="card-3"/>
          <p:cNvSpPr/>
          <p:nvPr/>
        </p:nvSpPr>
        <p:spPr>
          <a:xfrm>
            <a:off x="3593592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20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2회까지 허용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2회 = 결석 1회</a:t>
            </a:r>
            <a:endParaRPr lang="en-US" sz="1600" dirty="0"/>
          </a:p>
        </p:txBody>
      </p:sp>
      <p:sp>
        <p:nvSpPr>
          <p:cNvPr id="18" name="keyline"/>
          <p:cNvSpPr/>
          <p:nvPr/>
        </p:nvSpPr>
        <p:spPr>
          <a:xfrm>
            <a:off x="685800" y="5632704"/>
            <a:ext cx="55778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63270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암송 · 일독 · 예습</a:t>
            </a:r>
            <a:endParaRPr lang="en-US" sz="17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5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232904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진행 순서 (PM 8:00~10:00)</a:t>
            </a:r>
            <a:endParaRPr lang="en-US" sz="2150" dirty="0"/>
          </a:p>
        </p:txBody>
      </p:sp>
      <p:sp>
        <p:nvSpPr>
          <p:cNvPr id="23" name="tr-0"/>
          <p:cNvSpPr/>
          <p:nvPr/>
        </p:nvSpPr>
        <p:spPr>
          <a:xfrm>
            <a:off x="6473952" y="2048256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75120" y="2048256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</a:t>
            </a:r>
            <a:endParaRPr lang="en-US" sz="1800" dirty="0"/>
          </a:p>
        </p:txBody>
      </p:sp>
      <p:sp>
        <p:nvSpPr>
          <p:cNvPr id="25" name="tr-0-d"/>
          <p:cNvSpPr txBox="1"/>
          <p:nvPr/>
        </p:nvSpPr>
        <p:spPr>
          <a:xfrm>
            <a:off x="7955280" y="204825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800" dirty="0"/>
          </a:p>
        </p:txBody>
      </p:sp>
      <p:sp>
        <p:nvSpPr>
          <p:cNvPr id="26" name="tr-1"/>
          <p:cNvSpPr/>
          <p:nvPr/>
        </p:nvSpPr>
        <p:spPr>
          <a:xfrm>
            <a:off x="6473952" y="2596896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75120" y="259689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8" name="tr-1-d"/>
          <p:cNvSpPr txBox="1"/>
          <p:nvPr/>
        </p:nvSpPr>
        <p:spPr>
          <a:xfrm>
            <a:off x="7955280" y="259689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1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체크 · 삶 나눔(가볍게) · 소감문 나눔</a:t>
            </a:r>
            <a:endParaRPr lang="en-US" sz="1800" dirty="0"/>
          </a:p>
        </p:txBody>
      </p:sp>
      <p:sp>
        <p:nvSpPr>
          <p:cNvPr id="29" name="tr-2"/>
          <p:cNvSpPr/>
          <p:nvPr/>
        </p:nvSpPr>
        <p:spPr>
          <a:xfrm>
            <a:off x="6473952" y="338328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75120" y="338328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</a:t>
            </a:r>
            <a:endParaRPr lang="en-US" sz="1800" dirty="0"/>
          </a:p>
        </p:txBody>
      </p:sp>
      <p:sp>
        <p:nvSpPr>
          <p:cNvPr id="31" name="tr-2-d"/>
          <p:cNvSpPr txBox="1"/>
          <p:nvPr/>
        </p:nvSpPr>
        <p:spPr>
          <a:xfrm>
            <a:off x="7955280" y="338328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</a:t>
            </a:r>
            <a:endParaRPr lang="en-US" sz="1800" dirty="0"/>
          </a:p>
        </p:txBody>
      </p:sp>
      <p:sp>
        <p:nvSpPr>
          <p:cNvPr id="32" name="tr-3"/>
          <p:cNvSpPr/>
          <p:nvPr/>
        </p:nvSpPr>
        <p:spPr>
          <a:xfrm>
            <a:off x="6473952" y="393192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75120" y="393192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</a:t>
            </a:r>
            <a:endParaRPr lang="en-US" sz="1800" dirty="0"/>
          </a:p>
        </p:txBody>
      </p:sp>
      <p:sp>
        <p:nvSpPr>
          <p:cNvPr id="34" name="tr-3-d"/>
          <p:cNvSpPr txBox="1"/>
          <p:nvPr/>
        </p:nvSpPr>
        <p:spPr>
          <a:xfrm>
            <a:off x="7955280" y="393192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800" dirty="0"/>
          </a:p>
        </p:txBody>
      </p:sp>
      <p:sp>
        <p:nvSpPr>
          <p:cNvPr id="35" name="tr-4"/>
          <p:cNvSpPr/>
          <p:nvPr/>
        </p:nvSpPr>
        <p:spPr>
          <a:xfrm>
            <a:off x="6473952" y="4480560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75120" y="44805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</a:t>
            </a:r>
            <a:endParaRPr lang="en-US" sz="1800" dirty="0"/>
          </a:p>
        </p:txBody>
      </p:sp>
      <p:sp>
        <p:nvSpPr>
          <p:cNvPr id="37" name="tr-4-d"/>
          <p:cNvSpPr txBox="1"/>
          <p:nvPr/>
        </p:nvSpPr>
        <p:spPr>
          <a:xfrm>
            <a:off x="7955280" y="44805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2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나눔</a:t>
            </a:r>
            <a:endParaRPr lang="en-US" sz="1800" dirty="0"/>
          </a:p>
        </p:txBody>
      </p:sp>
      <p:sp>
        <p:nvSpPr>
          <p:cNvPr id="38" name="tr-5"/>
          <p:cNvSpPr/>
          <p:nvPr/>
        </p:nvSpPr>
        <p:spPr>
          <a:xfrm>
            <a:off x="6473952" y="526694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75120" y="526694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</a:t>
            </a:r>
            <a:endParaRPr lang="en-US" sz="1800" dirty="0"/>
          </a:p>
        </p:txBody>
      </p:sp>
      <p:sp>
        <p:nvSpPr>
          <p:cNvPr id="40" name="tr-5-d"/>
          <p:cNvSpPr txBox="1"/>
          <p:nvPr/>
        </p:nvSpPr>
        <p:spPr>
          <a:xfrm>
            <a:off x="7955280" y="526694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800" dirty="0"/>
          </a:p>
        </p:txBody>
      </p:sp>
      <p:sp>
        <p:nvSpPr>
          <p:cNvPr id="41" name="tr-6"/>
          <p:cNvSpPr/>
          <p:nvPr/>
        </p:nvSpPr>
        <p:spPr>
          <a:xfrm>
            <a:off x="6473952" y="581558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2" name="tr-6-t"/>
          <p:cNvSpPr txBox="1"/>
          <p:nvPr/>
        </p:nvSpPr>
        <p:spPr>
          <a:xfrm>
            <a:off x="6675120" y="581558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</a:t>
            </a:r>
            <a:endParaRPr lang="en-US" sz="1800" dirty="0"/>
          </a:p>
        </p:txBody>
      </p:sp>
      <p:sp>
        <p:nvSpPr>
          <p:cNvPr id="43" name="tr-6-d"/>
          <p:cNvSpPr txBox="1"/>
          <p:nvPr/>
        </p:nvSpPr>
        <p:spPr>
          <a:xfrm>
            <a:off x="7955280" y="581558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4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 계기</a:t>
            </a:r>
            <a:endParaRPr lang="en-US" sz="24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주 동안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것 한 가지</a:t>
            </a:r>
            <a:endParaRPr lang="en-US" sz="18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4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8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조망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68580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8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8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8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 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8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7673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252728" y="37856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2150" dirty="0"/>
          </a:p>
        </p:txBody>
      </p:sp>
      <p:sp>
        <p:nvSpPr>
          <p:cNvPr id="18" name="card-0"/>
          <p:cNvSpPr/>
          <p:nvPr/>
        </p:nvSpPr>
        <p:spPr>
          <a:xfrm>
            <a:off x="685800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22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</a:t>
            </a:r>
            <a:endParaRPr lang="en-US" sz="1700" dirty="0"/>
          </a:p>
        </p:txBody>
      </p:sp>
      <p:sp>
        <p:nvSpPr>
          <p:cNvPr id="21" name="card-1"/>
          <p:cNvSpPr/>
          <p:nvPr/>
        </p:nvSpPr>
        <p:spPr>
          <a:xfrm>
            <a:off x="4371746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22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철학의 도전에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답하기 위해</a:t>
            </a:r>
            <a:endParaRPr lang="en-US" sz="1700" dirty="0"/>
          </a:p>
        </p:txBody>
      </p:sp>
      <p:sp>
        <p:nvSpPr>
          <p:cNvPr id="24" name="card-2"/>
          <p:cNvSpPr/>
          <p:nvPr/>
        </p:nvSpPr>
        <p:spPr>
          <a:xfrm>
            <a:off x="8057693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22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출교 위협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이단의 유혹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27632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3284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3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10" name="card-1"/>
          <p:cNvSpPr/>
          <p:nvPr/>
        </p:nvSpPr>
        <p:spPr>
          <a:xfrm>
            <a:off x="621472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3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8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600" dirty="0"/>
          </a:p>
        </p:txBody>
      </p:sp>
      <p:sp>
        <p:nvSpPr>
          <p:cNvPr id="3" name="keyline"/>
          <p:cNvSpPr/>
          <p:nvPr/>
        </p:nvSpPr>
        <p:spPr>
          <a:xfrm>
            <a:off x="685800" y="1572768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72768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</a:t>
            </a:r>
            <a:endParaRPr lang="en-US" sz="2200" dirty="0"/>
          </a:p>
        </p:txBody>
      </p:sp>
      <p:sp>
        <p:nvSpPr>
          <p:cNvPr id="5" name="cmp-0"/>
          <p:cNvSpPr/>
          <p:nvPr/>
        </p:nvSpPr>
        <p:spPr>
          <a:xfrm>
            <a:off x="685800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800" dirty="0"/>
          </a:p>
        </p:txBody>
      </p:sp>
      <p:sp>
        <p:nvSpPr>
          <p:cNvPr id="8" name="cmp-1"/>
          <p:cNvSpPr/>
          <p:nvPr/>
        </p:nvSpPr>
        <p:spPr>
          <a:xfrm>
            <a:off x="6233008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8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90702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 기록이 없고, 성전 청결이 초기 사건으로 배치된다.</a:t>
            </a:r>
            <a:endParaRPr lang="en-US" sz="1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20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특별히 계시된다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36회</a:t>
            </a:r>
            <a:endParaRPr lang="en-US" sz="1550" dirty="0"/>
          </a:p>
        </p:txBody>
      </p:sp>
      <p:sp>
        <p:nvSpPr>
          <p:cNvPr id="9" name="card-1"/>
          <p:cNvSpPr/>
          <p:nvPr/>
        </p:nvSpPr>
        <p:spPr>
          <a:xfrm>
            <a:off x="345026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6537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9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계시한다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550" dirty="0"/>
          </a:p>
        </p:txBody>
      </p:sp>
      <p:sp>
        <p:nvSpPr>
          <p:cNvPr id="15" name="card-2"/>
          <p:cNvSpPr/>
          <p:nvPr/>
        </p:nvSpPr>
        <p:spPr>
          <a:xfrm>
            <a:off x="621472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9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20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행동하는 믿음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98회</a:t>
            </a:r>
            <a:endParaRPr lang="en-US" sz="1550" dirty="0"/>
          </a:p>
        </p:txBody>
      </p:sp>
      <p:sp>
        <p:nvSpPr>
          <p:cNvPr id="21" name="card-3"/>
          <p:cNvSpPr/>
          <p:nvPr/>
        </p:nvSpPr>
        <p:spPr>
          <a:xfrm>
            <a:off x="8979179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9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20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(13장)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51회</a:t>
            </a:r>
            <a:endParaRPr lang="en-US" sz="155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817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252728" y="47000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복음’인가</a:t>
            </a:r>
            <a:endParaRPr lang="en-US" sz="215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248656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‘태초’에서 출발한다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8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① 세 덩어리로 보면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배척당하심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하기 위함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9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아들의 가르침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8" name="keyline"/>
          <p:cNvSpPr/>
          <p:nvPr/>
        </p:nvSpPr>
        <p:spPr>
          <a:xfrm>
            <a:off x="685800" y="5175504"/>
            <a:ext cx="10820095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75504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시간은 짧아지고 기록은 자세해진다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요한의 관심이 ‘사건’이 아니라 ‘영광’에 있다는 증거입니다.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② 교재 8과 = 영광의 여덟 장면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345026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621472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700" dirty="0"/>
          </a:p>
        </p:txBody>
      </p:sp>
      <p:sp>
        <p:nvSpPr>
          <p:cNvPr id="18" name="card-3"/>
          <p:cNvSpPr/>
          <p:nvPr/>
        </p:nvSpPr>
        <p:spPr>
          <a:xfrm>
            <a:off x="8979179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700" dirty="0"/>
          </a:p>
        </p:txBody>
      </p:sp>
      <p:sp>
        <p:nvSpPr>
          <p:cNvPr id="23" name="card-4"/>
          <p:cNvSpPr/>
          <p:nvPr/>
        </p:nvSpPr>
        <p:spPr>
          <a:xfrm>
            <a:off x="68580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700" dirty="0"/>
          </a:p>
        </p:txBody>
      </p:sp>
      <p:sp>
        <p:nvSpPr>
          <p:cNvPr id="28" name="card-5"/>
          <p:cNvSpPr/>
          <p:nvPr/>
        </p:nvSpPr>
        <p:spPr>
          <a:xfrm>
            <a:off x="345026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700" dirty="0"/>
          </a:p>
        </p:txBody>
      </p:sp>
      <p:sp>
        <p:nvSpPr>
          <p:cNvPr id="33" name="card-6"/>
          <p:cNvSpPr/>
          <p:nvPr/>
        </p:nvSpPr>
        <p:spPr>
          <a:xfrm>
            <a:off x="621472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700" dirty="0"/>
          </a:p>
        </p:txBody>
      </p:sp>
      <p:sp>
        <p:nvSpPr>
          <p:cNvPr id="38" name="card-7"/>
          <p:cNvSpPr/>
          <p:nvPr/>
        </p:nvSpPr>
        <p:spPr>
          <a:xfrm>
            <a:off x="8979179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7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99846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과를 ‘영광’ 한 단어로 꿰면 전체가 한눈에 들어옵니다</a:t>
            </a:r>
            <a:endParaRPr lang="en-US" sz="17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기적 자체가 아니라, 예수님이 누구신지를 가리키는 ‘표지판’입니다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양식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보게 하는 빛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문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길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어린아이도 아는 사물로 자신을 완벽하게 증거하셨습니다  ·  “나는 ~이다”는 곧 신성 선언입니다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일곱 증인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9344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63367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지도자 · 사마리아 여인 · 이방 주민 · 의심한 제자 — 모두 같은 결론에 도달합니다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④ 일곱 전도자 · 일곱 비사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바닷가, 일곱 제자, 153마리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· 또 다른 두 제자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세상, 고기는 사람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6233008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성전을 헐라 (2:19)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않을 양식 (6:51)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씻기는 것이 옳으니라 (13:14)</a:t>
            </a:r>
            <a:endParaRPr lang="en-US" sz="17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705856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비사 : 익히 아는 내용을 차용해 하나님 나라의 영적 비밀을 전달하는 어법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600" dirty="0"/>
          </a:p>
        </p:txBody>
      </p:sp>
      <p:sp>
        <p:nvSpPr>
          <p:cNvPr id="3" name="c-0.75-0"/>
          <p:cNvSpPr/>
          <p:nvPr/>
        </p:nvSpPr>
        <p:spPr>
          <a:xfrm>
            <a:off x="685800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68680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600" dirty="0"/>
          </a:p>
        </p:txBody>
      </p:sp>
      <p:sp>
        <p:nvSpPr>
          <p:cNvPr id="5" name="c-0.75-0-t"/>
          <p:cNvSpPr txBox="1"/>
          <p:nvPr/>
        </p:nvSpPr>
        <p:spPr>
          <a:xfrm>
            <a:off x="1783080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 · 성육신 · 세례요한</a:t>
            </a:r>
            <a:endParaRPr lang="en-US" sz="1450" dirty="0"/>
          </a:p>
        </p:txBody>
      </p:sp>
      <p:sp>
        <p:nvSpPr>
          <p:cNvPr id="6" name="c-0.75-1"/>
          <p:cNvSpPr/>
          <p:nvPr/>
        </p:nvSpPr>
        <p:spPr>
          <a:xfrm>
            <a:off x="685800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68680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600" dirty="0"/>
          </a:p>
        </p:txBody>
      </p:sp>
      <p:sp>
        <p:nvSpPr>
          <p:cNvPr id="8" name="c-0.75-1-t"/>
          <p:cNvSpPr txBox="1"/>
          <p:nvPr/>
        </p:nvSpPr>
        <p:spPr>
          <a:xfrm>
            <a:off x="1783080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450" dirty="0"/>
          </a:p>
        </p:txBody>
      </p:sp>
      <p:sp>
        <p:nvSpPr>
          <p:cNvPr id="9" name="c-0.75-2"/>
          <p:cNvSpPr/>
          <p:nvPr/>
        </p:nvSpPr>
        <p:spPr>
          <a:xfrm>
            <a:off x="685800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6868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600" dirty="0"/>
          </a:p>
        </p:txBody>
      </p:sp>
      <p:sp>
        <p:nvSpPr>
          <p:cNvPr id="11" name="c-0.75-2-t"/>
          <p:cNvSpPr txBox="1"/>
          <p:nvPr/>
        </p:nvSpPr>
        <p:spPr>
          <a:xfrm>
            <a:off x="1783080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450" dirty="0"/>
          </a:p>
        </p:txBody>
      </p:sp>
      <p:sp>
        <p:nvSpPr>
          <p:cNvPr id="12" name="c-0.75-3"/>
          <p:cNvSpPr/>
          <p:nvPr/>
        </p:nvSpPr>
        <p:spPr>
          <a:xfrm>
            <a:off x="685800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68680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600" dirty="0"/>
          </a:p>
        </p:txBody>
      </p:sp>
      <p:sp>
        <p:nvSpPr>
          <p:cNvPr id="14" name="c-0.75-3-t"/>
          <p:cNvSpPr txBox="1"/>
          <p:nvPr/>
        </p:nvSpPr>
        <p:spPr>
          <a:xfrm>
            <a:off x="1783080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· 왕의 신하 아들</a:t>
            </a:r>
            <a:endParaRPr lang="en-US" sz="1450" dirty="0"/>
          </a:p>
        </p:txBody>
      </p:sp>
      <p:sp>
        <p:nvSpPr>
          <p:cNvPr id="15" name="c-0.75-4"/>
          <p:cNvSpPr/>
          <p:nvPr/>
        </p:nvSpPr>
        <p:spPr>
          <a:xfrm>
            <a:off x="685800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68680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600" dirty="0"/>
          </a:p>
        </p:txBody>
      </p:sp>
      <p:sp>
        <p:nvSpPr>
          <p:cNvPr id="17" name="c-0.75-4-t"/>
          <p:cNvSpPr txBox="1"/>
          <p:nvPr/>
        </p:nvSpPr>
        <p:spPr>
          <a:xfrm>
            <a:off x="1783080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</a:t>
            </a:r>
            <a:endParaRPr lang="en-US" sz="1450" dirty="0"/>
          </a:p>
        </p:txBody>
      </p:sp>
      <p:sp>
        <p:nvSpPr>
          <p:cNvPr id="18" name="c-0.75-5"/>
          <p:cNvSpPr/>
          <p:nvPr/>
        </p:nvSpPr>
        <p:spPr>
          <a:xfrm>
            <a:off x="685800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68680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600" dirty="0"/>
          </a:p>
        </p:txBody>
      </p:sp>
      <p:sp>
        <p:nvSpPr>
          <p:cNvPr id="20" name="c-0.75-5-t"/>
          <p:cNvSpPr txBox="1"/>
          <p:nvPr/>
        </p:nvSpPr>
        <p:spPr>
          <a:xfrm>
            <a:off x="1783080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 · 생명의 떡</a:t>
            </a:r>
            <a:endParaRPr lang="en-US" sz="1450" dirty="0"/>
          </a:p>
        </p:txBody>
      </p:sp>
      <p:sp>
        <p:nvSpPr>
          <p:cNvPr id="21" name="c-0.75-6"/>
          <p:cNvSpPr/>
          <p:nvPr/>
        </p:nvSpPr>
        <p:spPr>
          <a:xfrm>
            <a:off x="685800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68680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600" dirty="0"/>
          </a:p>
        </p:txBody>
      </p:sp>
      <p:sp>
        <p:nvSpPr>
          <p:cNvPr id="23" name="c-0.75-6-t"/>
          <p:cNvSpPr txBox="1"/>
          <p:nvPr/>
        </p:nvSpPr>
        <p:spPr>
          <a:xfrm>
            <a:off x="1783080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생수의 강</a:t>
            </a:r>
            <a:endParaRPr lang="en-US" sz="1450" dirty="0"/>
          </a:p>
        </p:txBody>
      </p:sp>
      <p:sp>
        <p:nvSpPr>
          <p:cNvPr id="24" name="c-0.75-7"/>
          <p:cNvSpPr/>
          <p:nvPr/>
        </p:nvSpPr>
        <p:spPr>
          <a:xfrm>
            <a:off x="685800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68680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600" dirty="0"/>
          </a:p>
        </p:txBody>
      </p:sp>
      <p:sp>
        <p:nvSpPr>
          <p:cNvPr id="26" name="c-0.75-7-t"/>
          <p:cNvSpPr txBox="1"/>
          <p:nvPr/>
        </p:nvSpPr>
        <p:spPr>
          <a:xfrm>
            <a:off x="1783080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</a:t>
            </a:r>
            <a:endParaRPr lang="en-US" sz="1450" dirty="0"/>
          </a:p>
        </p:txBody>
      </p:sp>
      <p:sp>
        <p:nvSpPr>
          <p:cNvPr id="27" name="c-0.75-8"/>
          <p:cNvSpPr/>
          <p:nvPr/>
        </p:nvSpPr>
        <p:spPr>
          <a:xfrm>
            <a:off x="685800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68680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600" dirty="0"/>
          </a:p>
        </p:txBody>
      </p:sp>
      <p:sp>
        <p:nvSpPr>
          <p:cNvPr id="29" name="c-0.75-8-t"/>
          <p:cNvSpPr txBox="1"/>
          <p:nvPr/>
        </p:nvSpPr>
        <p:spPr>
          <a:xfrm>
            <a:off x="1783080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소경 · 출교</a:t>
            </a:r>
            <a:endParaRPr lang="en-US" sz="1450" dirty="0"/>
          </a:p>
        </p:txBody>
      </p:sp>
      <p:sp>
        <p:nvSpPr>
          <p:cNvPr id="30" name="c-0.75-9"/>
          <p:cNvSpPr/>
          <p:nvPr/>
        </p:nvSpPr>
        <p:spPr>
          <a:xfrm>
            <a:off x="685800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68680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600" dirty="0"/>
          </a:p>
        </p:txBody>
      </p:sp>
      <p:sp>
        <p:nvSpPr>
          <p:cNvPr id="32" name="c-0.75-9-t"/>
          <p:cNvSpPr txBox="1"/>
          <p:nvPr/>
        </p:nvSpPr>
        <p:spPr>
          <a:xfrm>
            <a:off x="1783080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</a:t>
            </a:r>
            <a:endParaRPr lang="en-US" sz="1450" dirty="0"/>
          </a:p>
        </p:txBody>
      </p:sp>
      <p:sp>
        <p:nvSpPr>
          <p:cNvPr id="33" name="c-0.75-10"/>
          <p:cNvSpPr/>
          <p:nvPr/>
        </p:nvSpPr>
        <p:spPr>
          <a:xfrm>
            <a:off x="685800" y="588873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68680" y="588873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600" dirty="0"/>
          </a:p>
        </p:txBody>
      </p:sp>
      <p:sp>
        <p:nvSpPr>
          <p:cNvPr id="35" name="c-0.75-10-t"/>
          <p:cNvSpPr txBox="1"/>
          <p:nvPr/>
        </p:nvSpPr>
        <p:spPr>
          <a:xfrm>
            <a:off x="1783080" y="58887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· 부활이요 생명</a:t>
            </a:r>
            <a:endParaRPr lang="en-US" sz="1450" dirty="0"/>
          </a:p>
        </p:txBody>
      </p:sp>
      <p:sp>
        <p:nvSpPr>
          <p:cNvPr id="36" name="c-7.08-0"/>
          <p:cNvSpPr/>
          <p:nvPr/>
        </p:nvSpPr>
        <p:spPr>
          <a:xfrm>
            <a:off x="6473952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56832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600" dirty="0"/>
          </a:p>
        </p:txBody>
      </p:sp>
      <p:sp>
        <p:nvSpPr>
          <p:cNvPr id="38" name="c-7.08-0-t"/>
          <p:cNvSpPr txBox="1"/>
          <p:nvPr/>
        </p:nvSpPr>
        <p:spPr>
          <a:xfrm>
            <a:off x="7571232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· 예루살렘 입성 · 인자의 들림</a:t>
            </a:r>
            <a:endParaRPr lang="en-US" sz="1450" dirty="0"/>
          </a:p>
        </p:txBody>
      </p:sp>
      <p:sp>
        <p:nvSpPr>
          <p:cNvPr id="39" name="c-7.08-1"/>
          <p:cNvSpPr/>
          <p:nvPr/>
        </p:nvSpPr>
        <p:spPr>
          <a:xfrm>
            <a:off x="6473952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56832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600" dirty="0"/>
          </a:p>
        </p:txBody>
      </p:sp>
      <p:sp>
        <p:nvSpPr>
          <p:cNvPr id="41" name="c-7.08-1-t"/>
          <p:cNvSpPr txBox="1"/>
          <p:nvPr/>
        </p:nvSpPr>
        <p:spPr>
          <a:xfrm>
            <a:off x="7571232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다락방 강화 · 새 계명</a:t>
            </a:r>
            <a:endParaRPr lang="en-US" sz="1450" dirty="0"/>
          </a:p>
        </p:txBody>
      </p:sp>
      <p:sp>
        <p:nvSpPr>
          <p:cNvPr id="42" name="c-7.08-2"/>
          <p:cNvSpPr/>
          <p:nvPr/>
        </p:nvSpPr>
        <p:spPr>
          <a:xfrm>
            <a:off x="6473952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56832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600" dirty="0"/>
          </a:p>
        </p:txBody>
      </p:sp>
      <p:sp>
        <p:nvSpPr>
          <p:cNvPr id="44" name="c-7.08-2-t"/>
          <p:cNvSpPr txBox="1"/>
          <p:nvPr/>
        </p:nvSpPr>
        <p:spPr>
          <a:xfrm>
            <a:off x="7571232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보혜사 약속</a:t>
            </a:r>
            <a:endParaRPr lang="en-US" sz="1450" dirty="0"/>
          </a:p>
        </p:txBody>
      </p:sp>
      <p:sp>
        <p:nvSpPr>
          <p:cNvPr id="45" name="c-7.08-3"/>
          <p:cNvSpPr/>
          <p:nvPr/>
        </p:nvSpPr>
        <p:spPr>
          <a:xfrm>
            <a:off x="6473952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56832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600" dirty="0"/>
          </a:p>
        </p:txBody>
      </p:sp>
      <p:sp>
        <p:nvSpPr>
          <p:cNvPr id="47" name="c-7.08-3-t"/>
          <p:cNvSpPr txBox="1"/>
          <p:nvPr/>
        </p:nvSpPr>
        <p:spPr>
          <a:xfrm>
            <a:off x="7571232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</a:t>
            </a:r>
            <a:endParaRPr lang="en-US" sz="1450" dirty="0"/>
          </a:p>
        </p:txBody>
      </p:sp>
      <p:sp>
        <p:nvSpPr>
          <p:cNvPr id="48" name="c-7.08-4"/>
          <p:cNvSpPr/>
          <p:nvPr/>
        </p:nvSpPr>
        <p:spPr>
          <a:xfrm>
            <a:off x="6473952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56832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600" dirty="0"/>
          </a:p>
        </p:txBody>
      </p:sp>
      <p:sp>
        <p:nvSpPr>
          <p:cNvPr id="50" name="c-7.08-4-t"/>
          <p:cNvSpPr txBox="1"/>
          <p:nvPr/>
        </p:nvSpPr>
        <p:spPr>
          <a:xfrm>
            <a:off x="7571232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세상을 이기었노라</a:t>
            </a:r>
            <a:endParaRPr lang="en-US" sz="1450" dirty="0"/>
          </a:p>
        </p:txBody>
      </p:sp>
      <p:sp>
        <p:nvSpPr>
          <p:cNvPr id="51" name="c-7.08-5"/>
          <p:cNvSpPr/>
          <p:nvPr/>
        </p:nvSpPr>
        <p:spPr>
          <a:xfrm>
            <a:off x="6473952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56832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600" dirty="0"/>
          </a:p>
        </p:txBody>
      </p:sp>
      <p:sp>
        <p:nvSpPr>
          <p:cNvPr id="53" name="c-7.08-5-t"/>
          <p:cNvSpPr txBox="1"/>
          <p:nvPr/>
        </p:nvSpPr>
        <p:spPr>
          <a:xfrm>
            <a:off x="7571232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450" dirty="0"/>
          </a:p>
        </p:txBody>
      </p:sp>
      <p:sp>
        <p:nvSpPr>
          <p:cNvPr id="54" name="c-7.08-6"/>
          <p:cNvSpPr/>
          <p:nvPr/>
        </p:nvSpPr>
        <p:spPr>
          <a:xfrm>
            <a:off x="6473952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56832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600" dirty="0"/>
          </a:p>
        </p:txBody>
      </p:sp>
      <p:sp>
        <p:nvSpPr>
          <p:cNvPr id="56" name="c-7.08-6-t"/>
          <p:cNvSpPr txBox="1"/>
          <p:nvPr/>
        </p:nvSpPr>
        <p:spPr>
          <a:xfrm>
            <a:off x="7571232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잡히심 · 베드로의 부인 · 심문</a:t>
            </a:r>
            <a:endParaRPr lang="en-US" sz="1450" dirty="0"/>
          </a:p>
        </p:txBody>
      </p:sp>
      <p:sp>
        <p:nvSpPr>
          <p:cNvPr id="57" name="c-7.08-7"/>
          <p:cNvSpPr/>
          <p:nvPr/>
        </p:nvSpPr>
        <p:spPr>
          <a:xfrm>
            <a:off x="6473952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56832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600" dirty="0"/>
          </a:p>
        </p:txBody>
      </p:sp>
      <p:sp>
        <p:nvSpPr>
          <p:cNvPr id="59" name="c-7.08-7-t"/>
          <p:cNvSpPr txBox="1"/>
          <p:nvPr/>
        </p:nvSpPr>
        <p:spPr>
          <a:xfrm>
            <a:off x="7571232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“다 이루었다” · 장례</a:t>
            </a:r>
            <a:endParaRPr lang="en-US" sz="1450" dirty="0"/>
          </a:p>
        </p:txBody>
      </p:sp>
      <p:sp>
        <p:nvSpPr>
          <p:cNvPr id="60" name="c-7.08-8"/>
          <p:cNvSpPr/>
          <p:nvPr/>
        </p:nvSpPr>
        <p:spPr>
          <a:xfrm>
            <a:off x="6473952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56832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600" dirty="0"/>
          </a:p>
        </p:txBody>
      </p:sp>
      <p:sp>
        <p:nvSpPr>
          <p:cNvPr id="62" name="c-7.08-8-t"/>
          <p:cNvSpPr txBox="1"/>
          <p:nvPr/>
        </p:nvSpPr>
        <p:spPr>
          <a:xfrm>
            <a:off x="7571232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도마의 고백 · 기록목적</a:t>
            </a:r>
            <a:endParaRPr lang="en-US" sz="1450" dirty="0"/>
          </a:p>
        </p:txBody>
      </p:sp>
      <p:sp>
        <p:nvSpPr>
          <p:cNvPr id="63" name="c-7.08-9"/>
          <p:cNvSpPr/>
          <p:nvPr/>
        </p:nvSpPr>
        <p:spPr>
          <a:xfrm>
            <a:off x="6473952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56832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600" dirty="0"/>
          </a:p>
        </p:txBody>
      </p:sp>
      <p:sp>
        <p:nvSpPr>
          <p:cNvPr id="65" name="c-7.08-9-t"/>
          <p:cNvSpPr txBox="1"/>
          <p:nvPr/>
        </p:nvSpPr>
        <p:spPr>
          <a:xfrm>
            <a:off x="7571232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· 네가 나를 사랑하느냐</a:t>
            </a:r>
            <a:endParaRPr lang="en-US" sz="1450" dirty="0"/>
          </a:p>
        </p:txBody>
      </p:sp>
      <p:sp>
        <p:nvSpPr>
          <p:cNvPr id="6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 — 공관복음에 없는 열한 가지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3210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3210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3210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3210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252877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7507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7507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7507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7507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437174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51805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51805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451805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451805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500" dirty="0"/>
          </a:p>
        </p:txBody>
      </p:sp>
      <p:sp>
        <p:nvSpPr>
          <p:cNvPr id="18" name="card-3"/>
          <p:cNvSpPr/>
          <p:nvPr/>
        </p:nvSpPr>
        <p:spPr>
          <a:xfrm>
            <a:off x="621472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6102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6102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6102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6102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500" dirty="0"/>
          </a:p>
        </p:txBody>
      </p:sp>
      <p:sp>
        <p:nvSpPr>
          <p:cNvPr id="23" name="card-4"/>
          <p:cNvSpPr/>
          <p:nvPr/>
        </p:nvSpPr>
        <p:spPr>
          <a:xfrm>
            <a:off x="805769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20399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20399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20399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20399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500" dirty="0"/>
          </a:p>
        </p:txBody>
      </p:sp>
      <p:sp>
        <p:nvSpPr>
          <p:cNvPr id="28" name="card-5"/>
          <p:cNvSpPr/>
          <p:nvPr/>
        </p:nvSpPr>
        <p:spPr>
          <a:xfrm>
            <a:off x="990066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4697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4697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4697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4697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500" dirty="0"/>
          </a:p>
        </p:txBody>
      </p:sp>
      <p:sp>
        <p:nvSpPr>
          <p:cNvPr id="33" name="card-6"/>
          <p:cNvSpPr/>
          <p:nvPr/>
        </p:nvSpPr>
        <p:spPr>
          <a:xfrm>
            <a:off x="68580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3210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3210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83210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83210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500" dirty="0"/>
          </a:p>
        </p:txBody>
      </p:sp>
      <p:sp>
        <p:nvSpPr>
          <p:cNvPr id="38" name="card-7"/>
          <p:cNvSpPr/>
          <p:nvPr/>
        </p:nvSpPr>
        <p:spPr>
          <a:xfrm>
            <a:off x="252877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7507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7507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7507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7507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500" dirty="0"/>
          </a:p>
        </p:txBody>
      </p:sp>
      <p:sp>
        <p:nvSpPr>
          <p:cNvPr id="43" name="card-8"/>
          <p:cNvSpPr/>
          <p:nvPr/>
        </p:nvSpPr>
        <p:spPr>
          <a:xfrm>
            <a:off x="4371746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518050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51805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400" dirty="0"/>
          </a:p>
        </p:txBody>
      </p:sp>
      <p:sp>
        <p:nvSpPr>
          <p:cNvPr id="46" name="card-8-head"/>
          <p:cNvSpPr txBox="1"/>
          <p:nvPr/>
        </p:nvSpPr>
        <p:spPr>
          <a:xfrm>
            <a:off x="4518050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600" dirty="0"/>
          </a:p>
        </p:txBody>
      </p:sp>
      <p:sp>
        <p:nvSpPr>
          <p:cNvPr id="47" name="card-8-body"/>
          <p:cNvSpPr txBox="1"/>
          <p:nvPr/>
        </p:nvSpPr>
        <p:spPr>
          <a:xfrm>
            <a:off x="4518050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500" dirty="0"/>
          </a:p>
        </p:txBody>
      </p:sp>
      <p:sp>
        <p:nvSpPr>
          <p:cNvPr id="48" name="card-9"/>
          <p:cNvSpPr/>
          <p:nvPr/>
        </p:nvSpPr>
        <p:spPr>
          <a:xfrm>
            <a:off x="621472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6102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6102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4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6102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6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6102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500" dirty="0"/>
          </a:p>
        </p:txBody>
      </p:sp>
      <p:sp>
        <p:nvSpPr>
          <p:cNvPr id="53" name="card-10"/>
          <p:cNvSpPr/>
          <p:nvPr/>
        </p:nvSpPr>
        <p:spPr>
          <a:xfrm>
            <a:off x="805769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20399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20399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4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20399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6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20399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500" dirty="0"/>
          </a:p>
        </p:txBody>
      </p:sp>
      <p:sp>
        <p:nvSpPr>
          <p:cNvPr id="58" name="keyline"/>
          <p:cNvSpPr/>
          <p:nvPr/>
        </p:nvSpPr>
        <p:spPr>
          <a:xfrm>
            <a:off x="685800" y="5230368"/>
            <a:ext cx="10820095" cy="987552"/>
          </a:xfrm>
          <a:prstGeom prst="roundRect">
            <a:avLst>
              <a:gd name="adj" fmla="val 9259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523036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 두문자   표적 : 가 왕 베 오 물 실 나   /   선언 : 생 세 양 선 부 길 참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특수자료 : 가 니 수 베  /  초 간 실 나  /  세 보 대</a:t>
            </a:r>
            <a:endParaRPr lang="en-US" sz="2100" dirty="0"/>
          </a:p>
        </p:txBody>
      </p:sp>
      <p:sp>
        <p:nvSpPr>
          <p:cNvPr id="6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 (1~5)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 (6~8)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(9)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 (10~12)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(13~17)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(18~21)</a:t>
            </a:r>
            <a:endParaRPr lang="en-US" sz="1700" dirty="0"/>
          </a:p>
        </p:txBody>
      </p:sp>
      <p:sp>
        <p:nvSpPr>
          <p:cNvPr id="6" name="cmp-1"/>
          <p:cNvSpPr/>
          <p:nvPr/>
        </p:nvSpPr>
        <p:spPr>
          <a:xfrm>
            <a:off x="6233008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 / 22~28)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 / 29~35)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 / 36~41)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 — 저자 요한을 알고,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그가 증언한 예수님을 만난다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108960"/>
            <a:ext cx="80010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108960"/>
            <a:ext cx="8001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650492" y="3127248"/>
            <a:ext cx="98554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밝히지 않는다 → 소거법으로 찾아간다</a:t>
            </a:r>
            <a:endParaRPr lang="en-US" sz="2150" dirty="0"/>
          </a:p>
        </p:txBody>
      </p:sp>
      <p:sp>
        <p:nvSpPr>
          <p:cNvPr id="9" name="flow-0"/>
          <p:cNvSpPr/>
          <p:nvPr/>
        </p:nvSpPr>
        <p:spPr>
          <a:xfrm>
            <a:off x="685800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flow-0-head"/>
          <p:cNvSpPr txBox="1"/>
          <p:nvPr/>
        </p:nvSpPr>
        <p:spPr>
          <a:xfrm>
            <a:off x="832104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700" dirty="0"/>
          </a:p>
        </p:txBody>
      </p:sp>
      <p:sp>
        <p:nvSpPr>
          <p:cNvPr id="11" name="flow-0-body"/>
          <p:cNvSpPr txBox="1"/>
          <p:nvPr/>
        </p:nvSpPr>
        <p:spPr>
          <a:xfrm>
            <a:off x="813816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450" dirty="0"/>
          </a:p>
        </p:txBody>
      </p:sp>
      <p:sp>
        <p:nvSpPr>
          <p:cNvPr id="12" name="flow-0-arrow"/>
          <p:cNvSpPr txBox="1"/>
          <p:nvPr/>
        </p:nvSpPr>
        <p:spPr>
          <a:xfrm>
            <a:off x="2542581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3" name="flow-1"/>
          <p:cNvSpPr/>
          <p:nvPr/>
        </p:nvSpPr>
        <p:spPr>
          <a:xfrm>
            <a:off x="2926629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flow-1-head"/>
          <p:cNvSpPr txBox="1"/>
          <p:nvPr/>
        </p:nvSpPr>
        <p:spPr>
          <a:xfrm>
            <a:off x="3072933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나온 제자 제외</a:t>
            </a:r>
            <a:endParaRPr lang="en-US" sz="1700" dirty="0"/>
          </a:p>
        </p:txBody>
      </p:sp>
      <p:sp>
        <p:nvSpPr>
          <p:cNvPr id="15" name="flow-1-body"/>
          <p:cNvSpPr txBox="1"/>
          <p:nvPr/>
        </p:nvSpPr>
        <p:spPr>
          <a:xfrm>
            <a:off x="3054645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 · 베드로 · 안드레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· 유다 · 가룟 유다</a:t>
            </a:r>
            <a:endParaRPr lang="en-US" sz="1450" dirty="0"/>
          </a:p>
        </p:txBody>
      </p:sp>
      <p:sp>
        <p:nvSpPr>
          <p:cNvPr id="16" name="flow-1-arrow"/>
          <p:cNvSpPr txBox="1"/>
          <p:nvPr/>
        </p:nvSpPr>
        <p:spPr>
          <a:xfrm>
            <a:off x="4783409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flow-2"/>
          <p:cNvSpPr/>
          <p:nvPr/>
        </p:nvSpPr>
        <p:spPr>
          <a:xfrm>
            <a:off x="5167457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flow-2-head"/>
          <p:cNvSpPr txBox="1"/>
          <p:nvPr/>
        </p:nvSpPr>
        <p:spPr>
          <a:xfrm>
            <a:off x="5313761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700" dirty="0"/>
          </a:p>
        </p:txBody>
      </p:sp>
      <p:sp>
        <p:nvSpPr>
          <p:cNvPr id="19" name="flow-2-body"/>
          <p:cNvSpPr txBox="1"/>
          <p:nvPr/>
        </p:nvSpPr>
        <p:spPr>
          <a:xfrm>
            <a:off x="5295473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450" dirty="0"/>
          </a:p>
        </p:txBody>
      </p:sp>
      <p:sp>
        <p:nvSpPr>
          <p:cNvPr id="20" name="flow-2-arrow"/>
          <p:cNvSpPr txBox="1"/>
          <p:nvPr/>
        </p:nvSpPr>
        <p:spPr>
          <a:xfrm>
            <a:off x="7024238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flow-3"/>
          <p:cNvSpPr/>
          <p:nvPr/>
        </p:nvSpPr>
        <p:spPr>
          <a:xfrm>
            <a:off x="7408286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3-head"/>
          <p:cNvSpPr txBox="1"/>
          <p:nvPr/>
        </p:nvSpPr>
        <p:spPr>
          <a:xfrm>
            <a:off x="7554590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700" dirty="0"/>
          </a:p>
        </p:txBody>
      </p:sp>
      <p:sp>
        <p:nvSpPr>
          <p:cNvPr id="23" name="flow-3-body"/>
          <p:cNvSpPr txBox="1"/>
          <p:nvPr/>
        </p:nvSpPr>
        <p:spPr>
          <a:xfrm>
            <a:off x="7536302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450" dirty="0"/>
          </a:p>
        </p:txBody>
      </p:sp>
      <p:sp>
        <p:nvSpPr>
          <p:cNvPr id="24" name="flow-3-arrow"/>
          <p:cNvSpPr txBox="1"/>
          <p:nvPr/>
        </p:nvSpPr>
        <p:spPr>
          <a:xfrm>
            <a:off x="9265067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4"/>
          <p:cNvSpPr/>
          <p:nvPr/>
        </p:nvSpPr>
        <p:spPr>
          <a:xfrm>
            <a:off x="9649115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4-head"/>
          <p:cNvSpPr txBox="1"/>
          <p:nvPr/>
        </p:nvSpPr>
        <p:spPr>
          <a:xfrm>
            <a:off x="9795419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700" dirty="0"/>
          </a:p>
        </p:txBody>
      </p:sp>
      <p:sp>
        <p:nvSpPr>
          <p:cNvPr id="27" name="flow-4-body"/>
          <p:cNvSpPr txBox="1"/>
          <p:nvPr/>
        </p:nvSpPr>
        <p:spPr>
          <a:xfrm>
            <a:off x="9777131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450" dirty="0"/>
          </a:p>
        </p:txBody>
      </p:sp>
      <p:sp>
        <p:nvSpPr>
          <p:cNvPr id="28" name="keyline"/>
          <p:cNvSpPr/>
          <p:nvPr/>
        </p:nvSpPr>
        <p:spPr>
          <a:xfrm>
            <a:off x="685800" y="5522976"/>
            <a:ext cx="10820095" cy="694944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522976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이름이 언급되어 제외   /   야고보 — 일찍이 순교하여 제외 (행 12:2)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세베대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 살로메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예수님의 이모</a:t>
            </a:r>
            <a:endParaRPr lang="en-US" sz="16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21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형과 함께 부르심을 받고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 불렸다</a:t>
            </a:r>
            <a:endParaRPr lang="en-US" sz="16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제자</a:t>
            </a:r>
            <a:endParaRPr lang="en-US" sz="21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증언을 듣고 따라갔다</a:t>
            </a:r>
            <a:endParaRPr lang="en-US" sz="1650" dirty="0"/>
          </a:p>
        </p:txBody>
      </p:sp>
      <p:sp>
        <p:nvSpPr>
          <p:cNvPr id="18" name="card-3"/>
          <p:cNvSpPr/>
          <p:nvPr/>
        </p:nvSpPr>
        <p:spPr>
          <a:xfrm>
            <a:off x="685800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모심</a:t>
            </a:r>
            <a:endParaRPr lang="en-US" sz="21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맡기신 제자</a:t>
            </a:r>
            <a:endParaRPr lang="en-US" sz="1650" dirty="0"/>
          </a:p>
        </p:txBody>
      </p:sp>
      <p:sp>
        <p:nvSpPr>
          <p:cNvPr id="23" name="card-4"/>
          <p:cNvSpPr/>
          <p:nvPr/>
        </p:nvSpPr>
        <p:spPr>
          <a:xfrm>
            <a:off x="4371746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21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초대교회를 돌보았다</a:t>
            </a:r>
            <a:endParaRPr lang="en-US" sz="1650" dirty="0"/>
          </a:p>
        </p:txBody>
      </p:sp>
      <p:sp>
        <p:nvSpPr>
          <p:cNvPr id="28" name="card-5"/>
          <p:cNvSpPr/>
          <p:nvPr/>
        </p:nvSpPr>
        <p:spPr>
          <a:xfrm>
            <a:off x="8057693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21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복음서 · 서신 3권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</a:t>
            </a:r>
            <a:endParaRPr lang="en-US" sz="165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“무서워하지 말라 이제 후로는 네가 사람을 취하리라 하시니 그들이 모든 것을 버려 두고 예수를 따르니라”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누구였나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형제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베드로의 동업자 · 어부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즉각 응답했나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내리자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고기가 잡힘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능력을 직접 경험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포기했나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삶의 근간이었다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779008"/>
            <a:ext cx="10820095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779008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 소명은 순종과 내려놓음으로 이어집니다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준 것은?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그분의 인격  ·  죄를 사하시는 능력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향한 사랑  ·  말씀의 권위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포기한 것, 포기해야 할 것은?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후회한 적이 있습니까?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예수님께서 베푸신 것은?</a:t>
            </a:r>
            <a:endParaRPr lang="en-US" sz="18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아들’이라는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주심</a:t>
            </a:r>
            <a:endParaRPr lang="en-US" sz="16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500" dirty="0"/>
          </a:p>
        </p:txBody>
      </p:sp>
      <p:sp>
        <p:nvSpPr>
          <p:cNvPr id="10" name="card-1"/>
          <p:cNvSpPr/>
          <p:nvPr/>
        </p:nvSpPr>
        <p:spPr>
          <a:xfrm>
            <a:off x="345026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아닌 이의 축사를 금함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“금하지 말라”</a:t>
            </a:r>
            <a:endParaRPr lang="en-US" sz="16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500" dirty="0"/>
          </a:p>
        </p:txBody>
      </p:sp>
      <p:sp>
        <p:nvSpPr>
          <p:cNvPr id="16" name="card-2"/>
          <p:cNvSpPr/>
          <p:nvPr/>
        </p:nvSpPr>
        <p:spPr>
          <a:xfrm>
            <a:off x="621472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좌우편에 앉기를 구함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“고난에 동참하라”</a:t>
            </a:r>
            <a:endParaRPr lang="en-US" sz="16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500" dirty="0"/>
          </a:p>
        </p:txBody>
      </p:sp>
      <p:sp>
        <p:nvSpPr>
          <p:cNvPr id="22" name="card-3"/>
          <p:cNvSpPr/>
          <p:nvPr/>
        </p:nvSpPr>
        <p:spPr>
          <a:xfrm>
            <a:off x="8979179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</a:t>
            </a:r>
            <a:endParaRPr lang="en-US" sz="20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명해 멸하려 함</a:t>
            </a:r>
            <a:endParaRPr lang="en-US" sz="16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무자비</a:t>
            </a:r>
            <a:endParaRPr lang="en-US" sz="1500" dirty="0"/>
          </a:p>
        </p:txBody>
      </p:sp>
      <p:sp>
        <p:nvSpPr>
          <p:cNvPr id="28" name="keyline"/>
          <p:cNvSpPr/>
          <p:nvPr/>
        </p:nvSpPr>
        <p:spPr>
          <a:xfrm>
            <a:off x="685800" y="4974336"/>
            <a:ext cx="10820095" cy="1243584"/>
          </a:xfrm>
          <a:prstGeom prst="roundRect">
            <a:avLst>
              <a:gd name="adj" fmla="val 7353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74336"/>
            <a:ext cx="10271455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 · 교만 · 무자비     /     긍정적 : 적극적인 면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본문 모두 예수님께 꾸중을 들은 장면 — 요한은 ‘완성된 사람’으로 부름받지 않았습니다.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급하고 목소리가 크다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406908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34340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34340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닮아 갔다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중요하게 여겼다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: 서로 사랑하라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사도가 되었다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589520" y="1591056"/>
          <a:ext cx="391363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</a:t>
            </a:r>
            <a:endParaRPr lang="en-US" sz="2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증언이 참이라” (19:35)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621472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줄 아노라” (21:24)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7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5471" y="4041648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9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(19:26~27)</a:t>
            </a:r>
            <a:endParaRPr lang="en-US" sz="1600" dirty="0"/>
          </a:p>
        </p:txBody>
      </p:sp>
      <p:sp>
        <p:nvSpPr>
          <p:cNvPr id="20" name="card-1"/>
          <p:cNvSpPr/>
          <p:nvPr/>
        </p:nvSpPr>
        <p:spPr>
          <a:xfrm>
            <a:off x="345026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9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도달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(20:3~8)</a:t>
            </a:r>
            <a:endParaRPr lang="en-US" sz="1600" dirty="0"/>
          </a:p>
        </p:txBody>
      </p:sp>
      <p:sp>
        <p:nvSpPr>
          <p:cNvPr id="23" name="card-2"/>
          <p:cNvSpPr/>
          <p:nvPr/>
        </p:nvSpPr>
        <p:spPr>
          <a:xfrm>
            <a:off x="621472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9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만나고 알아본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(20:19~20)</a:t>
            </a:r>
            <a:endParaRPr lang="en-US" sz="1600" dirty="0"/>
          </a:p>
        </p:txBody>
      </p:sp>
      <p:sp>
        <p:nvSpPr>
          <p:cNvPr id="26" name="card-3"/>
          <p:cNvSpPr/>
          <p:nvPr/>
        </p:nvSpPr>
        <p:spPr>
          <a:xfrm>
            <a:off x="8979179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9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목격한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6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내용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심문당함</a:t>
            </a:r>
            <a:endParaRPr lang="en-US" sz="1600" dirty="0"/>
          </a:p>
        </p:txBody>
      </p:sp>
      <p:sp>
        <p:nvSpPr>
          <p:cNvPr id="14" name="card-2"/>
          <p:cNvSpPr/>
          <p:nvPr/>
        </p:nvSpPr>
        <p:spPr>
          <a:xfrm>
            <a:off x="621472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645246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645246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4:13)</a:t>
            </a:r>
            <a:endParaRPr lang="en-US" sz="1600" dirty="0"/>
          </a:p>
        </p:txBody>
      </p:sp>
      <p:sp>
        <p:nvSpPr>
          <p:cNvPr id="19" name="card-3"/>
          <p:cNvSpPr/>
          <p:nvPr/>
        </p:nvSpPr>
        <p:spPr>
          <a:xfrm>
            <a:off x="8979179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3-badge"/>
          <p:cNvSpPr/>
          <p:nvPr/>
        </p:nvSpPr>
        <p:spPr>
          <a:xfrm>
            <a:off x="9216923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ard-3-badge-text"/>
          <p:cNvSpPr txBox="1"/>
          <p:nvPr/>
        </p:nvSpPr>
        <p:spPr>
          <a:xfrm>
            <a:off x="9216923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500" dirty="0"/>
          </a:p>
        </p:txBody>
      </p:sp>
      <p:sp>
        <p:nvSpPr>
          <p:cNvPr id="22" name="card-3-head"/>
          <p:cNvSpPr txBox="1"/>
          <p:nvPr/>
        </p:nvSpPr>
        <p:spPr>
          <a:xfrm>
            <a:off x="9216923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900" dirty="0"/>
          </a:p>
        </p:txBody>
      </p:sp>
      <p:sp>
        <p:nvSpPr>
          <p:cNvPr id="23" name="card-3-body"/>
          <p:cNvSpPr txBox="1"/>
          <p:nvPr/>
        </p:nvSpPr>
        <p:spPr>
          <a:xfrm>
            <a:off x="9216923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말씀보다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말이 옳은가 판단하라”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4:19)</a:t>
            </a:r>
            <a:endParaRPr lang="en-US" sz="1600" dirty="0"/>
          </a:p>
        </p:txBody>
      </p:sp>
      <p:sp>
        <p:nvSpPr>
          <p:cNvPr id="24" name="keyline"/>
          <p:cNvSpPr/>
          <p:nvPr/>
        </p:nvSpPr>
        <p:spPr>
          <a:xfrm>
            <a:off x="685800" y="4608576"/>
            <a:ext cx="10820095" cy="841248"/>
          </a:xfrm>
          <a:prstGeom prst="roundRect">
            <a:avLst>
              <a:gd name="adj" fmla="val 10870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4608576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600" dirty="0"/>
          </a:p>
        </p:txBody>
      </p:sp>
      <p:sp>
        <p:nvSpPr>
          <p:cNvPr id="26" name="note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핍박을 감수한 증언은, 그 기록이 진실임을 보여주는 객관적인 증거입니다.</a:t>
            </a:r>
            <a:endParaRPr lang="en-US" sz="19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2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2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얻도록</a:t>
            </a:r>
            <a:endParaRPr lang="en-US" sz="18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7490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749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2728" y="3767328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5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21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아니다</a:t>
            </a:r>
            <a:endParaRPr lang="en-US" sz="1700" dirty="0"/>
          </a:p>
        </p:txBody>
      </p:sp>
      <p:sp>
        <p:nvSpPr>
          <p:cNvPr id="22" name="card-1"/>
          <p:cNvSpPr/>
          <p:nvPr/>
        </p:nvSpPr>
        <p:spPr>
          <a:xfrm>
            <a:off x="4371746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5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</a:t>
            </a:r>
            <a:endParaRPr lang="en-US" sz="21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 받은 자’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</a:t>
            </a:r>
            <a:endParaRPr lang="en-US" sz="1700" dirty="0"/>
          </a:p>
        </p:txBody>
      </p:sp>
      <p:sp>
        <p:nvSpPr>
          <p:cNvPr id="27" name="card-2"/>
          <p:cNvSpPr/>
          <p:nvPr/>
        </p:nvSpPr>
        <p:spPr>
          <a:xfrm>
            <a:off x="8057693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5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믿는다는 것</a:t>
            </a:r>
            <a:endParaRPr lang="en-US" sz="21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 사함 · 구원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자녀가 됨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바꾸실 것이라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대해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드는 생각은?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그리스도시다”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만물이 그로 말미암아 지은 바 되었으니 지은 것이 하나도 그가 없이는 된 것이 없느니라”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5354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5193792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51937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 없이 — 요한은 ‘태초’에서 시작합니다</a:t>
            </a:r>
            <a:endParaRPr lang="en-US" sz="2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06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272491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오셨으므로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만날 수 없기에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말씀을 주셨다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영원하신 분</a:t>
            </a:r>
            <a:endParaRPr lang="en-US" sz="17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</a:t>
            </a:r>
            <a:endParaRPr lang="en-US" sz="1550" dirty="0"/>
          </a:p>
        </p:txBody>
      </p:sp>
      <p:sp>
        <p:nvSpPr>
          <p:cNvPr id="10" name="card-1"/>
          <p:cNvSpPr/>
          <p:nvPr/>
        </p:nvSpPr>
        <p:spPr>
          <a:xfrm>
            <a:off x="4371746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</a:t>
            </a:r>
            <a:endParaRPr lang="en-US" sz="17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</a:t>
            </a:r>
            <a:endParaRPr lang="en-US" sz="1550" dirty="0"/>
          </a:p>
        </p:txBody>
      </p:sp>
      <p:sp>
        <p:nvSpPr>
          <p:cNvPr id="16" name="card-2"/>
          <p:cNvSpPr/>
          <p:nvPr/>
        </p:nvSpPr>
        <p:spPr>
          <a:xfrm>
            <a:off x="8057693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하나님이시다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7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25</a:t>
            </a:r>
            <a:endParaRPr lang="en-US" sz="15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440740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5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255471" y="4425696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계시면서 동시에 하나님 — 삼위일체(Trinity)</a:t>
            </a:r>
            <a:endParaRPr lang="en-US" sz="2150" dirty="0"/>
          </a:p>
        </p:txBody>
      </p:sp>
      <p:sp>
        <p:nvSpPr>
          <p:cNvPr id="25" name="cmp-0"/>
          <p:cNvSpPr/>
          <p:nvPr/>
        </p:nvSpPr>
        <p:spPr>
          <a:xfrm>
            <a:off x="685800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0-head"/>
          <p:cNvSpPr txBox="1"/>
          <p:nvPr/>
        </p:nvSpPr>
        <p:spPr>
          <a:xfrm>
            <a:off x="960120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</a:t>
            </a:r>
            <a:endParaRPr lang="en-US" sz="2000" dirty="0"/>
          </a:p>
        </p:txBody>
      </p:sp>
      <p:sp>
        <p:nvSpPr>
          <p:cNvPr id="27" name="cmp-0-items"/>
          <p:cNvSpPr txBox="1"/>
          <p:nvPr/>
        </p:nvSpPr>
        <p:spPr>
          <a:xfrm>
            <a:off x="960120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</a:t>
            </a:r>
            <a:endParaRPr lang="en-US" sz="1600" dirty="0"/>
          </a:p>
        </p:txBody>
      </p:sp>
      <p:sp>
        <p:nvSpPr>
          <p:cNvPr id="28" name="cmp-1"/>
          <p:cNvSpPr/>
          <p:nvPr/>
        </p:nvSpPr>
        <p:spPr>
          <a:xfrm>
            <a:off x="6233008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mp-1-head"/>
          <p:cNvSpPr txBox="1"/>
          <p:nvPr/>
        </p:nvSpPr>
        <p:spPr>
          <a:xfrm>
            <a:off x="6507328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</a:t>
            </a:r>
            <a:endParaRPr lang="en-US" sz="2000" dirty="0"/>
          </a:p>
        </p:txBody>
      </p:sp>
      <p:sp>
        <p:nvSpPr>
          <p:cNvPr id="30" name="cmp-1-items"/>
          <p:cNvSpPr txBox="1"/>
          <p:nvPr/>
        </p:nvSpPr>
        <p:spPr>
          <a:xfrm>
            <a:off x="6507328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1:1~3이 보여주는 예수님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0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영원하신 분</a:t>
            </a:r>
            <a:endParaRPr lang="en-US" sz="2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계시니라”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이전부터 계셨다.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시작도 끝도 없으시다.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족보도,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출생 기사도 없는 이유다.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0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</a:t>
            </a:r>
            <a:endParaRPr lang="en-US" sz="2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 (3절)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“하나님이 말씀하시니…”와 연결.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cf. 골 1:15~17</a:t>
            </a:r>
            <a:endParaRPr lang="en-US" sz="1800" dirty="0"/>
          </a:p>
        </p:txBody>
      </p:sp>
      <p:sp>
        <p:nvSpPr>
          <p:cNvPr id="14" name="keyline"/>
          <p:cNvSpPr/>
          <p:nvPr/>
        </p:nvSpPr>
        <p:spPr>
          <a:xfrm>
            <a:off x="685800" y="56692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5" name="keyline-text"/>
          <p:cNvSpPr txBox="1"/>
          <p:nvPr/>
        </p:nvSpPr>
        <p:spPr>
          <a:xfrm>
            <a:off x="960120" y="56692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지으신 분이 나를 구원하러 오셨습니다</a:t>
            </a:r>
            <a:endParaRPr lang="en-US" sz="24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다른 비유</a:t>
            </a:r>
            <a:endParaRPr lang="en-US" sz="20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7355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7355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하는 일</a:t>
            </a:r>
            <a:endParaRPr lang="en-US" sz="20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물리친다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인도의 기능을 한다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39496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빛으로 돌아서는 길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600" dirty="0"/>
          </a:p>
        </p:txBody>
      </p:sp>
      <p:sp>
        <p:nvSpPr>
          <p:cNvPr id="4" name="flow-0"/>
          <p:cNvSpPr/>
          <p:nvPr/>
        </p:nvSpPr>
        <p:spPr>
          <a:xfrm>
            <a:off x="685800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flow-0-head"/>
          <p:cNvSpPr txBox="1"/>
          <p:nvPr/>
        </p:nvSpPr>
        <p:spPr>
          <a:xfrm>
            <a:off x="832104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2000" dirty="0"/>
          </a:p>
        </p:txBody>
      </p:sp>
      <p:sp>
        <p:nvSpPr>
          <p:cNvPr id="6" name="flow-0-body"/>
          <p:cNvSpPr txBox="1"/>
          <p:nvPr/>
        </p:nvSpPr>
        <p:spPr>
          <a:xfrm>
            <a:off x="813816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600" dirty="0"/>
          </a:p>
        </p:txBody>
      </p:sp>
      <p:sp>
        <p:nvSpPr>
          <p:cNvPr id="7" name="flow-0-arrow"/>
          <p:cNvSpPr txBox="1"/>
          <p:nvPr/>
        </p:nvSpPr>
        <p:spPr>
          <a:xfrm>
            <a:off x="3102788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8" name="flow-1"/>
          <p:cNvSpPr/>
          <p:nvPr/>
        </p:nvSpPr>
        <p:spPr>
          <a:xfrm>
            <a:off x="3486836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flow-1-head"/>
          <p:cNvSpPr txBox="1"/>
          <p:nvPr/>
        </p:nvSpPr>
        <p:spPr>
          <a:xfrm>
            <a:off x="3633140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2000" dirty="0"/>
          </a:p>
        </p:txBody>
      </p:sp>
      <p:sp>
        <p:nvSpPr>
          <p:cNvPr id="10" name="flow-1-body"/>
          <p:cNvSpPr txBox="1"/>
          <p:nvPr/>
        </p:nvSpPr>
        <p:spPr>
          <a:xfrm>
            <a:off x="3614852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어둠으로 들어갔다</a:t>
            </a:r>
            <a:endParaRPr lang="en-US" sz="1600" dirty="0"/>
          </a:p>
        </p:txBody>
      </p:sp>
      <p:sp>
        <p:nvSpPr>
          <p:cNvPr id="11" name="flow-1-arrow"/>
          <p:cNvSpPr txBox="1"/>
          <p:nvPr/>
        </p:nvSpPr>
        <p:spPr>
          <a:xfrm>
            <a:off x="5903824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flow-2"/>
          <p:cNvSpPr/>
          <p:nvPr/>
        </p:nvSpPr>
        <p:spPr>
          <a:xfrm>
            <a:off x="6287872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flow-2-head"/>
          <p:cNvSpPr txBox="1"/>
          <p:nvPr/>
        </p:nvSpPr>
        <p:spPr>
          <a:xfrm>
            <a:off x="6434176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2000" dirty="0"/>
          </a:p>
        </p:txBody>
      </p:sp>
      <p:sp>
        <p:nvSpPr>
          <p:cNvPr id="14" name="flow-2-body"/>
          <p:cNvSpPr txBox="1"/>
          <p:nvPr/>
        </p:nvSpPr>
        <p:spPr>
          <a:xfrm>
            <a:off x="6415888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길뿐</a:t>
            </a:r>
            <a:endParaRPr lang="en-US" sz="1600" dirty="0"/>
          </a:p>
        </p:txBody>
      </p:sp>
      <p:sp>
        <p:nvSpPr>
          <p:cNvPr id="15" name="flow-2-arrow"/>
          <p:cNvSpPr txBox="1"/>
          <p:nvPr/>
        </p:nvSpPr>
        <p:spPr>
          <a:xfrm>
            <a:off x="8704859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flow-3"/>
          <p:cNvSpPr/>
          <p:nvPr/>
        </p:nvSpPr>
        <p:spPr>
          <a:xfrm>
            <a:off x="9088907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flow-3-head"/>
          <p:cNvSpPr txBox="1"/>
          <p:nvPr/>
        </p:nvSpPr>
        <p:spPr>
          <a:xfrm>
            <a:off x="9235211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2000" dirty="0"/>
          </a:p>
        </p:txBody>
      </p:sp>
      <p:sp>
        <p:nvSpPr>
          <p:cNvPr id="18" name="flow-3-body"/>
          <p:cNvSpPr txBox="1"/>
          <p:nvPr/>
        </p:nvSpPr>
        <p:spPr>
          <a:xfrm>
            <a:off x="9216923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6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493008"/>
            <a:ext cx="73837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493008"/>
            <a:ext cx="7383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31~33</a:t>
            </a:r>
            <a:endParaRPr lang="en-US" sz="15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588770" y="3511296"/>
            <a:ext cx="99171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요한은 증언자 · 영접 = 믿음 = 순종</a:t>
            </a:r>
            <a:endParaRPr lang="en-US" sz="2150" dirty="0"/>
          </a:p>
        </p:txBody>
      </p:sp>
      <p:sp>
        <p:nvSpPr>
          <p:cNvPr id="22" name="card-0"/>
          <p:cNvSpPr/>
          <p:nvPr/>
        </p:nvSpPr>
        <p:spPr>
          <a:xfrm>
            <a:off x="68580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0-badge"/>
          <p:cNvSpPr/>
          <p:nvPr/>
        </p:nvSpPr>
        <p:spPr>
          <a:xfrm>
            <a:off x="88696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0-badge-text"/>
          <p:cNvSpPr txBox="1"/>
          <p:nvPr/>
        </p:nvSpPr>
        <p:spPr>
          <a:xfrm>
            <a:off x="88696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5" name="card-0-head"/>
          <p:cNvSpPr txBox="1"/>
          <p:nvPr/>
        </p:nvSpPr>
        <p:spPr>
          <a:xfrm>
            <a:off x="88696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800" dirty="0"/>
          </a:p>
        </p:txBody>
      </p:sp>
      <p:sp>
        <p:nvSpPr>
          <p:cNvPr id="26" name="card-0-body"/>
          <p:cNvSpPr txBox="1"/>
          <p:nvPr/>
        </p:nvSpPr>
        <p:spPr>
          <a:xfrm>
            <a:off x="88696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550" dirty="0"/>
          </a:p>
        </p:txBody>
      </p:sp>
      <p:sp>
        <p:nvSpPr>
          <p:cNvPr id="27" name="card-1"/>
          <p:cNvSpPr/>
          <p:nvPr/>
        </p:nvSpPr>
        <p:spPr>
          <a:xfrm>
            <a:off x="345026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1-badge"/>
          <p:cNvSpPr/>
          <p:nvPr/>
        </p:nvSpPr>
        <p:spPr>
          <a:xfrm>
            <a:off x="365142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1-badge-text"/>
          <p:cNvSpPr txBox="1"/>
          <p:nvPr/>
        </p:nvSpPr>
        <p:spPr>
          <a:xfrm>
            <a:off x="365142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0" name="card-1-head"/>
          <p:cNvSpPr txBox="1"/>
          <p:nvPr/>
        </p:nvSpPr>
        <p:spPr>
          <a:xfrm>
            <a:off x="365142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800" dirty="0"/>
          </a:p>
        </p:txBody>
      </p:sp>
      <p:sp>
        <p:nvSpPr>
          <p:cNvPr id="31" name="card-1-body"/>
          <p:cNvSpPr txBox="1"/>
          <p:nvPr/>
        </p:nvSpPr>
        <p:spPr>
          <a:xfrm>
            <a:off x="365142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노력이 아니다</a:t>
            </a:r>
            <a:endParaRPr lang="en-US" sz="1550" dirty="0"/>
          </a:p>
        </p:txBody>
      </p:sp>
      <p:sp>
        <p:nvSpPr>
          <p:cNvPr id="32" name="card-2"/>
          <p:cNvSpPr/>
          <p:nvPr/>
        </p:nvSpPr>
        <p:spPr>
          <a:xfrm>
            <a:off x="621472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3" name="card-2-badge"/>
          <p:cNvSpPr/>
          <p:nvPr/>
        </p:nvSpPr>
        <p:spPr>
          <a:xfrm>
            <a:off x="641588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card-2-badge-text"/>
          <p:cNvSpPr txBox="1"/>
          <p:nvPr/>
        </p:nvSpPr>
        <p:spPr>
          <a:xfrm>
            <a:off x="641588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5" name="card-2-head"/>
          <p:cNvSpPr txBox="1"/>
          <p:nvPr/>
        </p:nvSpPr>
        <p:spPr>
          <a:xfrm>
            <a:off x="641588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800" dirty="0"/>
          </a:p>
        </p:txBody>
      </p:sp>
      <p:sp>
        <p:nvSpPr>
          <p:cNvPr id="36" name="card-2-body"/>
          <p:cNvSpPr txBox="1"/>
          <p:nvPr/>
        </p:nvSpPr>
        <p:spPr>
          <a:xfrm>
            <a:off x="641588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결정이 아니다</a:t>
            </a:r>
            <a:endParaRPr lang="en-US" sz="1550" dirty="0"/>
          </a:p>
        </p:txBody>
      </p:sp>
      <p:sp>
        <p:nvSpPr>
          <p:cNvPr id="37" name="card-3"/>
          <p:cNvSpPr/>
          <p:nvPr/>
        </p:nvSpPr>
        <p:spPr>
          <a:xfrm>
            <a:off x="8979179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8" name="card-3-badge"/>
          <p:cNvSpPr/>
          <p:nvPr/>
        </p:nvSpPr>
        <p:spPr>
          <a:xfrm>
            <a:off x="9180347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ard-3-badge-text"/>
          <p:cNvSpPr txBox="1"/>
          <p:nvPr/>
        </p:nvSpPr>
        <p:spPr>
          <a:xfrm>
            <a:off x="9180347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40" name="card-3-head"/>
          <p:cNvSpPr txBox="1"/>
          <p:nvPr/>
        </p:nvSpPr>
        <p:spPr>
          <a:xfrm>
            <a:off x="9180347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 난 자</a:t>
            </a:r>
            <a:endParaRPr lang="en-US" sz="1800" dirty="0"/>
          </a:p>
        </p:txBody>
      </p:sp>
      <p:sp>
        <p:nvSpPr>
          <p:cNvPr id="41" name="card-3-body"/>
          <p:cNvSpPr txBox="1"/>
          <p:nvPr/>
        </p:nvSpPr>
        <p:spPr>
          <a:xfrm>
            <a:off x="9180347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550" dirty="0"/>
          </a:p>
        </p:txBody>
      </p:sp>
      <p:sp>
        <p:nvSpPr>
          <p:cNvPr id="42" name="note"/>
          <p:cNvSpPr txBox="1"/>
          <p:nvPr/>
        </p:nvSpPr>
        <p:spPr>
          <a:xfrm>
            <a:off x="685800" y="5907024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34~35. 하나님의 자녀가 되는 길 (13절) — 그 근원은 예수님이십니다.</a:t>
            </a:r>
            <a:endParaRPr lang="en-US" sz="18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창조주라는 사실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누구였나요?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누구에게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되렵니까?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빛을 밝히려면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할 한 가지를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봅시다.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— 성육신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68833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327355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포기하신 것, 그리고 그 이유</a:t>
            </a:r>
            <a:endParaRPr lang="en-US" sz="2150" dirty="0"/>
          </a:p>
        </p:txBody>
      </p:sp>
      <p:sp>
        <p:nvSpPr>
          <p:cNvPr id="9" name="cmp-0"/>
          <p:cNvSpPr/>
          <p:nvPr/>
        </p:nvSpPr>
        <p:spPr>
          <a:xfrm>
            <a:off x="685800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(빌 2:6)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700" dirty="0"/>
          </a:p>
        </p:txBody>
      </p:sp>
      <p:sp>
        <p:nvSpPr>
          <p:cNvPr id="12" name="cmp-1"/>
          <p:cNvSpPr/>
          <p:nvPr/>
        </p:nvSpPr>
        <p:spPr>
          <a:xfrm>
            <a:off x="6233008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 되는 권세를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은혜를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형체를” (빌 2:7)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</a:t>
            </a:r>
            <a:endParaRPr lang="en-US" sz="1800" dirty="0"/>
          </a:p>
        </p:txBody>
      </p:sp>
      <p:sp>
        <p:nvSpPr>
          <p:cNvPr id="9" name="cmp-1"/>
          <p:cNvSpPr/>
          <p:nvPr/>
        </p:nvSpPr>
        <p:spPr>
          <a:xfrm>
            <a:off x="6233008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800" dirty="0"/>
          </a:p>
        </p:txBody>
      </p:sp>
      <p:sp>
        <p:nvSpPr>
          <p:cNvPr id="12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율법을 완벽히 지킬 수 없기에, 은혜로 용서받을 필요가 있습니다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인격적 관계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아니다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</a:t>
            </a:r>
            <a:endParaRPr lang="en-US" sz="1700" dirty="0"/>
          </a:p>
        </p:txBody>
      </p:sp>
      <p:sp>
        <p:nvSpPr>
          <p:cNvPr id="21" name="not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포기하시는 분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하나님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어떤 부분을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되었습니까?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포기할까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포기하시겠습니까?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621472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아들이심을 믿고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이름으로 생명을 얻게 함</a:t>
            </a:r>
            <a:endParaRPr lang="en-US" sz="18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252728" y="387705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2150" dirty="0"/>
          </a:p>
        </p:txBody>
      </p:sp>
      <p:sp>
        <p:nvSpPr>
          <p:cNvPr id="16" name="card-0"/>
          <p:cNvSpPr/>
          <p:nvPr/>
        </p:nvSpPr>
        <p:spPr>
          <a:xfrm>
            <a:off x="68580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4124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600" dirty="0"/>
          </a:p>
        </p:txBody>
      </p:sp>
      <p:sp>
        <p:nvSpPr>
          <p:cNvPr id="18" name="card-0-body"/>
          <p:cNvSpPr txBox="1"/>
          <p:nvPr/>
        </p:nvSpPr>
        <p:spPr>
          <a:xfrm>
            <a:off x="84124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길 포도나무</a:t>
            </a:r>
            <a:endParaRPr lang="en-US" sz="1500" dirty="0"/>
          </a:p>
        </p:txBody>
      </p:sp>
      <p:sp>
        <p:nvSpPr>
          <p:cNvPr id="19" name="card-1"/>
          <p:cNvSpPr/>
          <p:nvPr/>
        </p:nvSpPr>
        <p:spPr>
          <a:xfrm>
            <a:off x="252877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8422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600" dirty="0"/>
          </a:p>
        </p:txBody>
      </p:sp>
      <p:sp>
        <p:nvSpPr>
          <p:cNvPr id="21" name="card-1-body"/>
          <p:cNvSpPr txBox="1"/>
          <p:nvPr/>
        </p:nvSpPr>
        <p:spPr>
          <a:xfrm>
            <a:off x="268422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500" dirty="0"/>
          </a:p>
        </p:txBody>
      </p:sp>
      <p:sp>
        <p:nvSpPr>
          <p:cNvPr id="22" name="card-2"/>
          <p:cNvSpPr/>
          <p:nvPr/>
        </p:nvSpPr>
        <p:spPr>
          <a:xfrm>
            <a:off x="437174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2719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600" dirty="0"/>
          </a:p>
        </p:txBody>
      </p:sp>
      <p:sp>
        <p:nvSpPr>
          <p:cNvPr id="24" name="card-2-body"/>
          <p:cNvSpPr txBox="1"/>
          <p:nvPr/>
        </p:nvSpPr>
        <p:spPr>
          <a:xfrm>
            <a:off x="452719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500" dirty="0"/>
          </a:p>
        </p:txBody>
      </p:sp>
      <p:sp>
        <p:nvSpPr>
          <p:cNvPr id="25" name="card-3"/>
          <p:cNvSpPr/>
          <p:nvPr/>
        </p:nvSpPr>
        <p:spPr>
          <a:xfrm>
            <a:off x="621472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016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60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016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</a:t>
            </a:r>
            <a:endParaRPr lang="en-US" sz="1500" dirty="0"/>
          </a:p>
        </p:txBody>
      </p:sp>
      <p:sp>
        <p:nvSpPr>
          <p:cNvPr id="28" name="card-4"/>
          <p:cNvSpPr/>
          <p:nvPr/>
        </p:nvSpPr>
        <p:spPr>
          <a:xfrm>
            <a:off x="805769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1314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600" dirty="0"/>
          </a:p>
        </p:txBody>
      </p:sp>
      <p:sp>
        <p:nvSpPr>
          <p:cNvPr id="30" name="card-4-body"/>
          <p:cNvSpPr txBox="1"/>
          <p:nvPr/>
        </p:nvSpPr>
        <p:spPr>
          <a:xfrm>
            <a:off x="821314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500" dirty="0"/>
          </a:p>
        </p:txBody>
      </p:sp>
      <p:sp>
        <p:nvSpPr>
          <p:cNvPr id="31" name="card-5"/>
          <p:cNvSpPr/>
          <p:nvPr/>
        </p:nvSpPr>
        <p:spPr>
          <a:xfrm>
            <a:off x="990066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5611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60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5611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5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요한복음의 구조</a:t>
            </a:r>
            <a:endParaRPr lang="en-US" sz="3600" dirty="0"/>
          </a:p>
        </p:txBody>
      </p:sp>
      <p:sp>
        <p:nvSpPr>
          <p:cNvPr id="3" name="st-0"/>
          <p:cNvSpPr/>
          <p:nvPr/>
        </p:nvSpPr>
        <p:spPr>
          <a:xfrm>
            <a:off x="685800" y="1719072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4" name="st-0-n"/>
          <p:cNvSpPr txBox="1"/>
          <p:nvPr/>
        </p:nvSpPr>
        <p:spPr>
          <a:xfrm>
            <a:off x="1014984" y="171907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t-0-t"/>
          <p:cNvSpPr txBox="1"/>
          <p:nvPr/>
        </p:nvSpPr>
        <p:spPr>
          <a:xfrm>
            <a:off x="1874520" y="171907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신학적 서론</a:t>
            </a:r>
            <a:endParaRPr lang="en-US" sz="2400" dirty="0"/>
          </a:p>
        </p:txBody>
      </p:sp>
      <p:sp>
        <p:nvSpPr>
          <p:cNvPr id="6" name="st-0-r"/>
          <p:cNvSpPr txBox="1"/>
          <p:nvPr/>
        </p:nvSpPr>
        <p:spPr>
          <a:xfrm>
            <a:off x="836676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2200" dirty="0"/>
          </a:p>
        </p:txBody>
      </p:sp>
      <p:sp>
        <p:nvSpPr>
          <p:cNvPr id="7" name="st-1"/>
          <p:cNvSpPr/>
          <p:nvPr/>
        </p:nvSpPr>
        <p:spPr>
          <a:xfrm>
            <a:off x="685800" y="2615184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8" name="st-1-n"/>
          <p:cNvSpPr txBox="1"/>
          <p:nvPr/>
        </p:nvSpPr>
        <p:spPr>
          <a:xfrm>
            <a:off x="1014984" y="261518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st-1-t"/>
          <p:cNvSpPr txBox="1"/>
          <p:nvPr/>
        </p:nvSpPr>
        <p:spPr>
          <a:xfrm>
            <a:off x="1874520" y="261518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· 예루살렘 사역</a:t>
            </a:r>
            <a:endParaRPr lang="en-US" sz="2400" dirty="0"/>
          </a:p>
        </p:txBody>
      </p:sp>
      <p:sp>
        <p:nvSpPr>
          <p:cNvPr id="10" name="st-1-r"/>
          <p:cNvSpPr txBox="1"/>
          <p:nvPr/>
        </p:nvSpPr>
        <p:spPr>
          <a:xfrm>
            <a:off x="8366760" y="26151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1:19~12장</a:t>
            </a:r>
            <a:endParaRPr lang="en-US" sz="2200" dirty="0"/>
          </a:p>
        </p:txBody>
      </p:sp>
      <p:sp>
        <p:nvSpPr>
          <p:cNvPr id="11" name="st-2"/>
          <p:cNvSpPr/>
          <p:nvPr/>
        </p:nvSpPr>
        <p:spPr>
          <a:xfrm>
            <a:off x="685800" y="3511296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2" name="st-2-n"/>
          <p:cNvSpPr txBox="1"/>
          <p:nvPr/>
        </p:nvSpPr>
        <p:spPr>
          <a:xfrm>
            <a:off x="1014984" y="351129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t-2-t"/>
          <p:cNvSpPr txBox="1"/>
          <p:nvPr/>
        </p:nvSpPr>
        <p:spPr>
          <a:xfrm>
            <a:off x="1874520" y="351129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2400" dirty="0"/>
          </a:p>
        </p:txBody>
      </p:sp>
      <p:sp>
        <p:nvSpPr>
          <p:cNvPr id="14" name="st-2-r"/>
          <p:cNvSpPr txBox="1"/>
          <p:nvPr/>
        </p:nvSpPr>
        <p:spPr>
          <a:xfrm>
            <a:off x="8366760" y="35112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st-3"/>
          <p:cNvSpPr/>
          <p:nvPr/>
        </p:nvSpPr>
        <p:spPr>
          <a:xfrm>
            <a:off x="685800" y="4407408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6" name="st-3-n"/>
          <p:cNvSpPr txBox="1"/>
          <p:nvPr/>
        </p:nvSpPr>
        <p:spPr>
          <a:xfrm>
            <a:off x="1014984" y="440740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st-3-t"/>
          <p:cNvSpPr txBox="1"/>
          <p:nvPr/>
        </p:nvSpPr>
        <p:spPr>
          <a:xfrm>
            <a:off x="1874520" y="440740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수난과 부활</a:t>
            </a:r>
            <a:endParaRPr lang="en-US" sz="2400" dirty="0"/>
          </a:p>
        </p:txBody>
      </p:sp>
      <p:sp>
        <p:nvSpPr>
          <p:cNvPr id="18" name="st-3-r"/>
          <p:cNvSpPr txBox="1"/>
          <p:nvPr/>
        </p:nvSpPr>
        <p:spPr>
          <a:xfrm>
            <a:off x="8366760" y="440740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18~20장</a:t>
            </a:r>
            <a:endParaRPr lang="en-US" sz="2200" dirty="0"/>
          </a:p>
        </p:txBody>
      </p:sp>
      <p:sp>
        <p:nvSpPr>
          <p:cNvPr id="19" name="st-4"/>
          <p:cNvSpPr/>
          <p:nvPr/>
        </p:nvSpPr>
        <p:spPr>
          <a:xfrm>
            <a:off x="685800" y="5303520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0" name="st-4-n"/>
          <p:cNvSpPr txBox="1"/>
          <p:nvPr/>
        </p:nvSpPr>
        <p:spPr>
          <a:xfrm>
            <a:off x="1014984" y="530352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st-4-t"/>
          <p:cNvSpPr txBox="1"/>
          <p:nvPr/>
        </p:nvSpPr>
        <p:spPr>
          <a:xfrm>
            <a:off x="1874520" y="5303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2400" dirty="0"/>
          </a:p>
        </p:txBody>
      </p:sp>
      <p:sp>
        <p:nvSpPr>
          <p:cNvPr id="22" name="st-4-r"/>
          <p:cNvSpPr txBox="1"/>
          <p:nvPr/>
        </p:nvSpPr>
        <p:spPr>
          <a:xfrm>
            <a:off x="8366760" y="53035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마음에 남은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 미리 답하기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5" name="card-2"/>
          <p:cNvSpPr/>
          <p:nvPr/>
        </p:nvSpPr>
        <p:spPr>
          <a:xfrm>
            <a:off x="621472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21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1" name="card-3"/>
          <p:cNvSpPr/>
          <p:nvPr/>
        </p:nvSpPr>
        <p:spPr>
          <a:xfrm>
            <a:off x="8979179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21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3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724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하려 함이요”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더 깊이 읽는 자료</a:t>
            </a:r>
            <a:endParaRPr lang="en-US" sz="3600" dirty="0"/>
          </a:p>
        </p:txBody>
      </p:sp>
      <p:sp>
        <p:nvSpPr>
          <p:cNvPr id="3" name="ap-0.75-0"/>
          <p:cNvSpPr/>
          <p:nvPr/>
        </p:nvSpPr>
        <p:spPr>
          <a:xfrm>
            <a:off x="685800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923544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700" dirty="0"/>
          </a:p>
        </p:txBody>
      </p:sp>
      <p:sp>
        <p:nvSpPr>
          <p:cNvPr id="5" name="ap-0.75-0-v"/>
          <p:cNvSpPr txBox="1"/>
          <p:nvPr/>
        </p:nvSpPr>
        <p:spPr>
          <a:xfrm>
            <a:off x="923544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· 비둘기 · 물 · 기름 · 인 · 불</a:t>
            </a:r>
            <a:endParaRPr lang="en-US" sz="1550" dirty="0"/>
          </a:p>
        </p:txBody>
      </p:sp>
      <p:sp>
        <p:nvSpPr>
          <p:cNvPr id="6" name="ap-0.75-1"/>
          <p:cNvSpPr/>
          <p:nvPr/>
        </p:nvSpPr>
        <p:spPr>
          <a:xfrm>
            <a:off x="685800" y="2532888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923544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700" dirty="0"/>
          </a:p>
        </p:txBody>
      </p:sp>
      <p:sp>
        <p:nvSpPr>
          <p:cNvPr id="8" name="ap-0.75-1-v"/>
          <p:cNvSpPr txBox="1"/>
          <p:nvPr/>
        </p:nvSpPr>
        <p:spPr>
          <a:xfrm>
            <a:off x="923544" y="2953512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 · 수종병자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· 실로암 · 가버나움 축귀</a:t>
            </a:r>
            <a:endParaRPr lang="en-US" sz="1550" dirty="0"/>
          </a:p>
        </p:txBody>
      </p:sp>
      <p:sp>
        <p:nvSpPr>
          <p:cNvPr id="9" name="ap-0.75-2"/>
          <p:cNvSpPr/>
          <p:nvPr/>
        </p:nvSpPr>
        <p:spPr>
          <a:xfrm>
            <a:off x="685800" y="3694176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923544" y="3776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 · 출교</a:t>
            </a:r>
            <a:endParaRPr lang="en-US" sz="1700" dirty="0"/>
          </a:p>
        </p:txBody>
      </p:sp>
      <p:sp>
        <p:nvSpPr>
          <p:cNvPr id="11" name="ap-0.75-2-v"/>
          <p:cNvSpPr txBox="1"/>
          <p:nvPr/>
        </p:nvSpPr>
        <p:spPr>
          <a:xfrm>
            <a:off x="923544" y="4114800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(8:11) · 베데스다 병자 (5:14)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 : 9:22 · 12:42 · 16:2</a:t>
            </a:r>
            <a:endParaRPr lang="en-US" sz="1550" dirty="0"/>
          </a:p>
        </p:txBody>
      </p:sp>
      <p:sp>
        <p:nvSpPr>
          <p:cNvPr id="12" name="ap-0.75-3"/>
          <p:cNvSpPr/>
          <p:nvPr/>
        </p:nvSpPr>
        <p:spPr>
          <a:xfrm>
            <a:off x="685800" y="4855464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923544" y="49377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700" dirty="0"/>
          </a:p>
        </p:txBody>
      </p:sp>
      <p:sp>
        <p:nvSpPr>
          <p:cNvPr id="14" name="ap-0.75-3-v"/>
          <p:cNvSpPr txBox="1"/>
          <p:nvPr/>
        </p:nvSpPr>
        <p:spPr>
          <a:xfrm>
            <a:off x="923544" y="5276088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/ 어두움 · 영 / 육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/ 거짓 · 자유 / 종</a:t>
            </a:r>
            <a:endParaRPr lang="en-US" sz="1550" dirty="0"/>
          </a:p>
        </p:txBody>
      </p:sp>
      <p:sp>
        <p:nvSpPr>
          <p:cNvPr id="15" name="ap-7.08-0"/>
          <p:cNvSpPr/>
          <p:nvPr/>
        </p:nvSpPr>
        <p:spPr>
          <a:xfrm>
            <a:off x="6473952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711696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700" dirty="0"/>
          </a:p>
        </p:txBody>
      </p:sp>
      <p:sp>
        <p:nvSpPr>
          <p:cNvPr id="17" name="ap-7.08-0-v"/>
          <p:cNvSpPr txBox="1"/>
          <p:nvPr/>
        </p:nvSpPr>
        <p:spPr>
          <a:xfrm>
            <a:off x="6711696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· 십자가의 어둠</a:t>
            </a:r>
            <a:endParaRPr lang="en-US" sz="1550" dirty="0"/>
          </a:p>
        </p:txBody>
      </p:sp>
      <p:sp>
        <p:nvSpPr>
          <p:cNvPr id="18" name="ap-7.08-1"/>
          <p:cNvSpPr/>
          <p:nvPr/>
        </p:nvSpPr>
        <p:spPr>
          <a:xfrm>
            <a:off x="6473952" y="2532888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711696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700" dirty="0"/>
          </a:p>
        </p:txBody>
      </p:sp>
      <p:sp>
        <p:nvSpPr>
          <p:cNvPr id="20" name="ap-7.08-1-v"/>
          <p:cNvSpPr txBox="1"/>
          <p:nvPr/>
        </p:nvSpPr>
        <p:spPr>
          <a:xfrm>
            <a:off x="6711696" y="2953512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 · 성령 강림</a:t>
            </a:r>
            <a:endParaRPr lang="en-US" sz="1550" dirty="0"/>
          </a:p>
        </p:txBody>
      </p:sp>
      <p:sp>
        <p:nvSpPr>
          <p:cNvPr id="21" name="ap-7.08-2"/>
          <p:cNvSpPr/>
          <p:nvPr/>
        </p:nvSpPr>
        <p:spPr>
          <a:xfrm>
            <a:off x="6473952" y="3456432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711696" y="35387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700" dirty="0"/>
          </a:p>
        </p:txBody>
      </p:sp>
      <p:sp>
        <p:nvSpPr>
          <p:cNvPr id="23" name="ap-7.08-2-v"/>
          <p:cNvSpPr txBox="1"/>
          <p:nvPr/>
        </p:nvSpPr>
        <p:spPr>
          <a:xfrm>
            <a:off x="6711696" y="3877056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</a:t>
            </a:r>
            <a:endParaRPr lang="en-US" sz="1550" dirty="0"/>
          </a:p>
        </p:txBody>
      </p:sp>
      <p:sp>
        <p:nvSpPr>
          <p:cNvPr id="24" name="ap-7.08-3"/>
          <p:cNvSpPr/>
          <p:nvPr/>
        </p:nvSpPr>
        <p:spPr>
          <a:xfrm>
            <a:off x="6473952" y="4379976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711696" y="44622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700" dirty="0"/>
          </a:p>
        </p:txBody>
      </p:sp>
      <p:sp>
        <p:nvSpPr>
          <p:cNvPr id="26" name="ap-7.08-3-v"/>
          <p:cNvSpPr txBox="1"/>
          <p:nvPr/>
        </p:nvSpPr>
        <p:spPr>
          <a:xfrm>
            <a:off x="6711696" y="4800600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 (1:39)</a:t>
            </a:r>
            <a:endParaRPr lang="en-US" sz="1550" dirty="0"/>
          </a:p>
        </p:txBody>
      </p:sp>
      <p:sp>
        <p:nvSpPr>
          <p:cNvPr id="27" name="ap-7.08-4"/>
          <p:cNvSpPr/>
          <p:nvPr/>
        </p:nvSpPr>
        <p:spPr>
          <a:xfrm>
            <a:off x="6473952" y="5303520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711696" y="53858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</a:t>
            </a:r>
            <a:endParaRPr lang="en-US" sz="1700" dirty="0"/>
          </a:p>
        </p:txBody>
      </p:sp>
      <p:sp>
        <p:nvSpPr>
          <p:cNvPr id="29" name="ap-7.08-4-v"/>
          <p:cNvSpPr txBox="1"/>
          <p:nvPr/>
        </p:nvSpPr>
        <p:spPr>
          <a:xfrm>
            <a:off x="6711696" y="5724144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바다 위를 걸으심 (6장)</a:t>
            </a:r>
            <a:endParaRPr lang="en-US" sz="15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2026-10-28T05:51:39Z</dcterms:created>
  <dcterms:modified xsi:type="dcterms:W3CDTF">2026-10-28T05:51:39Z</dcterms:modified>
</cp:coreProperties>
</file>