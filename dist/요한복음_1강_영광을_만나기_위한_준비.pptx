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601c6a86-ea19-65ac-bc60-8a5c779375e5}">
          <p14:sldIdLst>
            <p14:sldId id="256"/>
            <p14:sldId id="257"/>
            <p14:sldId id="258"/>
            <p14:sldId id="259"/>
            <p14:sldId id="260"/>
          </p14:sldIdLst>
        </p14:section>
        <p14:section name="요한복음 분석" id="{a15abed9-6805-2391-b828-ce3d05f4188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1과 · 예수님에 대한 증언" id="{c7d09d15-4cf1-5aa1-90f7-5aec37b57f30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1과 · 하나님에 대한 증언" id="{7b0ca741-21aa-de4b-9344-d3d2ee68e955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마무리" id="{b4a073d2-7d66-7460-dde7-2c8c9ba9f188}">
          <p14:sldIdLst>
            <p14:sldId id="296"/>
            <p14:sldId id="297"/>
            <p14:sldId id="298"/>
          </p14:sldIdLst>
        </p14:section>
        <p14:section name="부록" id="{33c3e133-e0bd-40e7-80f7-4485553e0b8d}">
          <p14:sldIdLst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0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202B"/>
                </a:solidFill>
                <a:latin typeface="Arial"/>
              </a:rPr>
              <a:t>복음서별 ‘사랑’ 사용 횟수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‘사랑’ 사용 횟수</c:v>
                </c:pt>
              </c:strCache>
            </c:strRef>
          </c:tx>
          <c:spPr>
            <a:solidFill>
              <a:srgbClr val="AEB9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EB9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EB9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B9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9A4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마태복음</c:v>
                  </c:pt>
                  <c:pt idx="1">
                    <c:v>마가복음</c:v>
                  </c:pt>
                  <c:pt idx="2">
                    <c:v>누가복음</c:v>
                  </c:pt>
                  <c:pt idx="3">
                    <c:v>요한복음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7</c:v>
                </c:pt>
                <c:pt idx="2">
                  <c:v>16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4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→ 과정 안내 → 소그룹 나눔(소개·조장선출) → 1과 강의 순서로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1주차는 오리엔테이션이 있어 소그룹 나눔을 강의보다 앞에 둡니다. 2주차부터는 강의1 → 나눔 → 강의2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조장은 자원을 먼저 받고, 없으면 추천으로 세웁니다. 조장 연락처를 꼭 확보하세요.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20:31은 1강에서 가장 중요한 구절입니다. 성구 암송 과제로 제시해도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두문자는 2주차 복습 퀴즈로 다시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“저자에 대해 알면 알수록 그 글을 더 깊이 이해할 수 있다.” — 요한복음을 공부하기 전에 먼저 요한을 알자.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잠시 멈추고 질문: 여러분을 담대하게 만드는 것은 무엇입니까?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938528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spc="400" kern="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2395728"/>
            <a:ext cx="100584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041648"/>
            <a:ext cx="96012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5000"/>
              </a:lnSpc>
              <a:buNone/>
              <a:defRPr lang="en-US" sz="18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lnSpc>
                <a:spcPct val="135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60120" y="2011680"/>
            <a:ext cx="2011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3127248"/>
            <a:ext cx="98755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20624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R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73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OBC · 제1강 영광을 만나기 위한 준비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938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OBC 요한복음 · 제 1 강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2395728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영광을 만나기 위한 준비</a:t>
            </a: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041648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1:1~18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BEE Korea 교재 제1과   |   서누리 성인공동체 · 드리머스 청년공동체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박성은 목사</a:t>
            </a:r>
            <a:endParaRPr lang="en-US" sz="1800" dirty="0"/>
          </a:p>
        </p:txBody>
      </p:sp>
      <p:sp>
        <p:nvSpPr>
          <p:cNvPr id="5" name="greeting"/>
          <p:cNvSpPr txBox="1"/>
          <p:nvPr/>
        </p:nvSpPr>
        <p:spPr>
          <a:xfrm>
            <a:off x="96012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사랑하고 축복합니다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우리가 함께할 길</a:t>
            </a:r>
            <a:endParaRPr lang="en-US" sz="3200" dirty="0"/>
          </a:p>
        </p:txBody>
      </p:sp>
      <p:sp>
        <p:nvSpPr>
          <p:cNvPr id="3" name="flow-0"/>
          <p:cNvSpPr/>
          <p:nvPr/>
        </p:nvSpPr>
        <p:spPr>
          <a:xfrm>
            <a:off x="685800" y="1499616"/>
            <a:ext cx="1856781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flow-0-head"/>
          <p:cNvSpPr txBox="1"/>
          <p:nvPr/>
        </p:nvSpPr>
        <p:spPr>
          <a:xfrm>
            <a:off x="832104" y="1682496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</a:t>
            </a:r>
            <a:endParaRPr lang="en-US" sz="1600" dirty="0"/>
          </a:p>
        </p:txBody>
      </p:sp>
      <p:sp>
        <p:nvSpPr>
          <p:cNvPr id="5" name="flow-0-body"/>
          <p:cNvSpPr txBox="1"/>
          <p:nvPr/>
        </p:nvSpPr>
        <p:spPr>
          <a:xfrm>
            <a:off x="813816" y="2103120"/>
            <a:ext cx="1600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· 수료 기준</a:t>
            </a:r>
            <a:endParaRPr lang="en-US" sz="1250" dirty="0"/>
          </a:p>
        </p:txBody>
      </p:sp>
      <p:sp>
        <p:nvSpPr>
          <p:cNvPr id="6" name="flow-0-arrow"/>
          <p:cNvSpPr txBox="1"/>
          <p:nvPr/>
        </p:nvSpPr>
        <p:spPr>
          <a:xfrm>
            <a:off x="2542581" y="19385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7" name="flow-1"/>
          <p:cNvSpPr/>
          <p:nvPr/>
        </p:nvSpPr>
        <p:spPr>
          <a:xfrm>
            <a:off x="2926629" y="1499616"/>
            <a:ext cx="1856781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8" name="flow-1-head"/>
          <p:cNvSpPr txBox="1"/>
          <p:nvPr/>
        </p:nvSpPr>
        <p:spPr>
          <a:xfrm>
            <a:off x="3072933" y="1682496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소그룹 나눔</a:t>
            </a:r>
            <a:endParaRPr lang="en-US" sz="1600" dirty="0"/>
          </a:p>
        </p:txBody>
      </p:sp>
      <p:sp>
        <p:nvSpPr>
          <p:cNvPr id="9" name="flow-1-body"/>
          <p:cNvSpPr txBox="1"/>
          <p:nvPr/>
        </p:nvSpPr>
        <p:spPr>
          <a:xfrm>
            <a:off x="3054645" y="2103120"/>
            <a:ext cx="1600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 · 조장 선출</a:t>
            </a:r>
            <a:endParaRPr lang="en-US" sz="1250" dirty="0"/>
          </a:p>
        </p:txBody>
      </p:sp>
      <p:sp>
        <p:nvSpPr>
          <p:cNvPr id="10" name="flow-1-arrow"/>
          <p:cNvSpPr txBox="1"/>
          <p:nvPr/>
        </p:nvSpPr>
        <p:spPr>
          <a:xfrm>
            <a:off x="4783409" y="19385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11" name="flow-2"/>
          <p:cNvSpPr/>
          <p:nvPr/>
        </p:nvSpPr>
        <p:spPr>
          <a:xfrm>
            <a:off x="5167457" y="1499616"/>
            <a:ext cx="1856781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2" name="flow-2-head"/>
          <p:cNvSpPr txBox="1"/>
          <p:nvPr/>
        </p:nvSpPr>
        <p:spPr>
          <a:xfrm>
            <a:off x="5313761" y="1682496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분석</a:t>
            </a:r>
            <a:endParaRPr lang="en-US" sz="1600" dirty="0"/>
          </a:p>
        </p:txBody>
      </p:sp>
      <p:sp>
        <p:nvSpPr>
          <p:cNvPr id="13" name="flow-2-body"/>
          <p:cNvSpPr txBox="1"/>
          <p:nvPr/>
        </p:nvSpPr>
        <p:spPr>
          <a:xfrm>
            <a:off x="5295473" y="2103120"/>
            <a:ext cx="1600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· 구조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완전수 7</a:t>
            </a:r>
            <a:endParaRPr lang="en-US" sz="1250" dirty="0"/>
          </a:p>
        </p:txBody>
      </p:sp>
      <p:sp>
        <p:nvSpPr>
          <p:cNvPr id="14" name="flow-2-arrow"/>
          <p:cNvSpPr txBox="1"/>
          <p:nvPr/>
        </p:nvSpPr>
        <p:spPr>
          <a:xfrm>
            <a:off x="7024238" y="19385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15" name="flow-3"/>
          <p:cNvSpPr/>
          <p:nvPr/>
        </p:nvSpPr>
        <p:spPr>
          <a:xfrm>
            <a:off x="7408286" y="1499616"/>
            <a:ext cx="1856781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6" name="flow-3-head"/>
          <p:cNvSpPr txBox="1"/>
          <p:nvPr/>
        </p:nvSpPr>
        <p:spPr>
          <a:xfrm>
            <a:off x="7554590" y="1682496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전반</a:t>
            </a:r>
            <a:endParaRPr lang="en-US" sz="1600" dirty="0"/>
          </a:p>
        </p:txBody>
      </p:sp>
      <p:sp>
        <p:nvSpPr>
          <p:cNvPr id="17" name="flow-3-body"/>
          <p:cNvSpPr txBox="1"/>
          <p:nvPr/>
        </p:nvSpPr>
        <p:spPr>
          <a:xfrm>
            <a:off x="7536302" y="2103120"/>
            <a:ext cx="1600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예수님에 대한 증언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1~21</a:t>
            </a:r>
            <a:endParaRPr lang="en-US" sz="1250" dirty="0"/>
          </a:p>
        </p:txBody>
      </p:sp>
      <p:sp>
        <p:nvSpPr>
          <p:cNvPr id="18" name="flow-3-arrow"/>
          <p:cNvSpPr txBox="1"/>
          <p:nvPr/>
        </p:nvSpPr>
        <p:spPr>
          <a:xfrm>
            <a:off x="9265067" y="19385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19" name="flow-4"/>
          <p:cNvSpPr/>
          <p:nvPr/>
        </p:nvSpPr>
        <p:spPr>
          <a:xfrm>
            <a:off x="9649115" y="1499616"/>
            <a:ext cx="1856781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0" name="flow-4-head"/>
          <p:cNvSpPr txBox="1"/>
          <p:nvPr/>
        </p:nvSpPr>
        <p:spPr>
          <a:xfrm>
            <a:off x="9795419" y="1682496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후반</a:t>
            </a:r>
            <a:endParaRPr lang="en-US" sz="1600" dirty="0"/>
          </a:p>
        </p:txBody>
      </p:sp>
      <p:sp>
        <p:nvSpPr>
          <p:cNvPr id="21" name="flow-4-body"/>
          <p:cNvSpPr txBox="1"/>
          <p:nvPr/>
        </p:nvSpPr>
        <p:spPr>
          <a:xfrm>
            <a:off x="9777131" y="2103120"/>
            <a:ext cx="1600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하나님에 대한 증언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22~41</a:t>
            </a:r>
            <a:endParaRPr lang="en-US" sz="1250" dirty="0"/>
          </a:p>
        </p:txBody>
      </p:sp>
      <p:sp>
        <p:nvSpPr>
          <p:cNvPr id="22" name="subhead-badge"/>
          <p:cNvSpPr/>
          <p:nvPr/>
        </p:nvSpPr>
        <p:spPr>
          <a:xfrm>
            <a:off x="685800" y="2990088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subhead-badge-text"/>
          <p:cNvSpPr txBox="1"/>
          <p:nvPr/>
        </p:nvSpPr>
        <p:spPr>
          <a:xfrm>
            <a:off x="685800" y="299008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endParaRPr lang="en-US" sz="1300" dirty="0"/>
          </a:p>
        </p:txBody>
      </p:sp>
      <p:sp>
        <p:nvSpPr>
          <p:cNvPr id="24" name="subhead-text"/>
          <p:cNvSpPr txBox="1"/>
          <p:nvPr/>
        </p:nvSpPr>
        <p:spPr>
          <a:xfrm>
            <a:off x="1353312" y="2980944"/>
            <a:ext cx="10152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강의가 가는 방향</a:t>
            </a:r>
            <a:endParaRPr lang="en-US" sz="1900" dirty="0"/>
          </a:p>
        </p:txBody>
      </p:sp>
      <p:sp>
        <p:nvSpPr>
          <p:cNvPr id="25" name="card-0"/>
          <p:cNvSpPr/>
          <p:nvPr/>
        </p:nvSpPr>
        <p:spPr>
          <a:xfrm>
            <a:off x="685800" y="3474720"/>
            <a:ext cx="3448202" cy="2304288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6" name="card-0-badge"/>
          <p:cNvSpPr/>
          <p:nvPr/>
        </p:nvSpPr>
        <p:spPr>
          <a:xfrm>
            <a:off x="923544" y="3712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card-0-badge-text"/>
          <p:cNvSpPr txBox="1"/>
          <p:nvPr/>
        </p:nvSpPr>
        <p:spPr>
          <a:xfrm>
            <a:off x="923544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28" name="card-0-head"/>
          <p:cNvSpPr txBox="1"/>
          <p:nvPr/>
        </p:nvSpPr>
        <p:spPr>
          <a:xfrm>
            <a:off x="923544" y="4242816"/>
            <a:ext cx="297271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질문으로 끝까지 간다</a:t>
            </a:r>
            <a:endParaRPr lang="en-US" sz="1700" dirty="0"/>
          </a:p>
        </p:txBody>
      </p:sp>
      <p:sp>
        <p:nvSpPr>
          <p:cNvPr id="29" name="card-0-body"/>
          <p:cNvSpPr txBox="1"/>
          <p:nvPr/>
        </p:nvSpPr>
        <p:spPr>
          <a:xfrm>
            <a:off x="923544" y="4860036"/>
            <a:ext cx="297271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“예수님은 누구신가?”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요한복음은 사건의 나열이 아니라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신성(神性)을 증언한다.</a:t>
            </a:r>
            <a:endParaRPr lang="en-US" sz="1350" dirty="0"/>
          </a:p>
        </p:txBody>
      </p:sp>
      <p:sp>
        <p:nvSpPr>
          <p:cNvPr id="30" name="card-1"/>
          <p:cNvSpPr/>
          <p:nvPr/>
        </p:nvSpPr>
        <p:spPr>
          <a:xfrm>
            <a:off x="4371746" y="3474720"/>
            <a:ext cx="3448202" cy="2304288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1" name="card-1-badge"/>
          <p:cNvSpPr/>
          <p:nvPr/>
        </p:nvSpPr>
        <p:spPr>
          <a:xfrm>
            <a:off x="4609490" y="3712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card-1-badge-text"/>
          <p:cNvSpPr txBox="1"/>
          <p:nvPr/>
        </p:nvSpPr>
        <p:spPr>
          <a:xfrm>
            <a:off x="460949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33" name="card-1-head"/>
          <p:cNvSpPr txBox="1"/>
          <p:nvPr/>
        </p:nvSpPr>
        <p:spPr>
          <a:xfrm>
            <a:off x="4609490" y="4242816"/>
            <a:ext cx="297271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8과를 ‘영광’ 한 단어로 꿴다</a:t>
            </a:r>
            <a:endParaRPr lang="en-US" sz="1700" dirty="0"/>
          </a:p>
        </p:txBody>
      </p:sp>
      <p:sp>
        <p:nvSpPr>
          <p:cNvPr id="34" name="card-1-body"/>
          <p:cNvSpPr txBox="1"/>
          <p:nvPr/>
        </p:nvSpPr>
        <p:spPr>
          <a:xfrm>
            <a:off x="4609490" y="4860036"/>
            <a:ext cx="297271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→ 드러남 → 드러내심 → 영광이신 예수님 → 영광이신 하나님 → 최후 여정 → 영광 안에 거함 → 초대</a:t>
            </a:r>
            <a:endParaRPr lang="en-US" sz="1350" dirty="0"/>
          </a:p>
        </p:txBody>
      </p:sp>
      <p:sp>
        <p:nvSpPr>
          <p:cNvPr id="35" name="card-2"/>
          <p:cNvSpPr/>
          <p:nvPr/>
        </p:nvSpPr>
        <p:spPr>
          <a:xfrm>
            <a:off x="8057693" y="3474720"/>
            <a:ext cx="3448202" cy="2304288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6" name="card-2-badge"/>
          <p:cNvSpPr/>
          <p:nvPr/>
        </p:nvSpPr>
        <p:spPr>
          <a:xfrm>
            <a:off x="8295437" y="3712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card-2-badge-text"/>
          <p:cNvSpPr txBox="1"/>
          <p:nvPr/>
        </p:nvSpPr>
        <p:spPr>
          <a:xfrm>
            <a:off x="8295437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300" dirty="0"/>
          </a:p>
        </p:txBody>
      </p:sp>
      <p:sp>
        <p:nvSpPr>
          <p:cNvPr id="38" name="card-2-head"/>
          <p:cNvSpPr txBox="1"/>
          <p:nvPr/>
        </p:nvSpPr>
        <p:spPr>
          <a:xfrm>
            <a:off x="8295437" y="424281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세 단계로 소화한다</a:t>
            </a:r>
            <a:endParaRPr lang="en-US" sz="1700" dirty="0"/>
          </a:p>
        </p:txBody>
      </p:sp>
      <p:sp>
        <p:nvSpPr>
          <p:cNvPr id="39" name="card-2-body"/>
          <p:cNvSpPr txBox="1"/>
          <p:nvPr/>
        </p:nvSpPr>
        <p:spPr>
          <a:xfrm>
            <a:off x="8295437" y="4588002"/>
            <a:ext cx="2972714" cy="95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(본문이 무엇을 말하는가)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(구조 · 배경 · 단어)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(나에게 무엇을 요구하는가)</a:t>
            </a:r>
            <a:endParaRPr lang="en-US" sz="1350" dirty="0"/>
          </a:p>
        </p:txBody>
      </p:sp>
      <p:sp>
        <p:nvSpPr>
          <p:cNvPr id="40" name="keyline"/>
          <p:cNvSpPr/>
          <p:nvPr/>
        </p:nvSpPr>
        <p:spPr>
          <a:xfrm>
            <a:off x="685800" y="5888736"/>
            <a:ext cx="10820095" cy="402336"/>
          </a:xfrm>
          <a:prstGeom prst="roundRect">
            <a:avLst>
              <a:gd name="adj" fmla="val 22727"/>
            </a:avLst>
          </a:prstGeom>
          <a:solidFill>
            <a:schemeClr val="tx2"/>
          </a:solidFill>
          <a:ln/>
        </p:spPr>
      </p:sp>
      <p:sp>
        <p:nvSpPr>
          <p:cNvPr id="41" name="keyline-text"/>
          <p:cNvSpPr txBox="1"/>
          <p:nvPr/>
        </p:nvSpPr>
        <p:spPr>
          <a:xfrm>
            <a:off x="960120" y="5888736"/>
            <a:ext cx="102714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한 문장  ·  “요한복음은 예수님이 누구신지를 증언하는 복음서입니다”</a:t>
            </a:r>
            <a:endParaRPr lang="en-US" sz="1400" dirty="0"/>
          </a:p>
        </p:txBody>
      </p:sp>
      <p:sp>
        <p:nvSpPr>
          <p:cNvPr id="4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과정 안내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63040"/>
          <a:ext cx="1082009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  <a:gridCol w="2651760"/>
                <a:gridCol w="222199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제1과  영광을 만나기 위한 준비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1:1~18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제2과  영광이 드러나다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1:19~4:42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1강 소감문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제3과  영광을 드러내시다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4:43~6장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2강 소감문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제4과  영광이신 예수님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7~10장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3강 소감문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제5과  영광이신 하나님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11~12장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4강 소감문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제6과  영광으로의 최후 여정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13~14장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5강 소감문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제7과  영광 안에 거함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15~17장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6강 소감문 · 시험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제8과  영광으로의 초대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 18~21장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간증문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685800" y="57607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날짜는 개강일에 맞춰 기입해 주세요.   ※ 공휴일 휴강 주차가 있으면 한 주씩 뒤로 조정합니다.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수료 기준과 진행 순서</a:t>
            </a:r>
            <a:endParaRPr lang="en-US" sz="3200" dirty="0"/>
          </a:p>
        </p:txBody>
      </p:sp>
      <p:sp>
        <p:nvSpPr>
          <p:cNvPr id="3" name="subhead-badge"/>
          <p:cNvSpPr/>
          <p:nvPr/>
        </p:nvSpPr>
        <p:spPr>
          <a:xfrm>
            <a:off x="685800" y="1472184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subhead-badge-text"/>
          <p:cNvSpPr txBox="1"/>
          <p:nvPr/>
        </p:nvSpPr>
        <p:spPr>
          <a:xfrm>
            <a:off x="685800" y="1472184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수료</a:t>
            </a:r>
            <a:endParaRPr lang="en-US" sz="1300" dirty="0"/>
          </a:p>
        </p:txBody>
      </p:sp>
      <p:sp>
        <p:nvSpPr>
          <p:cNvPr id="5" name="subhead-text"/>
          <p:cNvSpPr txBox="1"/>
          <p:nvPr/>
        </p:nvSpPr>
        <p:spPr>
          <a:xfrm>
            <a:off x="1353312" y="1463040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수료 기준</a:t>
            </a:r>
            <a:endParaRPr lang="en-US" sz="1900" dirty="0"/>
          </a:p>
        </p:txBody>
      </p:sp>
      <p:sp>
        <p:nvSpPr>
          <p:cNvPr id="6" name="card-0"/>
          <p:cNvSpPr/>
          <p:nvPr/>
        </p:nvSpPr>
        <p:spPr>
          <a:xfrm>
            <a:off x="685800" y="1956816"/>
            <a:ext cx="2670048" cy="1435608"/>
          </a:xfrm>
          <a:prstGeom prst="roundRect">
            <a:avLst>
              <a:gd name="adj" fmla="val 38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head"/>
          <p:cNvSpPr txBox="1"/>
          <p:nvPr/>
        </p:nvSpPr>
        <p:spPr>
          <a:xfrm>
            <a:off x="923544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소감문</a:t>
            </a:r>
            <a:endParaRPr lang="en-US" sz="16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523744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제출 (총 6주간)</a:t>
            </a:r>
            <a:endParaRPr lang="en-US" sz="1300" dirty="0"/>
          </a:p>
        </p:txBody>
      </p:sp>
      <p:sp>
        <p:nvSpPr>
          <p:cNvPr id="9" name="card-1"/>
          <p:cNvSpPr/>
          <p:nvPr/>
        </p:nvSpPr>
        <p:spPr>
          <a:xfrm>
            <a:off x="3593592" y="1956816"/>
            <a:ext cx="2670048" cy="1435608"/>
          </a:xfrm>
          <a:prstGeom prst="roundRect">
            <a:avLst>
              <a:gd name="adj" fmla="val 38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head"/>
          <p:cNvSpPr txBox="1"/>
          <p:nvPr/>
        </p:nvSpPr>
        <p:spPr>
          <a:xfrm>
            <a:off x="3831336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간증문</a:t>
            </a:r>
            <a:endParaRPr lang="en-US" sz="1600" dirty="0"/>
          </a:p>
        </p:txBody>
      </p:sp>
      <p:sp>
        <p:nvSpPr>
          <p:cNvPr id="11" name="card-1-body"/>
          <p:cNvSpPr txBox="1"/>
          <p:nvPr/>
        </p:nvSpPr>
        <p:spPr>
          <a:xfrm>
            <a:off x="3831336" y="2523744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 강의까지 제출</a:t>
            </a:r>
            <a:endParaRPr lang="en-US" sz="1300" dirty="0"/>
          </a:p>
        </p:txBody>
      </p:sp>
      <p:sp>
        <p:nvSpPr>
          <p:cNvPr id="12" name="card-2"/>
          <p:cNvSpPr/>
          <p:nvPr/>
        </p:nvSpPr>
        <p:spPr>
          <a:xfrm>
            <a:off x="685800" y="3630168"/>
            <a:ext cx="2670048" cy="1435608"/>
          </a:xfrm>
          <a:prstGeom prst="roundRect">
            <a:avLst>
              <a:gd name="adj" fmla="val 38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3" name="card-2-head"/>
          <p:cNvSpPr txBox="1"/>
          <p:nvPr/>
        </p:nvSpPr>
        <p:spPr>
          <a:xfrm>
            <a:off x="923544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 산출</a:t>
            </a:r>
            <a:endParaRPr lang="en-US" sz="1600" dirty="0"/>
          </a:p>
        </p:txBody>
      </p:sp>
      <p:sp>
        <p:nvSpPr>
          <p:cNvPr id="14" name="card-2-body"/>
          <p:cNvSpPr txBox="1"/>
          <p:nvPr/>
        </p:nvSpPr>
        <p:spPr>
          <a:xfrm>
            <a:off x="923544" y="4197096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 60% · 과제 30%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10%</a:t>
            </a:r>
            <a:endParaRPr lang="en-US" sz="1300" dirty="0"/>
          </a:p>
        </p:txBody>
      </p:sp>
      <p:sp>
        <p:nvSpPr>
          <p:cNvPr id="15" name="card-3"/>
          <p:cNvSpPr/>
          <p:nvPr/>
        </p:nvSpPr>
        <p:spPr>
          <a:xfrm>
            <a:off x="3593592" y="3630168"/>
            <a:ext cx="2670048" cy="1435608"/>
          </a:xfrm>
          <a:prstGeom prst="roundRect">
            <a:avLst>
              <a:gd name="adj" fmla="val 382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6" name="card-3-head"/>
          <p:cNvSpPr txBox="1"/>
          <p:nvPr/>
        </p:nvSpPr>
        <p:spPr>
          <a:xfrm>
            <a:off x="3831336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</a:t>
            </a:r>
            <a:endParaRPr lang="en-US" sz="1600" dirty="0"/>
          </a:p>
        </p:txBody>
      </p:sp>
      <p:sp>
        <p:nvSpPr>
          <p:cNvPr id="17" name="card-3-body"/>
          <p:cNvSpPr txBox="1"/>
          <p:nvPr/>
        </p:nvSpPr>
        <p:spPr>
          <a:xfrm>
            <a:off x="3831336" y="4197096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결석 1회까지 허용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 20분 이상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 = 결석 1회</a:t>
            </a:r>
            <a:endParaRPr lang="en-US" sz="1300" dirty="0"/>
          </a:p>
        </p:txBody>
      </p:sp>
      <p:sp>
        <p:nvSpPr>
          <p:cNvPr id="18" name="keyline"/>
          <p:cNvSpPr/>
          <p:nvPr/>
        </p:nvSpPr>
        <p:spPr>
          <a:xfrm>
            <a:off x="685800" y="5212080"/>
            <a:ext cx="557784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/>
        </p:spPr>
      </p:sp>
      <p:sp>
        <p:nvSpPr>
          <p:cNvPr id="19" name="keyline-text"/>
          <p:cNvSpPr txBox="1"/>
          <p:nvPr/>
        </p:nvSpPr>
        <p:spPr>
          <a:xfrm>
            <a:off x="960120" y="52120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숙제 · 성구 암송 | 요한복음 일독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과 예습</a:t>
            </a:r>
            <a:endParaRPr lang="en-US" sz="1400" dirty="0"/>
          </a:p>
        </p:txBody>
      </p:sp>
      <p:sp>
        <p:nvSpPr>
          <p:cNvPr id="20" name="subhead-badge"/>
          <p:cNvSpPr/>
          <p:nvPr/>
        </p:nvSpPr>
        <p:spPr>
          <a:xfrm>
            <a:off x="6473952" y="1472184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subhead-badge-text"/>
          <p:cNvSpPr txBox="1"/>
          <p:nvPr/>
        </p:nvSpPr>
        <p:spPr>
          <a:xfrm>
            <a:off x="6473952" y="1472184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</a:t>
            </a:r>
            <a:endParaRPr lang="en-US" sz="1300" dirty="0"/>
          </a:p>
        </p:txBody>
      </p:sp>
      <p:sp>
        <p:nvSpPr>
          <p:cNvPr id="22" name="subhead-text"/>
          <p:cNvSpPr txBox="1"/>
          <p:nvPr/>
        </p:nvSpPr>
        <p:spPr>
          <a:xfrm>
            <a:off x="7141464" y="1463040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강의 진행 순서 (PM 8:00~10:00)</a:t>
            </a:r>
            <a:endParaRPr lang="en-US" sz="1900" dirty="0"/>
          </a:p>
        </p:txBody>
      </p:sp>
      <p:sp>
        <p:nvSpPr>
          <p:cNvPr id="23" name="tr-0"/>
          <p:cNvSpPr/>
          <p:nvPr/>
        </p:nvSpPr>
        <p:spPr>
          <a:xfrm>
            <a:off x="6473952" y="1956816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24" name="tr-0-t"/>
          <p:cNvSpPr txBox="1"/>
          <p:nvPr/>
        </p:nvSpPr>
        <p:spPr>
          <a:xfrm>
            <a:off x="6656832" y="195681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8:00 ~ 8:10</a:t>
            </a:r>
            <a:endParaRPr lang="en-US" sz="1400" dirty="0"/>
          </a:p>
        </p:txBody>
      </p:sp>
      <p:sp>
        <p:nvSpPr>
          <p:cNvPr id="25" name="tr-0-d"/>
          <p:cNvSpPr txBox="1"/>
          <p:nvPr/>
        </p:nvSpPr>
        <p:spPr>
          <a:xfrm>
            <a:off x="8366760" y="195681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찬양 · 대표기도</a:t>
            </a:r>
            <a:endParaRPr lang="en-US" sz="1400" dirty="0"/>
          </a:p>
        </p:txBody>
      </p:sp>
      <p:sp>
        <p:nvSpPr>
          <p:cNvPr id="26" name="tr-1"/>
          <p:cNvSpPr/>
          <p:nvPr/>
        </p:nvSpPr>
        <p:spPr>
          <a:xfrm>
            <a:off x="6473952" y="2651760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7" name="tr-1-t"/>
          <p:cNvSpPr txBox="1"/>
          <p:nvPr/>
        </p:nvSpPr>
        <p:spPr>
          <a:xfrm>
            <a:off x="6656832" y="265176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8:10 ~ 8:55</a:t>
            </a:r>
            <a:endParaRPr lang="en-US" sz="1400" dirty="0"/>
          </a:p>
        </p:txBody>
      </p:sp>
      <p:sp>
        <p:nvSpPr>
          <p:cNvPr id="28" name="tr-1-d"/>
          <p:cNvSpPr txBox="1"/>
          <p:nvPr/>
        </p:nvSpPr>
        <p:spPr>
          <a:xfrm>
            <a:off x="8366760" y="265176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1 (2주차부터 소감문 리뷰)</a:t>
            </a:r>
            <a:endParaRPr lang="en-US" sz="1400" dirty="0"/>
          </a:p>
        </p:txBody>
      </p:sp>
      <p:sp>
        <p:nvSpPr>
          <p:cNvPr id="29" name="tr-2"/>
          <p:cNvSpPr/>
          <p:nvPr/>
        </p:nvSpPr>
        <p:spPr>
          <a:xfrm>
            <a:off x="6473952" y="3346704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30" name="tr-2-t"/>
          <p:cNvSpPr txBox="1"/>
          <p:nvPr/>
        </p:nvSpPr>
        <p:spPr>
          <a:xfrm>
            <a:off x="6656832" y="334670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8:55 ~ 9:05</a:t>
            </a:r>
            <a:endParaRPr lang="en-US" sz="1400" dirty="0"/>
          </a:p>
        </p:txBody>
      </p:sp>
      <p:sp>
        <p:nvSpPr>
          <p:cNvPr id="31" name="tr-2-d"/>
          <p:cNvSpPr txBox="1"/>
          <p:nvPr/>
        </p:nvSpPr>
        <p:spPr>
          <a:xfrm>
            <a:off x="8366760" y="334670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400" dirty="0"/>
          </a:p>
        </p:txBody>
      </p:sp>
      <p:sp>
        <p:nvSpPr>
          <p:cNvPr id="32" name="tr-3"/>
          <p:cNvSpPr/>
          <p:nvPr/>
        </p:nvSpPr>
        <p:spPr>
          <a:xfrm>
            <a:off x="6473952" y="4041648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3" name="tr-3-t"/>
          <p:cNvSpPr txBox="1"/>
          <p:nvPr/>
        </p:nvSpPr>
        <p:spPr>
          <a:xfrm>
            <a:off x="6656832" y="404164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9:05 ~ 9:27</a:t>
            </a:r>
            <a:endParaRPr lang="en-US" sz="1400" dirty="0"/>
          </a:p>
        </p:txBody>
      </p:sp>
      <p:sp>
        <p:nvSpPr>
          <p:cNvPr id="34" name="tr-3-d"/>
          <p:cNvSpPr txBox="1"/>
          <p:nvPr/>
        </p:nvSpPr>
        <p:spPr>
          <a:xfrm>
            <a:off x="8366760" y="404164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조별 소그룹 나눔 · 전체 나눔</a:t>
            </a:r>
            <a:endParaRPr lang="en-US" sz="1400" dirty="0"/>
          </a:p>
        </p:txBody>
      </p:sp>
      <p:sp>
        <p:nvSpPr>
          <p:cNvPr id="35" name="tr-4"/>
          <p:cNvSpPr/>
          <p:nvPr/>
        </p:nvSpPr>
        <p:spPr>
          <a:xfrm>
            <a:off x="6473952" y="4736592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36" name="tr-4-t"/>
          <p:cNvSpPr txBox="1"/>
          <p:nvPr/>
        </p:nvSpPr>
        <p:spPr>
          <a:xfrm>
            <a:off x="6656832" y="47365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9:27 ~ 9:57</a:t>
            </a:r>
            <a:endParaRPr lang="en-US" sz="1400" dirty="0"/>
          </a:p>
        </p:txBody>
      </p:sp>
      <p:sp>
        <p:nvSpPr>
          <p:cNvPr id="37" name="tr-4-d"/>
          <p:cNvSpPr txBox="1"/>
          <p:nvPr/>
        </p:nvSpPr>
        <p:spPr>
          <a:xfrm>
            <a:off x="8366760" y="473659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2</a:t>
            </a:r>
            <a:endParaRPr lang="en-US" sz="1400" dirty="0"/>
          </a:p>
        </p:txBody>
      </p:sp>
      <p:sp>
        <p:nvSpPr>
          <p:cNvPr id="38" name="tr-5"/>
          <p:cNvSpPr/>
          <p:nvPr/>
        </p:nvSpPr>
        <p:spPr>
          <a:xfrm>
            <a:off x="6473952" y="5431536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9" name="tr-5-t"/>
          <p:cNvSpPr txBox="1"/>
          <p:nvPr/>
        </p:nvSpPr>
        <p:spPr>
          <a:xfrm>
            <a:off x="6656832" y="5431536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9:57 ~ 10:00</a:t>
            </a:r>
            <a:endParaRPr lang="en-US" sz="1400" dirty="0"/>
          </a:p>
        </p:txBody>
      </p:sp>
      <p:sp>
        <p:nvSpPr>
          <p:cNvPr id="40" name="tr-5-d"/>
          <p:cNvSpPr txBox="1"/>
          <p:nvPr/>
        </p:nvSpPr>
        <p:spPr>
          <a:xfrm>
            <a:off x="8366760" y="5431536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및 마무리</a:t>
            </a:r>
            <a:endParaRPr lang="en-US" sz="1400" dirty="0"/>
          </a:p>
        </p:txBody>
      </p:sp>
      <p:sp>
        <p:nvSpPr>
          <p:cNvPr id="41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소그룹 나눔 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서로를 소개하고, 조장을 세웁니다</a:t>
            </a:r>
            <a:endParaRPr lang="en-US" sz="3800" dirty="0"/>
          </a:p>
        </p:txBody>
      </p:sp>
      <p:sp>
        <p:nvSpPr>
          <p:cNvPr id="4" name="card-0"/>
          <p:cNvSpPr/>
          <p:nvPr/>
        </p:nvSpPr>
        <p:spPr>
          <a:xfrm>
            <a:off x="685800" y="2286000"/>
            <a:ext cx="3448202" cy="27432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3054096"/>
            <a:ext cx="2972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</a:t>
            </a:r>
            <a:endParaRPr lang="en-US" sz="20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3447288"/>
            <a:ext cx="297271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소속 공동체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나의 한 주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나를 소개한다면</a:t>
            </a:r>
            <a:endParaRPr lang="en-US" sz="1500" dirty="0"/>
          </a:p>
        </p:txBody>
      </p:sp>
      <p:sp>
        <p:nvSpPr>
          <p:cNvPr id="9" name="card-1"/>
          <p:cNvSpPr/>
          <p:nvPr/>
        </p:nvSpPr>
        <p:spPr>
          <a:xfrm>
            <a:off x="4371746" y="2286000"/>
            <a:ext cx="3448202" cy="27432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4609490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460949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4609490" y="3054096"/>
            <a:ext cx="2972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수강 계기</a:t>
            </a:r>
            <a:endParaRPr lang="en-US" sz="2000" dirty="0"/>
          </a:p>
        </p:txBody>
      </p:sp>
      <p:sp>
        <p:nvSpPr>
          <p:cNvPr id="13" name="card-1-body"/>
          <p:cNvSpPr txBox="1"/>
          <p:nvPr/>
        </p:nvSpPr>
        <p:spPr>
          <a:xfrm>
            <a:off x="4609490" y="3447288"/>
            <a:ext cx="297271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과정을 신청했나요?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여덟 주 동안 기대하는 것 한 가지</a:t>
            </a:r>
            <a:endParaRPr lang="en-US" sz="1500" dirty="0"/>
          </a:p>
        </p:txBody>
      </p:sp>
      <p:sp>
        <p:nvSpPr>
          <p:cNvPr id="14" name="card-2"/>
          <p:cNvSpPr/>
          <p:nvPr/>
        </p:nvSpPr>
        <p:spPr>
          <a:xfrm>
            <a:off x="8057693" y="2286000"/>
            <a:ext cx="3448202" cy="27432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ard-2-badge"/>
          <p:cNvSpPr/>
          <p:nvPr/>
        </p:nvSpPr>
        <p:spPr>
          <a:xfrm>
            <a:off x="8295437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ard-2-badge-text"/>
          <p:cNvSpPr txBox="1"/>
          <p:nvPr/>
        </p:nvSpPr>
        <p:spPr>
          <a:xfrm>
            <a:off x="8295437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card-2-head"/>
          <p:cNvSpPr txBox="1"/>
          <p:nvPr/>
        </p:nvSpPr>
        <p:spPr>
          <a:xfrm>
            <a:off x="8295437" y="3054096"/>
            <a:ext cx="2972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조장 선출</a:t>
            </a:r>
            <a:endParaRPr lang="en-US" sz="2000" dirty="0"/>
          </a:p>
        </p:txBody>
      </p:sp>
      <p:sp>
        <p:nvSpPr>
          <p:cNvPr id="18" name="card-2-body"/>
          <p:cNvSpPr txBox="1"/>
          <p:nvPr/>
        </p:nvSpPr>
        <p:spPr>
          <a:xfrm>
            <a:off x="8295437" y="3447288"/>
            <a:ext cx="297271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출석 · 과제 체크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단체방 운영 및 기도 요청 취합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결석자 연락</a:t>
            </a:r>
            <a:endParaRPr lang="en-US" sz="1500" dirty="0"/>
          </a:p>
        </p:txBody>
      </p:sp>
      <p:sp>
        <p:nvSpPr>
          <p:cNvPr id="19" name="guide"/>
          <p:cNvSpPr txBox="1"/>
          <p:nvPr/>
        </p:nvSpPr>
        <p:spPr>
          <a:xfrm>
            <a:off x="685800" y="528523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가이드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2분 이내 · 전체 22분 · 마지막 3분에 조장 확정 후 전체 나눔에서 조장 소개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60120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312724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요한복음, 한눈에 보기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206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· 기록목적 · 구조 · 완전수 7 · 21장 전체 조망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언제, 왜 썼는가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685800" y="1481328"/>
            <a:ext cx="2526716" cy="19659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stat-0-num"/>
          <p:cNvSpPr txBox="1"/>
          <p:nvPr/>
        </p:nvSpPr>
        <p:spPr>
          <a:xfrm>
            <a:off x="795528" y="1645920"/>
            <a:ext cx="23072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</a:t>
            </a:r>
            <a:endParaRPr lang="en-US" sz="3400" dirty="0"/>
          </a:p>
        </p:txBody>
      </p:sp>
      <p:sp>
        <p:nvSpPr>
          <p:cNvPr id="5" name="stat-0-label"/>
          <p:cNvSpPr txBox="1"/>
          <p:nvPr/>
        </p:nvSpPr>
        <p:spPr>
          <a:xfrm>
            <a:off x="795528" y="2359152"/>
            <a:ext cx="23072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사도 요한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본문에는 ‘예수께서 사랑하시던 제자’로만 표기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450260" y="1481328"/>
            <a:ext cx="2526716" cy="19659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stat-1-num"/>
          <p:cNvSpPr txBox="1"/>
          <p:nvPr/>
        </p:nvSpPr>
        <p:spPr>
          <a:xfrm>
            <a:off x="3559988" y="1645920"/>
            <a:ext cx="23072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 85~90</a:t>
            </a:r>
            <a:endParaRPr lang="en-US" sz="3400" dirty="0"/>
          </a:p>
        </p:txBody>
      </p:sp>
      <p:sp>
        <p:nvSpPr>
          <p:cNvPr id="8" name="stat-1-label"/>
          <p:cNvSpPr txBox="1"/>
          <p:nvPr/>
        </p:nvSpPr>
        <p:spPr>
          <a:xfrm>
            <a:off x="3559988" y="2359152"/>
            <a:ext cx="23072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공관복음(55~68년)보다 후대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밧모섬 유배(95년) 이전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214720" y="1481328"/>
            <a:ext cx="2526716" cy="19659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stat-2-num"/>
          <p:cNvSpPr txBox="1"/>
          <p:nvPr/>
        </p:nvSpPr>
        <p:spPr>
          <a:xfrm>
            <a:off x="6324448" y="1645920"/>
            <a:ext cx="23072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에베소</a:t>
            </a:r>
            <a:endParaRPr lang="en-US" sz="3400" dirty="0"/>
          </a:p>
        </p:txBody>
      </p:sp>
      <p:sp>
        <p:nvSpPr>
          <p:cNvPr id="11" name="stat-2-label"/>
          <p:cNvSpPr txBox="1"/>
          <p:nvPr/>
        </p:nvSpPr>
        <p:spPr>
          <a:xfrm>
            <a:off x="6324448" y="2359152"/>
            <a:ext cx="23072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장소(전승)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소아시아 교회를 향해 기록</a:t>
            </a:r>
            <a:endParaRPr lang="en-US" sz="1400" dirty="0"/>
          </a:p>
        </p:txBody>
      </p:sp>
      <p:sp>
        <p:nvSpPr>
          <p:cNvPr id="12" name="stat-3"/>
          <p:cNvSpPr/>
          <p:nvPr/>
        </p:nvSpPr>
        <p:spPr>
          <a:xfrm>
            <a:off x="8979179" y="1481328"/>
            <a:ext cx="2526716" cy="19659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3" name="stat-3-num"/>
          <p:cNvSpPr txBox="1"/>
          <p:nvPr/>
        </p:nvSpPr>
        <p:spPr>
          <a:xfrm>
            <a:off x="9088907" y="1645920"/>
            <a:ext cx="23072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21장</a:t>
            </a:r>
            <a:endParaRPr lang="en-US" sz="3400" dirty="0"/>
          </a:p>
        </p:txBody>
      </p:sp>
      <p:sp>
        <p:nvSpPr>
          <p:cNvPr id="14" name="stat-3-label"/>
          <p:cNvSpPr txBox="1"/>
          <p:nvPr/>
        </p:nvSpPr>
        <p:spPr>
          <a:xfrm>
            <a:off x="9088907" y="2359152"/>
            <a:ext cx="23072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879절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복음서 중 가장 나중의 기록</a:t>
            </a:r>
            <a:endParaRPr lang="en-US" sz="1400" dirty="0"/>
          </a:p>
        </p:txBody>
      </p:sp>
      <p:sp>
        <p:nvSpPr>
          <p:cNvPr id="15" name="subhead-badge"/>
          <p:cNvSpPr/>
          <p:nvPr/>
        </p:nvSpPr>
        <p:spPr>
          <a:xfrm>
            <a:off x="685800" y="3611880"/>
            <a:ext cx="361188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subhead-badge-text"/>
          <p:cNvSpPr txBox="1"/>
          <p:nvPr/>
        </p:nvSpPr>
        <p:spPr>
          <a:xfrm>
            <a:off x="685800" y="3611880"/>
            <a:ext cx="361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</a:t>
            </a:r>
            <a:endParaRPr lang="en-US" sz="1300" dirty="0"/>
          </a:p>
        </p:txBody>
      </p:sp>
      <p:sp>
        <p:nvSpPr>
          <p:cNvPr id="17" name="subhead-text"/>
          <p:cNvSpPr txBox="1"/>
          <p:nvPr/>
        </p:nvSpPr>
        <p:spPr>
          <a:xfrm>
            <a:off x="1175004" y="3602736"/>
            <a:ext cx="103308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집필 동기 — 세 방향에서 흔들리는 교회를 붙들기 위해</a:t>
            </a:r>
            <a:endParaRPr lang="en-US" sz="1900" dirty="0"/>
          </a:p>
        </p:txBody>
      </p:sp>
      <p:sp>
        <p:nvSpPr>
          <p:cNvPr id="18" name="card-0"/>
          <p:cNvSpPr/>
          <p:nvPr/>
        </p:nvSpPr>
        <p:spPr>
          <a:xfrm>
            <a:off x="685800" y="4041648"/>
            <a:ext cx="3448202" cy="146304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0-head"/>
          <p:cNvSpPr txBox="1"/>
          <p:nvPr/>
        </p:nvSpPr>
        <p:spPr>
          <a:xfrm>
            <a:off x="923544" y="4279392"/>
            <a:ext cx="29727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정치</a:t>
            </a:r>
            <a:endParaRPr lang="en-US" sz="1800" dirty="0"/>
          </a:p>
        </p:txBody>
      </p:sp>
      <p:sp>
        <p:nvSpPr>
          <p:cNvPr id="20" name="card-0-body"/>
          <p:cNvSpPr txBox="1"/>
          <p:nvPr/>
        </p:nvSpPr>
        <p:spPr>
          <a:xfrm>
            <a:off x="923544" y="4640580"/>
            <a:ext cx="297271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로마 정부의 박해 속에서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신앙을 지키게 하려고</a:t>
            </a:r>
            <a:endParaRPr lang="en-US" sz="1400" dirty="0"/>
          </a:p>
        </p:txBody>
      </p:sp>
      <p:sp>
        <p:nvSpPr>
          <p:cNvPr id="21" name="card-1"/>
          <p:cNvSpPr/>
          <p:nvPr/>
        </p:nvSpPr>
        <p:spPr>
          <a:xfrm>
            <a:off x="4371746" y="4041648"/>
            <a:ext cx="3448202" cy="146304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2" name="card-1-head"/>
          <p:cNvSpPr txBox="1"/>
          <p:nvPr/>
        </p:nvSpPr>
        <p:spPr>
          <a:xfrm>
            <a:off x="4609490" y="4279392"/>
            <a:ext cx="29727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</a:t>
            </a:r>
            <a:endParaRPr lang="en-US" sz="1800" dirty="0"/>
          </a:p>
        </p:txBody>
      </p:sp>
      <p:sp>
        <p:nvSpPr>
          <p:cNvPr id="23" name="card-1-body"/>
          <p:cNvSpPr txBox="1"/>
          <p:nvPr/>
        </p:nvSpPr>
        <p:spPr>
          <a:xfrm>
            <a:off x="4609490" y="4640580"/>
            <a:ext cx="297271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헬라 종교·철학의 거센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교리적 도전에 답하려고</a:t>
            </a:r>
            <a:endParaRPr lang="en-US" sz="1400" dirty="0"/>
          </a:p>
        </p:txBody>
      </p:sp>
      <p:sp>
        <p:nvSpPr>
          <p:cNvPr id="24" name="card-2"/>
          <p:cNvSpPr/>
          <p:nvPr/>
        </p:nvSpPr>
        <p:spPr>
          <a:xfrm>
            <a:off x="8057693" y="4041648"/>
            <a:ext cx="3448202" cy="146304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5" name="card-2-head"/>
          <p:cNvSpPr txBox="1"/>
          <p:nvPr/>
        </p:nvSpPr>
        <p:spPr>
          <a:xfrm>
            <a:off x="8295437" y="4279392"/>
            <a:ext cx="29727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종교</a:t>
            </a:r>
            <a:endParaRPr lang="en-US" sz="1800" dirty="0"/>
          </a:p>
        </p:txBody>
      </p:sp>
      <p:sp>
        <p:nvSpPr>
          <p:cNvPr id="26" name="card-2-body"/>
          <p:cNvSpPr txBox="1"/>
          <p:nvPr/>
        </p:nvSpPr>
        <p:spPr>
          <a:xfrm>
            <a:off x="8295437" y="4640580"/>
            <a:ext cx="297271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유대인 — 공동체 출교 위협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이방인 — 이단 사상의 유혹</a:t>
            </a:r>
            <a:endParaRPr lang="en-US" sz="1400" dirty="0"/>
          </a:p>
        </p:txBody>
      </p:sp>
      <p:sp>
        <p:nvSpPr>
          <p:cNvPr id="27" name="note"/>
          <p:cNvSpPr txBox="1"/>
          <p:nvPr/>
        </p:nvSpPr>
        <p:spPr>
          <a:xfrm>
            <a:off x="685800" y="559612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출교 위협 : 9:22 · 12:42 · 16:2     ※ 가현설·영지주의 : 인성 부인  /  에비온파 : 신성 부인  → 요한은 ‘참 하나님이시며 참 사람이신 예수’를 증언한다.</a:t>
            </a:r>
            <a:endParaRPr lang="en-US" sz="130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기록목적 — 요한이 직접 밝힌 두 가지</a:t>
            </a:r>
            <a:endParaRPr lang="en-US" sz="3200" dirty="0"/>
          </a:p>
        </p:txBody>
      </p:sp>
      <p:sp>
        <p:nvSpPr>
          <p:cNvPr id="3" name="scripture-text"/>
          <p:cNvSpPr txBox="1"/>
          <p:nvPr/>
        </p:nvSpPr>
        <p:spPr>
          <a:xfrm>
            <a:off x="685800" y="1554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2400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“오직 이것을 기록함은 너희로 예수께서 하나님의 아들 그리스도이심을 믿게 하려 함이요 또 너희로 믿고 그 이름을 힘입어 생명을 얻게 하려 함이니라”</a:t>
            </a:r>
            <a:endParaRPr lang="en-US" sz="2400" dirty="0"/>
          </a:p>
        </p:txBody>
      </p:sp>
      <p:sp>
        <p:nvSpPr>
          <p:cNvPr id="4" name="scripture-ref"/>
          <p:cNvSpPr txBox="1"/>
          <p:nvPr/>
        </p:nvSpPr>
        <p:spPr>
          <a:xfrm>
            <a:off x="685800" y="30723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20:31 (개역개정)</a:t>
            </a:r>
            <a:endParaRPr lang="en-US" sz="1500" dirty="0"/>
          </a:p>
        </p:txBody>
      </p:sp>
      <p:sp>
        <p:nvSpPr>
          <p:cNvPr id="5" name="card-0"/>
          <p:cNvSpPr/>
          <p:nvPr/>
        </p:nvSpPr>
        <p:spPr>
          <a:xfrm>
            <a:off x="685800" y="3639312"/>
            <a:ext cx="5291176" cy="1828800"/>
          </a:xfrm>
          <a:prstGeom prst="roundRect">
            <a:avLst>
              <a:gd name="adj" fmla="val 3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6" name="card-0-badge"/>
          <p:cNvSpPr/>
          <p:nvPr/>
        </p:nvSpPr>
        <p:spPr>
          <a:xfrm>
            <a:off x="923544" y="38770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card-0-badge-text"/>
          <p:cNvSpPr txBox="1"/>
          <p:nvPr/>
        </p:nvSpPr>
        <p:spPr>
          <a:xfrm>
            <a:off x="923544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card-0-head"/>
          <p:cNvSpPr txBox="1"/>
          <p:nvPr/>
        </p:nvSpPr>
        <p:spPr>
          <a:xfrm>
            <a:off x="923544" y="4407408"/>
            <a:ext cx="48156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믿게 하려 함</a:t>
            </a:r>
            <a:endParaRPr lang="en-US" sz="1900" dirty="0"/>
          </a:p>
        </p:txBody>
      </p:sp>
      <p:sp>
        <p:nvSpPr>
          <p:cNvPr id="9" name="card-0-body"/>
          <p:cNvSpPr txBox="1"/>
          <p:nvPr/>
        </p:nvSpPr>
        <p:spPr>
          <a:xfrm>
            <a:off x="923544" y="4784598"/>
            <a:ext cx="48156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예수님이 하나님의 아들이시며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그리스도이심을 믿도록</a:t>
            </a:r>
            <a:endParaRPr lang="en-US" sz="1400" dirty="0"/>
          </a:p>
        </p:txBody>
      </p:sp>
      <p:sp>
        <p:nvSpPr>
          <p:cNvPr id="10" name="card-1"/>
          <p:cNvSpPr/>
          <p:nvPr/>
        </p:nvSpPr>
        <p:spPr>
          <a:xfrm>
            <a:off x="6214720" y="3639312"/>
            <a:ext cx="5291176" cy="1828800"/>
          </a:xfrm>
          <a:prstGeom prst="roundRect">
            <a:avLst>
              <a:gd name="adj" fmla="val 3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1" name="card-1-badge"/>
          <p:cNvSpPr/>
          <p:nvPr/>
        </p:nvSpPr>
        <p:spPr>
          <a:xfrm>
            <a:off x="6452464" y="38770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card-1-badge-text"/>
          <p:cNvSpPr txBox="1"/>
          <p:nvPr/>
        </p:nvSpPr>
        <p:spPr>
          <a:xfrm>
            <a:off x="6452464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card-1-head"/>
          <p:cNvSpPr txBox="1"/>
          <p:nvPr/>
        </p:nvSpPr>
        <p:spPr>
          <a:xfrm>
            <a:off x="6452464" y="4407408"/>
            <a:ext cx="48156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생명을 얻게 하려 함</a:t>
            </a:r>
            <a:endParaRPr lang="en-US" sz="1900" dirty="0"/>
          </a:p>
        </p:txBody>
      </p:sp>
      <p:sp>
        <p:nvSpPr>
          <p:cNvPr id="14" name="card-1-body"/>
          <p:cNvSpPr txBox="1"/>
          <p:nvPr/>
        </p:nvSpPr>
        <p:spPr>
          <a:xfrm>
            <a:off x="6452464" y="4784598"/>
            <a:ext cx="48156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믿는 자들이 그 이름을 힘입어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생명의 능력을 누리도록</a:t>
            </a:r>
            <a:endParaRPr lang="en-US" sz="1400" dirty="0"/>
          </a:p>
        </p:txBody>
      </p:sp>
      <p:sp>
        <p:nvSpPr>
          <p:cNvPr id="15" name="keyline"/>
          <p:cNvSpPr/>
          <p:nvPr/>
        </p:nvSpPr>
        <p:spPr>
          <a:xfrm>
            <a:off x="685800" y="5577840"/>
            <a:ext cx="1082009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16" name="keyline-text"/>
          <p:cNvSpPr txBox="1"/>
          <p:nvPr/>
        </p:nvSpPr>
        <p:spPr>
          <a:xfrm>
            <a:off x="960120" y="557784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요한복음은 전도용 복음서가 아니라, 이미 믿는 자의 믿음을 더 단단하게 하는 복음서입니다</a:t>
            </a:r>
            <a:endParaRPr lang="en-US" sz="18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주제 — 예수님은 누구신가</a:t>
            </a:r>
            <a:endParaRPr lang="en-US" sz="3200" dirty="0"/>
          </a:p>
        </p:txBody>
      </p:sp>
      <p:sp>
        <p:nvSpPr>
          <p:cNvPr id="3" name="keyline"/>
          <p:cNvSpPr/>
          <p:nvPr/>
        </p:nvSpPr>
        <p:spPr>
          <a:xfrm>
            <a:off x="685800" y="1517904"/>
            <a:ext cx="10820095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</p:sp>
      <p:sp>
        <p:nvSpPr>
          <p:cNvPr id="4" name="keyline-text"/>
          <p:cNvSpPr txBox="1"/>
          <p:nvPr/>
        </p:nvSpPr>
        <p:spPr>
          <a:xfrm>
            <a:off x="960120" y="1517904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요한복음은 예수님의 ‘신성(神性)’에 초점을 맞춘다  ·  위로부터 오신 하나님의 아들</a:t>
            </a:r>
            <a:endParaRPr lang="en-US" sz="1800" dirty="0"/>
          </a:p>
        </p:txBody>
      </p:sp>
      <p:sp>
        <p:nvSpPr>
          <p:cNvPr id="5" name="cmp-0"/>
          <p:cNvSpPr/>
          <p:nvPr/>
        </p:nvSpPr>
        <p:spPr>
          <a:xfrm>
            <a:off x="685800" y="2304288"/>
            <a:ext cx="5272888" cy="3474720"/>
          </a:xfrm>
          <a:prstGeom prst="roundRect">
            <a:avLst>
              <a:gd name="adj" fmla="val 15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6" name="cmp-0-head"/>
          <p:cNvSpPr txBox="1"/>
          <p:nvPr/>
        </p:nvSpPr>
        <p:spPr>
          <a:xfrm>
            <a:off x="960120" y="2542032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공관복음 (마 · 막 · 눅)</a:t>
            </a:r>
            <a:endParaRPr lang="en-US" sz="2000" dirty="0"/>
          </a:p>
        </p:txBody>
      </p:sp>
      <p:sp>
        <p:nvSpPr>
          <p:cNvPr id="7" name="cmp-0-items"/>
          <p:cNvSpPr txBox="1"/>
          <p:nvPr/>
        </p:nvSpPr>
        <p:spPr>
          <a:xfrm>
            <a:off x="960120" y="3127248"/>
            <a:ext cx="472424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 55~68년경 기록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요한복음보다 20~30년 앞선다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갈릴리 중심의 사역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지역이 넓게 이동한다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중심 · 비유로 가르치심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비유, 많은 축사 기록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사자 · 소 · 사람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 · 종 · 인자(人子)로서의 예수</a:t>
            </a:r>
            <a:endParaRPr lang="en-US" sz="1500" dirty="0"/>
          </a:p>
        </p:txBody>
      </p:sp>
      <p:sp>
        <p:nvSpPr>
          <p:cNvPr id="8" name="cmp-1"/>
          <p:cNvSpPr/>
          <p:nvPr/>
        </p:nvSpPr>
        <p:spPr>
          <a:xfrm>
            <a:off x="6233008" y="2304288"/>
            <a:ext cx="5272888" cy="3474720"/>
          </a:xfrm>
          <a:prstGeom prst="roundRect">
            <a:avLst>
              <a:gd name="adj" fmla="val 157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mp-1-head"/>
          <p:cNvSpPr txBox="1"/>
          <p:nvPr/>
        </p:nvSpPr>
        <p:spPr>
          <a:xfrm>
            <a:off x="6507328" y="2542032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</a:t>
            </a:r>
            <a:endParaRPr lang="en-US" sz="2000" dirty="0"/>
          </a:p>
        </p:txBody>
      </p:sp>
      <p:sp>
        <p:nvSpPr>
          <p:cNvPr id="10" name="cmp-1-items"/>
          <p:cNvSpPr txBox="1"/>
          <p:nvPr/>
        </p:nvSpPr>
        <p:spPr>
          <a:xfrm>
            <a:off x="6507328" y="3127248"/>
            <a:ext cx="472424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 85~95년경 기록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나중, 가장 깊이 숙성된 증언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유대와 예루살렘 중심의 사역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명절마다 예루살렘으로 올라가신다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+ 긴 설교 · 자기선언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&lt; 교훈. 13~17장은 통째로 설교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독수리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하늘에서 오신 하나님의 아들</a:t>
            </a:r>
            <a:endParaRPr lang="en-US" sz="1500" dirty="0"/>
          </a:p>
        </p:txBody>
      </p:sp>
      <p:sp>
        <p:nvSpPr>
          <p:cNvPr id="11" name="note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요한복음에는 축사(귀신 쫓음) 기록이 없고, 종말의 묵시적 기록이 없으며, 성전 청결이 초기 사건으로 배치된다.</a:t>
            </a:r>
            <a:endParaRPr lang="en-US" sz="12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요한복음의 네 가지 이름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54480"/>
            <a:ext cx="2526716" cy="288036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923544" y="1792224"/>
            <a:ext cx="62179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923544" y="179222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</a:t>
            </a:r>
            <a:endParaRPr lang="en-US" sz="1600" dirty="0"/>
          </a:p>
        </p:txBody>
      </p:sp>
      <p:sp>
        <p:nvSpPr>
          <p:cNvPr id="6" name="card-0-head"/>
          <p:cNvSpPr txBox="1"/>
          <p:nvPr/>
        </p:nvSpPr>
        <p:spPr>
          <a:xfrm>
            <a:off x="923544" y="2395728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영광의 복음서</a:t>
            </a:r>
            <a:endParaRPr lang="en-US" sz="1700" dirty="0"/>
          </a:p>
        </p:txBody>
      </p:sp>
      <p:sp>
        <p:nvSpPr>
          <p:cNvPr id="7" name="card-0-body"/>
          <p:cNvSpPr txBox="1"/>
          <p:nvPr/>
        </p:nvSpPr>
        <p:spPr>
          <a:xfrm>
            <a:off x="923544" y="2740914"/>
            <a:ext cx="2051228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하나님의 영광이 특별히 계시된다.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1:14과 17장이 대표적.</a:t>
            </a:r>
            <a:endParaRPr lang="en-US" sz="1400" dirty="0"/>
          </a:p>
        </p:txBody>
      </p:sp>
      <p:sp>
        <p:nvSpPr>
          <p:cNvPr id="8" name="card-0-foot"/>
          <p:cNvSpPr txBox="1"/>
          <p:nvPr/>
        </p:nvSpPr>
        <p:spPr>
          <a:xfrm>
            <a:off x="923544" y="382371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‘영광’ 최소 36회</a:t>
            </a:r>
            <a:endParaRPr lang="en-US" sz="1200" dirty="0"/>
          </a:p>
        </p:txBody>
      </p:sp>
      <p:sp>
        <p:nvSpPr>
          <p:cNvPr id="9" name="card-1"/>
          <p:cNvSpPr/>
          <p:nvPr/>
        </p:nvSpPr>
        <p:spPr>
          <a:xfrm>
            <a:off x="3450260" y="1554480"/>
            <a:ext cx="2526716" cy="288036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3688004" y="179222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3688004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</a:t>
            </a:r>
            <a:endParaRPr lang="en-US" sz="1600" dirty="0"/>
          </a:p>
        </p:txBody>
      </p:sp>
      <p:sp>
        <p:nvSpPr>
          <p:cNvPr id="12" name="card-1-head"/>
          <p:cNvSpPr txBox="1"/>
          <p:nvPr/>
        </p:nvSpPr>
        <p:spPr>
          <a:xfrm>
            <a:off x="3688004" y="2395728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성령의 복음서</a:t>
            </a:r>
            <a:endParaRPr lang="en-US" sz="1700" dirty="0"/>
          </a:p>
        </p:txBody>
      </p:sp>
      <p:sp>
        <p:nvSpPr>
          <p:cNvPr id="13" name="card-1-body"/>
          <p:cNvSpPr txBox="1"/>
          <p:nvPr/>
        </p:nvSpPr>
        <p:spPr>
          <a:xfrm>
            <a:off x="3688004" y="2740914"/>
            <a:ext cx="2051228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성령님을 ‘보혜사’로 계시한다.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4 · 6 · 14~16 · 20장</a:t>
            </a:r>
            <a:endParaRPr lang="en-US" sz="1400" dirty="0"/>
          </a:p>
        </p:txBody>
      </p:sp>
      <p:sp>
        <p:nvSpPr>
          <p:cNvPr id="14" name="card-1-foot"/>
          <p:cNvSpPr txBox="1"/>
          <p:nvPr/>
        </p:nvSpPr>
        <p:spPr>
          <a:xfrm>
            <a:off x="3688004" y="382371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‘보혜사’ 4회</a:t>
            </a:r>
            <a:endParaRPr lang="en-US" sz="1200" dirty="0"/>
          </a:p>
        </p:txBody>
      </p:sp>
      <p:sp>
        <p:nvSpPr>
          <p:cNvPr id="15" name="card-2"/>
          <p:cNvSpPr/>
          <p:nvPr/>
        </p:nvSpPr>
        <p:spPr>
          <a:xfrm>
            <a:off x="6214720" y="1554480"/>
            <a:ext cx="2526716" cy="288036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6" name="card-2-badge"/>
          <p:cNvSpPr/>
          <p:nvPr/>
        </p:nvSpPr>
        <p:spPr>
          <a:xfrm>
            <a:off x="6452464" y="1792224"/>
            <a:ext cx="62179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card-2-badge-text"/>
          <p:cNvSpPr txBox="1"/>
          <p:nvPr/>
        </p:nvSpPr>
        <p:spPr>
          <a:xfrm>
            <a:off x="6452464" y="179222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믿음</a:t>
            </a:r>
            <a:endParaRPr lang="en-US" sz="1600" dirty="0"/>
          </a:p>
        </p:txBody>
      </p:sp>
      <p:sp>
        <p:nvSpPr>
          <p:cNvPr id="18" name="card-2-head"/>
          <p:cNvSpPr txBox="1"/>
          <p:nvPr/>
        </p:nvSpPr>
        <p:spPr>
          <a:xfrm>
            <a:off x="6452464" y="2395728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신앙의 복음서</a:t>
            </a:r>
            <a:endParaRPr lang="en-US" sz="1700" dirty="0"/>
          </a:p>
        </p:txBody>
      </p:sp>
      <p:sp>
        <p:nvSpPr>
          <p:cNvPr id="19" name="card-2-body"/>
          <p:cNvSpPr txBox="1"/>
          <p:nvPr/>
        </p:nvSpPr>
        <p:spPr>
          <a:xfrm>
            <a:off x="6452464" y="2740914"/>
            <a:ext cx="2051228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있는, 행동하는 믿음.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믿음 = 영접 = 순종.</a:t>
            </a:r>
            <a:endParaRPr lang="en-US" sz="1400" dirty="0"/>
          </a:p>
        </p:txBody>
      </p:sp>
      <p:sp>
        <p:nvSpPr>
          <p:cNvPr id="20" name="card-2-foot"/>
          <p:cNvSpPr txBox="1"/>
          <p:nvPr/>
        </p:nvSpPr>
        <p:spPr>
          <a:xfrm>
            <a:off x="6452464" y="382371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‘믿음’ 최소 98회</a:t>
            </a:r>
            <a:endParaRPr lang="en-US" sz="1200" dirty="0"/>
          </a:p>
        </p:txBody>
      </p:sp>
      <p:sp>
        <p:nvSpPr>
          <p:cNvPr id="21" name="card-3"/>
          <p:cNvSpPr/>
          <p:nvPr/>
        </p:nvSpPr>
        <p:spPr>
          <a:xfrm>
            <a:off x="8979179" y="1554480"/>
            <a:ext cx="2526716" cy="288036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2" name="card-3-badge"/>
          <p:cNvSpPr/>
          <p:nvPr/>
        </p:nvSpPr>
        <p:spPr>
          <a:xfrm>
            <a:off x="9216923" y="1792224"/>
            <a:ext cx="62179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card-3-badge-text"/>
          <p:cNvSpPr txBox="1"/>
          <p:nvPr/>
        </p:nvSpPr>
        <p:spPr>
          <a:xfrm>
            <a:off x="9216923" y="1792224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</a:t>
            </a:r>
            <a:endParaRPr lang="en-US" sz="1600" dirty="0"/>
          </a:p>
        </p:txBody>
      </p:sp>
      <p:sp>
        <p:nvSpPr>
          <p:cNvPr id="24" name="card-3-head"/>
          <p:cNvSpPr txBox="1"/>
          <p:nvPr/>
        </p:nvSpPr>
        <p:spPr>
          <a:xfrm>
            <a:off x="9216923" y="2395728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사랑의 복음서</a:t>
            </a:r>
            <a:endParaRPr lang="en-US" sz="1700" dirty="0"/>
          </a:p>
        </p:txBody>
      </p:sp>
      <p:sp>
        <p:nvSpPr>
          <p:cNvPr id="25" name="card-3-body"/>
          <p:cNvSpPr txBox="1"/>
          <p:nvPr/>
        </p:nvSpPr>
        <p:spPr>
          <a:xfrm>
            <a:off x="9216923" y="2740914"/>
            <a:ext cx="2051228" cy="1046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하나님이 보여주신 사랑,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사랑하라는 새 계명(13장).</a:t>
            </a:r>
            <a:endParaRPr lang="en-US" sz="1400" dirty="0"/>
          </a:p>
        </p:txBody>
      </p:sp>
      <p:sp>
        <p:nvSpPr>
          <p:cNvPr id="26" name="card-3-foot"/>
          <p:cNvSpPr txBox="1"/>
          <p:nvPr/>
        </p:nvSpPr>
        <p:spPr>
          <a:xfrm>
            <a:off x="9216923" y="382371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‘사랑’ 최소 51회</a:t>
            </a:r>
            <a:endParaRPr lang="en-US" sz="1200" dirty="0"/>
          </a:p>
        </p:txBody>
      </p:sp>
      <p:sp>
        <p:nvSpPr>
          <p:cNvPr id="27" name="subhead-badge"/>
          <p:cNvSpPr/>
          <p:nvPr/>
        </p:nvSpPr>
        <p:spPr>
          <a:xfrm>
            <a:off x="685800" y="4672584"/>
            <a:ext cx="361188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subhead-badge-text"/>
          <p:cNvSpPr txBox="1"/>
          <p:nvPr/>
        </p:nvSpPr>
        <p:spPr>
          <a:xfrm>
            <a:off x="685800" y="4672584"/>
            <a:ext cx="361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</a:t>
            </a:r>
            <a:endParaRPr lang="en-US" sz="1300" dirty="0"/>
          </a:p>
        </p:txBody>
      </p:sp>
      <p:sp>
        <p:nvSpPr>
          <p:cNvPr id="29" name="subhead-text"/>
          <p:cNvSpPr txBox="1"/>
          <p:nvPr/>
        </p:nvSpPr>
        <p:spPr>
          <a:xfrm>
            <a:off x="1175004" y="4663440"/>
            <a:ext cx="103308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‘독수리 복음’이라 부르는가</a:t>
            </a:r>
            <a:endParaRPr lang="en-US" sz="1900" dirty="0"/>
          </a:p>
        </p:txBody>
      </p:sp>
      <p:sp>
        <p:nvSpPr>
          <p:cNvPr id="30" name="bullets"/>
          <p:cNvSpPr txBox="1"/>
          <p:nvPr/>
        </p:nvSpPr>
        <p:spPr>
          <a:xfrm>
            <a:off x="685800" y="5120640"/>
            <a:ext cx="1082009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영적으로 가장 높은 곳까지 솟아오르기 때문 — 시작도 끝도 없는 ‘태초’에서 출발한다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신성을 강조하기 때문 — 하늘에서 오심, 하나님의 아들 되심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요한계시록 4장의 네 생물 중, 하늘에서 오신 예수님의 신성을 독수리로 표현하기 때문</a:t>
            </a:r>
            <a:endParaRPr lang="en-US" sz="1500" dirty="0"/>
          </a:p>
        </p:txBody>
      </p:sp>
      <p:sp>
        <p:nvSpPr>
          <p:cNvPr id="31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요한복음의 구조</a:t>
            </a:r>
            <a:endParaRPr lang="en-US" sz="3200" dirty="0"/>
          </a:p>
        </p:txBody>
      </p:sp>
      <p:sp>
        <p:nvSpPr>
          <p:cNvPr id="3" name="subhead-badge"/>
          <p:cNvSpPr/>
          <p:nvPr/>
        </p:nvSpPr>
        <p:spPr>
          <a:xfrm>
            <a:off x="685800" y="14538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ubhead-badge-text"/>
          <p:cNvSpPr txBox="1"/>
          <p:nvPr/>
        </p:nvSpPr>
        <p:spPr>
          <a:xfrm>
            <a:off x="685800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5" name="subhead-text"/>
          <p:cNvSpPr txBox="1"/>
          <p:nvPr/>
        </p:nvSpPr>
        <p:spPr>
          <a:xfrm>
            <a:off x="1161288" y="1444752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덩어리로 보면 — 뒤로 갈수록 시간은 짧아지고 기록은 자세해진다</a:t>
            </a:r>
            <a:endParaRPr lang="en-US" sz="1900" dirty="0"/>
          </a:p>
        </p:txBody>
      </p:sp>
      <p:sp>
        <p:nvSpPr>
          <p:cNvPr id="6" name="card-0"/>
          <p:cNvSpPr/>
          <p:nvPr/>
        </p:nvSpPr>
        <p:spPr>
          <a:xfrm>
            <a:off x="685800" y="1865376"/>
            <a:ext cx="3448202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badge"/>
          <p:cNvSpPr/>
          <p:nvPr/>
        </p:nvSpPr>
        <p:spPr>
          <a:xfrm>
            <a:off x="923544" y="2103120"/>
            <a:ext cx="566928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card-0-badge-text"/>
          <p:cNvSpPr txBox="1"/>
          <p:nvPr/>
        </p:nvSpPr>
        <p:spPr>
          <a:xfrm>
            <a:off x="923544" y="21031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</a:t>
            </a:r>
            <a:endParaRPr lang="en-US" sz="1400" dirty="0"/>
          </a:p>
        </p:txBody>
      </p:sp>
      <p:sp>
        <p:nvSpPr>
          <p:cNvPr id="9" name="card-0-head"/>
          <p:cNvSpPr txBox="1"/>
          <p:nvPr/>
        </p:nvSpPr>
        <p:spPr>
          <a:xfrm>
            <a:off x="923544" y="2651760"/>
            <a:ext cx="29727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1~12장</a:t>
            </a:r>
            <a:endParaRPr lang="en-US" sz="2200" dirty="0"/>
          </a:p>
        </p:txBody>
      </p:sp>
      <p:sp>
        <p:nvSpPr>
          <p:cNvPr id="10" name="card-0-body"/>
          <p:cNvSpPr txBox="1"/>
          <p:nvPr/>
        </p:nvSpPr>
        <p:spPr>
          <a:xfrm>
            <a:off x="923544" y="3076956"/>
            <a:ext cx="297271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성육신과 일곱 표적, 배척당하심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2~3년 · 믿게 하기 위함</a:t>
            </a:r>
            <a:endParaRPr lang="en-US" sz="1350" dirty="0"/>
          </a:p>
        </p:txBody>
      </p:sp>
      <p:sp>
        <p:nvSpPr>
          <p:cNvPr id="11" name="card-1"/>
          <p:cNvSpPr/>
          <p:nvPr/>
        </p:nvSpPr>
        <p:spPr>
          <a:xfrm>
            <a:off x="4371746" y="1865376"/>
            <a:ext cx="3448202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2" name="card-1-badge"/>
          <p:cNvSpPr/>
          <p:nvPr/>
        </p:nvSpPr>
        <p:spPr>
          <a:xfrm>
            <a:off x="4609490" y="2103120"/>
            <a:ext cx="566928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card-1-badge-text"/>
          <p:cNvSpPr txBox="1"/>
          <p:nvPr/>
        </p:nvSpPr>
        <p:spPr>
          <a:xfrm>
            <a:off x="4609490" y="21031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</a:t>
            </a:r>
            <a:endParaRPr lang="en-US" sz="1400" dirty="0"/>
          </a:p>
        </p:txBody>
      </p:sp>
      <p:sp>
        <p:nvSpPr>
          <p:cNvPr id="14" name="card-1-head"/>
          <p:cNvSpPr txBox="1"/>
          <p:nvPr/>
        </p:nvSpPr>
        <p:spPr>
          <a:xfrm>
            <a:off x="4609490" y="2651760"/>
            <a:ext cx="29727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13~17장</a:t>
            </a:r>
            <a:endParaRPr lang="en-US" sz="2200" dirty="0"/>
          </a:p>
        </p:txBody>
      </p:sp>
      <p:sp>
        <p:nvSpPr>
          <p:cNvPr id="15" name="card-1-body"/>
          <p:cNvSpPr txBox="1"/>
          <p:nvPr/>
        </p:nvSpPr>
        <p:spPr>
          <a:xfrm>
            <a:off x="4609490" y="3076956"/>
            <a:ext cx="297271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다락방 강화, 아들의 가르침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2~3시간 · 생명을 얻기 위함</a:t>
            </a:r>
            <a:endParaRPr lang="en-US" sz="1350" dirty="0"/>
          </a:p>
        </p:txBody>
      </p:sp>
      <p:sp>
        <p:nvSpPr>
          <p:cNvPr id="16" name="card-2"/>
          <p:cNvSpPr/>
          <p:nvPr/>
        </p:nvSpPr>
        <p:spPr>
          <a:xfrm>
            <a:off x="8057693" y="1865376"/>
            <a:ext cx="3448202" cy="18745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2-badge"/>
          <p:cNvSpPr/>
          <p:nvPr/>
        </p:nvSpPr>
        <p:spPr>
          <a:xfrm>
            <a:off x="8295437" y="2103120"/>
            <a:ext cx="566928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card-2-badge-text"/>
          <p:cNvSpPr txBox="1"/>
          <p:nvPr/>
        </p:nvSpPr>
        <p:spPr>
          <a:xfrm>
            <a:off x="8295437" y="210312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</a:t>
            </a:r>
            <a:endParaRPr lang="en-US" sz="1400" dirty="0"/>
          </a:p>
        </p:txBody>
      </p:sp>
      <p:sp>
        <p:nvSpPr>
          <p:cNvPr id="19" name="card-2-head"/>
          <p:cNvSpPr txBox="1"/>
          <p:nvPr/>
        </p:nvSpPr>
        <p:spPr>
          <a:xfrm>
            <a:off x="8295437" y="2651760"/>
            <a:ext cx="29727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18~21장</a:t>
            </a:r>
            <a:endParaRPr lang="en-US" sz="2200" dirty="0"/>
          </a:p>
        </p:txBody>
      </p:sp>
      <p:sp>
        <p:nvSpPr>
          <p:cNvPr id="20" name="card-2-body"/>
          <p:cNvSpPr txBox="1"/>
          <p:nvPr/>
        </p:nvSpPr>
        <p:spPr>
          <a:xfrm>
            <a:off x="8295437" y="3076956"/>
            <a:ext cx="297271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십자가와 부활, 갈릴리 현현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2~3주 · 생명을 얻기 위함</a:t>
            </a:r>
            <a:endParaRPr lang="en-US" sz="1350" dirty="0"/>
          </a:p>
        </p:txBody>
      </p:sp>
      <p:sp>
        <p:nvSpPr>
          <p:cNvPr id="21" name="subhead-badge"/>
          <p:cNvSpPr/>
          <p:nvPr/>
        </p:nvSpPr>
        <p:spPr>
          <a:xfrm>
            <a:off x="685800" y="383133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ubhead-badge-text"/>
          <p:cNvSpPr txBox="1"/>
          <p:nvPr/>
        </p:nvSpPr>
        <p:spPr>
          <a:xfrm>
            <a:off x="68580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23" name="subhead-text"/>
          <p:cNvSpPr txBox="1"/>
          <p:nvPr/>
        </p:nvSpPr>
        <p:spPr>
          <a:xfrm>
            <a:off x="1161288" y="3822192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단으로 보면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224528"/>
          <a:ext cx="108200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5760720"/>
                <a:gridCol w="258775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2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1:1~18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신학적 서론 — 성육신하신 예수님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말씀 · 빛 · 영광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1:19~12장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유대와 예루살렘 중심의 사역 — 일곱 표적과 자기선언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가니수베 오초간 실양나마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13~17장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다락방 강화 — 세족식, 성령장 3개, 대제사장적 기도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계명 · 보혜사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18~20장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십자가의 수난과 부활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이루었다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결론 — 갈릴리(디베랴 바닷가)의 부활 현현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양을 먹이라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교재 8과 = 영광의 여덟 장면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54480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886968" y="17556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88696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card-0-head"/>
          <p:cNvSpPr txBox="1"/>
          <p:nvPr/>
        </p:nvSpPr>
        <p:spPr>
          <a:xfrm>
            <a:off x="886968" y="2249424"/>
            <a:ext cx="21243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영광을 만나기 위한 준비</a:t>
            </a:r>
            <a:endParaRPr lang="en-US" sz="1500" dirty="0"/>
          </a:p>
        </p:txBody>
      </p:sp>
      <p:sp>
        <p:nvSpPr>
          <p:cNvPr id="7" name="card-0-body"/>
          <p:cNvSpPr txBox="1"/>
          <p:nvPr/>
        </p:nvSpPr>
        <p:spPr>
          <a:xfrm>
            <a:off x="886968" y="2802636"/>
            <a:ext cx="21243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~1:18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예수님은 누구신가에 대한 설명</a:t>
            </a:r>
            <a:endParaRPr lang="en-US" sz="1250" dirty="0"/>
          </a:p>
        </p:txBody>
      </p:sp>
      <p:sp>
        <p:nvSpPr>
          <p:cNvPr id="8" name="card-1"/>
          <p:cNvSpPr/>
          <p:nvPr/>
        </p:nvSpPr>
        <p:spPr>
          <a:xfrm>
            <a:off x="3450260" y="1554480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ard-1-badge"/>
          <p:cNvSpPr/>
          <p:nvPr/>
        </p:nvSpPr>
        <p:spPr>
          <a:xfrm>
            <a:off x="3651428" y="17556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ard-1-badge-text"/>
          <p:cNvSpPr txBox="1"/>
          <p:nvPr/>
        </p:nvSpPr>
        <p:spPr>
          <a:xfrm>
            <a:off x="365142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card-1-head"/>
          <p:cNvSpPr txBox="1"/>
          <p:nvPr/>
        </p:nvSpPr>
        <p:spPr>
          <a:xfrm>
            <a:off x="3651428" y="2249424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영광이 드러나다</a:t>
            </a:r>
            <a:endParaRPr lang="en-US" sz="1500" dirty="0"/>
          </a:p>
        </p:txBody>
      </p:sp>
      <p:sp>
        <p:nvSpPr>
          <p:cNvPr id="12" name="card-1-body"/>
          <p:cNvSpPr txBox="1"/>
          <p:nvPr/>
        </p:nvSpPr>
        <p:spPr>
          <a:xfrm>
            <a:off x="3651428" y="2562606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1:19~4:42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세례요한의 증거 2회, 나다나엘,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니고데모, 수가성 여인</a:t>
            </a:r>
            <a:endParaRPr lang="en-US" sz="1250" dirty="0"/>
          </a:p>
        </p:txBody>
      </p:sp>
      <p:sp>
        <p:nvSpPr>
          <p:cNvPr id="13" name="card-2"/>
          <p:cNvSpPr/>
          <p:nvPr/>
        </p:nvSpPr>
        <p:spPr>
          <a:xfrm>
            <a:off x="6214720" y="1554480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4" name="card-2-badge"/>
          <p:cNvSpPr/>
          <p:nvPr/>
        </p:nvSpPr>
        <p:spPr>
          <a:xfrm>
            <a:off x="6415888" y="17556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ard-2-badge-text"/>
          <p:cNvSpPr txBox="1"/>
          <p:nvPr/>
        </p:nvSpPr>
        <p:spPr>
          <a:xfrm>
            <a:off x="641588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card-2-head"/>
          <p:cNvSpPr txBox="1"/>
          <p:nvPr/>
        </p:nvSpPr>
        <p:spPr>
          <a:xfrm>
            <a:off x="6415888" y="2249424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영광을 드러내시다</a:t>
            </a:r>
            <a:endParaRPr lang="en-US" sz="1500" dirty="0"/>
          </a:p>
        </p:txBody>
      </p:sp>
      <p:sp>
        <p:nvSpPr>
          <p:cNvPr id="17" name="card-2-body"/>
          <p:cNvSpPr txBox="1"/>
          <p:nvPr/>
        </p:nvSpPr>
        <p:spPr>
          <a:xfrm>
            <a:off x="6415888" y="2562606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4:43~6:71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왕의 신하 · 베데스다 · 오병이어 ·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위를 걸으심 (표적 4개)</a:t>
            </a:r>
            <a:endParaRPr lang="en-US" sz="1250" dirty="0"/>
          </a:p>
        </p:txBody>
      </p:sp>
      <p:sp>
        <p:nvSpPr>
          <p:cNvPr id="18" name="card-3"/>
          <p:cNvSpPr/>
          <p:nvPr/>
        </p:nvSpPr>
        <p:spPr>
          <a:xfrm>
            <a:off x="8979179" y="1554480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3-badge"/>
          <p:cNvSpPr/>
          <p:nvPr/>
        </p:nvSpPr>
        <p:spPr>
          <a:xfrm>
            <a:off x="9180347" y="17556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ard-3-badge-text"/>
          <p:cNvSpPr txBox="1"/>
          <p:nvPr/>
        </p:nvSpPr>
        <p:spPr>
          <a:xfrm>
            <a:off x="9180347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card-3-head"/>
          <p:cNvSpPr txBox="1"/>
          <p:nvPr/>
        </p:nvSpPr>
        <p:spPr>
          <a:xfrm>
            <a:off x="9180347" y="2249424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영광이신 예수님</a:t>
            </a:r>
            <a:endParaRPr lang="en-US" sz="1500" dirty="0"/>
          </a:p>
        </p:txBody>
      </p:sp>
      <p:sp>
        <p:nvSpPr>
          <p:cNvPr id="22" name="card-3-body"/>
          <p:cNvSpPr txBox="1"/>
          <p:nvPr/>
        </p:nvSpPr>
        <p:spPr>
          <a:xfrm>
            <a:off x="9180347" y="2562606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7:1~10:42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초막절 증언, 실로암 맹인,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양의 문, 선한 목자</a:t>
            </a:r>
            <a:endParaRPr lang="en-US" sz="1250" dirty="0"/>
          </a:p>
        </p:txBody>
      </p:sp>
      <p:sp>
        <p:nvSpPr>
          <p:cNvPr id="23" name="card-4"/>
          <p:cNvSpPr/>
          <p:nvPr/>
        </p:nvSpPr>
        <p:spPr>
          <a:xfrm>
            <a:off x="685800" y="3936492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4" name="card-4-badge"/>
          <p:cNvSpPr/>
          <p:nvPr/>
        </p:nvSpPr>
        <p:spPr>
          <a:xfrm>
            <a:off x="886968" y="41376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ard-4-badge-text"/>
          <p:cNvSpPr txBox="1"/>
          <p:nvPr/>
        </p:nvSpPr>
        <p:spPr>
          <a:xfrm>
            <a:off x="88696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card-4-head"/>
          <p:cNvSpPr txBox="1"/>
          <p:nvPr/>
        </p:nvSpPr>
        <p:spPr>
          <a:xfrm>
            <a:off x="886968" y="4631436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영광이신 하나님</a:t>
            </a:r>
            <a:endParaRPr lang="en-US" sz="1500" dirty="0"/>
          </a:p>
        </p:txBody>
      </p:sp>
      <p:sp>
        <p:nvSpPr>
          <p:cNvPr id="27" name="card-4-body"/>
          <p:cNvSpPr txBox="1"/>
          <p:nvPr/>
        </p:nvSpPr>
        <p:spPr>
          <a:xfrm>
            <a:off x="886968" y="4944618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11:1~12:50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나사로의 부활도, 예수님의 죽음도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하나님께 영광</a:t>
            </a:r>
            <a:endParaRPr lang="en-US" sz="1250" dirty="0"/>
          </a:p>
        </p:txBody>
      </p:sp>
      <p:sp>
        <p:nvSpPr>
          <p:cNvPr id="28" name="card-5"/>
          <p:cNvSpPr/>
          <p:nvPr/>
        </p:nvSpPr>
        <p:spPr>
          <a:xfrm>
            <a:off x="3450260" y="3936492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9" name="card-5-badge"/>
          <p:cNvSpPr/>
          <p:nvPr/>
        </p:nvSpPr>
        <p:spPr>
          <a:xfrm>
            <a:off x="3651428" y="41376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ard-5-badge-text"/>
          <p:cNvSpPr txBox="1"/>
          <p:nvPr/>
        </p:nvSpPr>
        <p:spPr>
          <a:xfrm>
            <a:off x="36514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card-5-head"/>
          <p:cNvSpPr txBox="1"/>
          <p:nvPr/>
        </p:nvSpPr>
        <p:spPr>
          <a:xfrm>
            <a:off x="3651428" y="4631436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영광으로의 최후 여정</a:t>
            </a:r>
            <a:endParaRPr lang="en-US" sz="1500" dirty="0"/>
          </a:p>
        </p:txBody>
      </p:sp>
      <p:sp>
        <p:nvSpPr>
          <p:cNvPr id="32" name="card-5-body"/>
          <p:cNvSpPr txBox="1"/>
          <p:nvPr/>
        </p:nvSpPr>
        <p:spPr>
          <a:xfrm>
            <a:off x="3651428" y="4944618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13~14장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세족식, 길 · 진리 · 생명</a:t>
            </a:r>
            <a:endParaRPr lang="en-US" sz="1250" dirty="0"/>
          </a:p>
        </p:txBody>
      </p:sp>
      <p:sp>
        <p:nvSpPr>
          <p:cNvPr id="33" name="card-6"/>
          <p:cNvSpPr/>
          <p:nvPr/>
        </p:nvSpPr>
        <p:spPr>
          <a:xfrm>
            <a:off x="6214720" y="3936492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4" name="card-6-badge"/>
          <p:cNvSpPr/>
          <p:nvPr/>
        </p:nvSpPr>
        <p:spPr>
          <a:xfrm>
            <a:off x="6415888" y="41376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card-6-badge-text"/>
          <p:cNvSpPr txBox="1"/>
          <p:nvPr/>
        </p:nvSpPr>
        <p:spPr>
          <a:xfrm>
            <a:off x="641588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card-6-head"/>
          <p:cNvSpPr txBox="1"/>
          <p:nvPr/>
        </p:nvSpPr>
        <p:spPr>
          <a:xfrm>
            <a:off x="6415888" y="4631436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 안에 거함</a:t>
            </a:r>
            <a:endParaRPr lang="en-US" sz="1500" dirty="0"/>
          </a:p>
        </p:txBody>
      </p:sp>
      <p:sp>
        <p:nvSpPr>
          <p:cNvPr id="37" name="card-6-body"/>
          <p:cNvSpPr txBox="1"/>
          <p:nvPr/>
        </p:nvSpPr>
        <p:spPr>
          <a:xfrm>
            <a:off x="6415888" y="4944618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15~17장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포도나무, 보혜사 성령,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대제사장적 기도</a:t>
            </a:r>
            <a:endParaRPr lang="en-US" sz="1250" dirty="0"/>
          </a:p>
        </p:txBody>
      </p:sp>
      <p:sp>
        <p:nvSpPr>
          <p:cNvPr id="38" name="card-7"/>
          <p:cNvSpPr/>
          <p:nvPr/>
        </p:nvSpPr>
        <p:spPr>
          <a:xfrm>
            <a:off x="8979179" y="3936492"/>
            <a:ext cx="2526716" cy="2144268"/>
          </a:xfrm>
          <a:prstGeom prst="roundRect">
            <a:avLst>
              <a:gd name="adj" fmla="val 25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9" name="card-7-badge"/>
          <p:cNvSpPr/>
          <p:nvPr/>
        </p:nvSpPr>
        <p:spPr>
          <a:xfrm>
            <a:off x="9180347" y="41376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card-7-badge-text"/>
          <p:cNvSpPr txBox="1"/>
          <p:nvPr/>
        </p:nvSpPr>
        <p:spPr>
          <a:xfrm>
            <a:off x="9180347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card-7-head"/>
          <p:cNvSpPr txBox="1"/>
          <p:nvPr/>
        </p:nvSpPr>
        <p:spPr>
          <a:xfrm>
            <a:off x="9180347" y="4631436"/>
            <a:ext cx="2124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영광으로의 초대</a:t>
            </a:r>
            <a:endParaRPr lang="en-US" sz="1500" dirty="0"/>
          </a:p>
        </p:txBody>
      </p:sp>
      <p:sp>
        <p:nvSpPr>
          <p:cNvPr id="42" name="card-7-body"/>
          <p:cNvSpPr txBox="1"/>
          <p:nvPr/>
        </p:nvSpPr>
        <p:spPr>
          <a:xfrm>
            <a:off x="9180347" y="4944618"/>
            <a:ext cx="2124380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18~21장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나를 사랑하느냐”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양을 먹이고 · 치고 · 먹이라</a:t>
            </a:r>
            <a:endParaRPr lang="en-US" sz="1250" dirty="0"/>
          </a:p>
        </p:txBody>
      </p:sp>
      <p:sp>
        <p:nvSpPr>
          <p:cNvPr id="4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완전수 7 ① 일곱 표적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886968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88696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en-US" sz="1400" dirty="0"/>
          </a:p>
        </p:txBody>
      </p:sp>
      <p:sp>
        <p:nvSpPr>
          <p:cNvPr id="6" name="card-0-head"/>
          <p:cNvSpPr txBox="1"/>
          <p:nvPr/>
        </p:nvSpPr>
        <p:spPr>
          <a:xfrm>
            <a:off x="886968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가나 혼인잔치</a:t>
            </a:r>
            <a:endParaRPr lang="en-US" sz="1600" dirty="0"/>
          </a:p>
        </p:txBody>
      </p:sp>
      <p:sp>
        <p:nvSpPr>
          <p:cNvPr id="7" name="card-0-body"/>
          <p:cNvSpPr txBox="1"/>
          <p:nvPr/>
        </p:nvSpPr>
        <p:spPr>
          <a:xfrm>
            <a:off x="886968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포도주로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2:1~11</a:t>
            </a:r>
            <a:endParaRPr lang="en-US" sz="1300" dirty="0"/>
          </a:p>
        </p:txBody>
      </p:sp>
      <p:sp>
        <p:nvSpPr>
          <p:cNvPr id="8" name="card-1"/>
          <p:cNvSpPr/>
          <p:nvPr/>
        </p:nvSpPr>
        <p:spPr>
          <a:xfrm>
            <a:off x="3450260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ard-1-badge"/>
          <p:cNvSpPr/>
          <p:nvPr/>
        </p:nvSpPr>
        <p:spPr>
          <a:xfrm>
            <a:off x="3651428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ard-1-badge-text"/>
          <p:cNvSpPr txBox="1"/>
          <p:nvPr/>
        </p:nvSpPr>
        <p:spPr>
          <a:xfrm>
            <a:off x="365142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</a:t>
            </a:r>
            <a:endParaRPr lang="en-US" sz="1400" dirty="0"/>
          </a:p>
        </p:txBody>
      </p:sp>
      <p:sp>
        <p:nvSpPr>
          <p:cNvPr id="11" name="card-1-head"/>
          <p:cNvSpPr txBox="1"/>
          <p:nvPr/>
        </p:nvSpPr>
        <p:spPr>
          <a:xfrm>
            <a:off x="3651428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왕의 신하 아들 치유</a:t>
            </a:r>
            <a:endParaRPr lang="en-US" sz="1600" dirty="0"/>
          </a:p>
        </p:txBody>
      </p:sp>
      <p:sp>
        <p:nvSpPr>
          <p:cNvPr id="12" name="card-1-body"/>
          <p:cNvSpPr txBox="1"/>
          <p:nvPr/>
        </p:nvSpPr>
        <p:spPr>
          <a:xfrm>
            <a:off x="3651428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말씀만으로 고치심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4:46~54</a:t>
            </a:r>
            <a:endParaRPr lang="en-US" sz="1300" dirty="0"/>
          </a:p>
        </p:txBody>
      </p:sp>
      <p:sp>
        <p:nvSpPr>
          <p:cNvPr id="13" name="card-2"/>
          <p:cNvSpPr/>
          <p:nvPr/>
        </p:nvSpPr>
        <p:spPr>
          <a:xfrm>
            <a:off x="6214720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4" name="card-2-badge"/>
          <p:cNvSpPr/>
          <p:nvPr/>
        </p:nvSpPr>
        <p:spPr>
          <a:xfrm>
            <a:off x="6415888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ard-2-badge-text"/>
          <p:cNvSpPr txBox="1"/>
          <p:nvPr/>
        </p:nvSpPr>
        <p:spPr>
          <a:xfrm>
            <a:off x="641588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</a:t>
            </a:r>
            <a:endParaRPr lang="en-US" sz="1400" dirty="0"/>
          </a:p>
        </p:txBody>
      </p:sp>
      <p:sp>
        <p:nvSpPr>
          <p:cNvPr id="16" name="card-2-head"/>
          <p:cNvSpPr txBox="1"/>
          <p:nvPr/>
        </p:nvSpPr>
        <p:spPr>
          <a:xfrm>
            <a:off x="6415888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베데스다 못 병자</a:t>
            </a:r>
            <a:endParaRPr lang="en-US" sz="1600" dirty="0"/>
          </a:p>
        </p:txBody>
      </p:sp>
      <p:sp>
        <p:nvSpPr>
          <p:cNvPr id="17" name="card-2-body"/>
          <p:cNvSpPr txBox="1"/>
          <p:nvPr/>
        </p:nvSpPr>
        <p:spPr>
          <a:xfrm>
            <a:off x="6415888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38년 된 병자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5:1~9</a:t>
            </a:r>
            <a:endParaRPr lang="en-US" sz="1300" dirty="0"/>
          </a:p>
        </p:txBody>
      </p:sp>
      <p:sp>
        <p:nvSpPr>
          <p:cNvPr id="18" name="card-3"/>
          <p:cNvSpPr/>
          <p:nvPr/>
        </p:nvSpPr>
        <p:spPr>
          <a:xfrm>
            <a:off x="8979179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3-badge"/>
          <p:cNvSpPr/>
          <p:nvPr/>
        </p:nvSpPr>
        <p:spPr>
          <a:xfrm>
            <a:off x="9180347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ard-3-badge-text"/>
          <p:cNvSpPr txBox="1"/>
          <p:nvPr/>
        </p:nvSpPr>
        <p:spPr>
          <a:xfrm>
            <a:off x="9180347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</a:t>
            </a:r>
            <a:endParaRPr lang="en-US" sz="1400" dirty="0"/>
          </a:p>
        </p:txBody>
      </p:sp>
      <p:sp>
        <p:nvSpPr>
          <p:cNvPr id="21" name="card-3-head"/>
          <p:cNvSpPr txBox="1"/>
          <p:nvPr/>
        </p:nvSpPr>
        <p:spPr>
          <a:xfrm>
            <a:off x="9180347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오병이어</a:t>
            </a:r>
            <a:endParaRPr lang="en-US" sz="1600" dirty="0"/>
          </a:p>
        </p:txBody>
      </p:sp>
      <p:sp>
        <p:nvSpPr>
          <p:cNvPr id="22" name="card-3-body"/>
          <p:cNvSpPr txBox="1"/>
          <p:nvPr/>
        </p:nvSpPr>
        <p:spPr>
          <a:xfrm>
            <a:off x="9180347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오천 명을 먹이심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6:5~13</a:t>
            </a:r>
            <a:endParaRPr lang="en-US" sz="1300" dirty="0"/>
          </a:p>
        </p:txBody>
      </p:sp>
      <p:sp>
        <p:nvSpPr>
          <p:cNvPr id="23" name="card-4"/>
          <p:cNvSpPr/>
          <p:nvPr/>
        </p:nvSpPr>
        <p:spPr>
          <a:xfrm>
            <a:off x="685800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4" name="card-4-badge"/>
          <p:cNvSpPr/>
          <p:nvPr/>
        </p:nvSpPr>
        <p:spPr>
          <a:xfrm>
            <a:off x="886968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ard-4-badge-text"/>
          <p:cNvSpPr txBox="1"/>
          <p:nvPr/>
        </p:nvSpPr>
        <p:spPr>
          <a:xfrm>
            <a:off x="88696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en-US" sz="1400" dirty="0"/>
          </a:p>
        </p:txBody>
      </p:sp>
      <p:sp>
        <p:nvSpPr>
          <p:cNvPr id="26" name="card-4-head"/>
          <p:cNvSpPr txBox="1"/>
          <p:nvPr/>
        </p:nvSpPr>
        <p:spPr>
          <a:xfrm>
            <a:off x="886968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위를 걸으심</a:t>
            </a:r>
            <a:endParaRPr lang="en-US" sz="1600" dirty="0"/>
          </a:p>
        </p:txBody>
      </p:sp>
      <p:sp>
        <p:nvSpPr>
          <p:cNvPr id="27" name="card-4-body"/>
          <p:cNvSpPr txBox="1"/>
          <p:nvPr/>
        </p:nvSpPr>
        <p:spPr>
          <a:xfrm>
            <a:off x="886968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사경에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6:19~21</a:t>
            </a:r>
            <a:endParaRPr lang="en-US" sz="1300" dirty="0"/>
          </a:p>
        </p:txBody>
      </p:sp>
      <p:sp>
        <p:nvSpPr>
          <p:cNvPr id="28" name="card-5"/>
          <p:cNvSpPr/>
          <p:nvPr/>
        </p:nvSpPr>
        <p:spPr>
          <a:xfrm>
            <a:off x="3450260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9" name="card-5-badge"/>
          <p:cNvSpPr/>
          <p:nvPr/>
        </p:nvSpPr>
        <p:spPr>
          <a:xfrm>
            <a:off x="3651428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ard-5-badge-text"/>
          <p:cNvSpPr txBox="1"/>
          <p:nvPr/>
        </p:nvSpPr>
        <p:spPr>
          <a:xfrm>
            <a:off x="365142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</a:t>
            </a:r>
            <a:endParaRPr lang="en-US" sz="1400" dirty="0"/>
          </a:p>
        </p:txBody>
      </p:sp>
      <p:sp>
        <p:nvSpPr>
          <p:cNvPr id="31" name="card-5-head"/>
          <p:cNvSpPr txBox="1"/>
          <p:nvPr/>
        </p:nvSpPr>
        <p:spPr>
          <a:xfrm>
            <a:off x="3651428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실로암 맹인</a:t>
            </a:r>
            <a:endParaRPr lang="en-US" sz="1600" dirty="0"/>
          </a:p>
        </p:txBody>
      </p:sp>
      <p:sp>
        <p:nvSpPr>
          <p:cNvPr id="32" name="card-5-body"/>
          <p:cNvSpPr txBox="1"/>
          <p:nvPr/>
        </p:nvSpPr>
        <p:spPr>
          <a:xfrm>
            <a:off x="3651428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 때부터 소경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9:1~7</a:t>
            </a:r>
            <a:endParaRPr lang="en-US" sz="1300" dirty="0"/>
          </a:p>
        </p:txBody>
      </p:sp>
      <p:sp>
        <p:nvSpPr>
          <p:cNvPr id="33" name="card-6"/>
          <p:cNvSpPr/>
          <p:nvPr/>
        </p:nvSpPr>
        <p:spPr>
          <a:xfrm>
            <a:off x="6214720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4" name="card-6-badge"/>
          <p:cNvSpPr/>
          <p:nvPr/>
        </p:nvSpPr>
        <p:spPr>
          <a:xfrm>
            <a:off x="6415888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card-6-badge-text"/>
          <p:cNvSpPr txBox="1"/>
          <p:nvPr/>
        </p:nvSpPr>
        <p:spPr>
          <a:xfrm>
            <a:off x="641588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en-US" sz="1400" dirty="0"/>
          </a:p>
        </p:txBody>
      </p:sp>
      <p:sp>
        <p:nvSpPr>
          <p:cNvPr id="36" name="card-6-head"/>
          <p:cNvSpPr txBox="1"/>
          <p:nvPr/>
        </p:nvSpPr>
        <p:spPr>
          <a:xfrm>
            <a:off x="6415888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나사로를 살리심</a:t>
            </a:r>
            <a:endParaRPr lang="en-US" sz="1600" dirty="0"/>
          </a:p>
        </p:txBody>
      </p:sp>
      <p:sp>
        <p:nvSpPr>
          <p:cNvPr id="37" name="card-6-body"/>
          <p:cNvSpPr txBox="1"/>
          <p:nvPr/>
        </p:nvSpPr>
        <p:spPr>
          <a:xfrm>
            <a:off x="6415888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중의 표적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11:1~44</a:t>
            </a:r>
            <a:endParaRPr lang="en-US" sz="1300" dirty="0"/>
          </a:p>
        </p:txBody>
      </p:sp>
      <p:sp>
        <p:nvSpPr>
          <p:cNvPr id="38" name="card-7"/>
          <p:cNvSpPr/>
          <p:nvPr/>
        </p:nvSpPr>
        <p:spPr>
          <a:xfrm>
            <a:off x="8979179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9" name="card-7-badge"/>
          <p:cNvSpPr/>
          <p:nvPr/>
        </p:nvSpPr>
        <p:spPr>
          <a:xfrm>
            <a:off x="9180347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card-7-badge-text"/>
          <p:cNvSpPr txBox="1"/>
          <p:nvPr/>
        </p:nvSpPr>
        <p:spPr>
          <a:xfrm>
            <a:off x="9180347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card-7-head"/>
          <p:cNvSpPr txBox="1"/>
          <p:nvPr/>
        </p:nvSpPr>
        <p:spPr>
          <a:xfrm>
            <a:off x="9180347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153마리 고기</a:t>
            </a:r>
            <a:endParaRPr lang="en-US" sz="1600" dirty="0"/>
          </a:p>
        </p:txBody>
      </p:sp>
      <p:sp>
        <p:nvSpPr>
          <p:cNvPr id="42" name="card-7-body"/>
          <p:cNvSpPr txBox="1"/>
          <p:nvPr/>
        </p:nvSpPr>
        <p:spPr>
          <a:xfrm>
            <a:off x="9180347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여덟 번째 표적으로 보기도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21:1~14</a:t>
            </a:r>
            <a:endParaRPr lang="en-US" sz="1300" dirty="0"/>
          </a:p>
        </p:txBody>
      </p:sp>
      <p:sp>
        <p:nvSpPr>
          <p:cNvPr id="43" name="keyline"/>
          <p:cNvSpPr/>
          <p:nvPr/>
        </p:nvSpPr>
        <p:spPr>
          <a:xfrm>
            <a:off x="685800" y="5266944"/>
            <a:ext cx="10820095" cy="969264"/>
          </a:xfrm>
          <a:prstGeom prst="roundRect">
            <a:avLst>
              <a:gd name="adj" fmla="val 9434"/>
            </a:avLst>
          </a:prstGeom>
          <a:solidFill>
            <a:schemeClr val="tx2"/>
          </a:solidFill>
          <a:ln/>
        </p:spPr>
      </p:sp>
      <p:sp>
        <p:nvSpPr>
          <p:cNvPr id="44" name="keyline-text"/>
          <p:cNvSpPr txBox="1"/>
          <p:nvPr/>
        </p:nvSpPr>
        <p:spPr>
          <a:xfrm>
            <a:off x="960120" y="5266944"/>
            <a:ext cx="102714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표적(σημεῖον)은 기적 자체가 아니라, 예수님이 누구신지를 가리키는 ‘표지판’입니다.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표적은 늘 자기선언과 짝을 이룬다 — 오병이어 뒤에 “나는 생명의 떡이다”, 실로암 뒤에 “나는 세상의 빛이다”</a:t>
            </a:r>
            <a:endParaRPr lang="en-US" sz="1600" dirty="0"/>
          </a:p>
        </p:txBody>
      </p:sp>
      <p:sp>
        <p:nvSpPr>
          <p:cNvPr id="45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완전수 7 ② 일곱 자기선언 (에고 에이미)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886968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88696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</a:t>
            </a:r>
            <a:endParaRPr lang="en-US" sz="1400" dirty="0"/>
          </a:p>
        </p:txBody>
      </p:sp>
      <p:sp>
        <p:nvSpPr>
          <p:cNvPr id="6" name="card-0-head"/>
          <p:cNvSpPr txBox="1"/>
          <p:nvPr/>
        </p:nvSpPr>
        <p:spPr>
          <a:xfrm>
            <a:off x="886968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생명의 떡</a:t>
            </a:r>
            <a:endParaRPr lang="en-US" sz="1600" dirty="0"/>
          </a:p>
        </p:txBody>
      </p:sp>
      <p:sp>
        <p:nvSpPr>
          <p:cNvPr id="7" name="card-0-body"/>
          <p:cNvSpPr txBox="1"/>
          <p:nvPr/>
        </p:nvSpPr>
        <p:spPr>
          <a:xfrm>
            <a:off x="886968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6:35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살기 위해 꼭 필요한 양식</a:t>
            </a:r>
            <a:endParaRPr lang="en-US" sz="1300" dirty="0"/>
          </a:p>
        </p:txBody>
      </p:sp>
      <p:sp>
        <p:nvSpPr>
          <p:cNvPr id="8" name="card-1"/>
          <p:cNvSpPr/>
          <p:nvPr/>
        </p:nvSpPr>
        <p:spPr>
          <a:xfrm>
            <a:off x="3450260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ard-1-badge"/>
          <p:cNvSpPr/>
          <p:nvPr/>
        </p:nvSpPr>
        <p:spPr>
          <a:xfrm>
            <a:off x="3651428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ard-1-badge-text"/>
          <p:cNvSpPr txBox="1"/>
          <p:nvPr/>
        </p:nvSpPr>
        <p:spPr>
          <a:xfrm>
            <a:off x="365142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</a:t>
            </a:r>
            <a:endParaRPr lang="en-US" sz="1400" dirty="0"/>
          </a:p>
        </p:txBody>
      </p:sp>
      <p:sp>
        <p:nvSpPr>
          <p:cNvPr id="11" name="card-1-head"/>
          <p:cNvSpPr txBox="1"/>
          <p:nvPr/>
        </p:nvSpPr>
        <p:spPr>
          <a:xfrm>
            <a:off x="3651428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세상의 빛</a:t>
            </a:r>
            <a:endParaRPr lang="en-US" sz="1600" dirty="0"/>
          </a:p>
        </p:txBody>
      </p:sp>
      <p:sp>
        <p:nvSpPr>
          <p:cNvPr id="12" name="card-1-body"/>
          <p:cNvSpPr txBox="1"/>
          <p:nvPr/>
        </p:nvSpPr>
        <p:spPr>
          <a:xfrm>
            <a:off x="3651428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8:12 · 9:5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속을 보게 하는 빛</a:t>
            </a:r>
            <a:endParaRPr lang="en-US" sz="1300" dirty="0"/>
          </a:p>
        </p:txBody>
      </p:sp>
      <p:sp>
        <p:nvSpPr>
          <p:cNvPr id="13" name="card-2"/>
          <p:cNvSpPr/>
          <p:nvPr/>
        </p:nvSpPr>
        <p:spPr>
          <a:xfrm>
            <a:off x="6214720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4" name="card-2-badge"/>
          <p:cNvSpPr/>
          <p:nvPr/>
        </p:nvSpPr>
        <p:spPr>
          <a:xfrm>
            <a:off x="6415888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ard-2-badge-text"/>
          <p:cNvSpPr txBox="1"/>
          <p:nvPr/>
        </p:nvSpPr>
        <p:spPr>
          <a:xfrm>
            <a:off x="641588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en-US" sz="1400" dirty="0"/>
          </a:p>
        </p:txBody>
      </p:sp>
      <p:sp>
        <p:nvSpPr>
          <p:cNvPr id="16" name="card-2-head"/>
          <p:cNvSpPr txBox="1"/>
          <p:nvPr/>
        </p:nvSpPr>
        <p:spPr>
          <a:xfrm>
            <a:off x="6415888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양의 문</a:t>
            </a:r>
            <a:endParaRPr lang="en-US" sz="1600" dirty="0"/>
          </a:p>
        </p:txBody>
      </p:sp>
      <p:sp>
        <p:nvSpPr>
          <p:cNvPr id="17" name="card-2-body"/>
          <p:cNvSpPr txBox="1"/>
          <p:nvPr/>
        </p:nvSpPr>
        <p:spPr>
          <a:xfrm>
            <a:off x="6415888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10:7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유일한 문</a:t>
            </a:r>
            <a:endParaRPr lang="en-US" sz="1300" dirty="0"/>
          </a:p>
        </p:txBody>
      </p:sp>
      <p:sp>
        <p:nvSpPr>
          <p:cNvPr id="18" name="card-3"/>
          <p:cNvSpPr/>
          <p:nvPr/>
        </p:nvSpPr>
        <p:spPr>
          <a:xfrm>
            <a:off x="8979179" y="1517904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3-badge"/>
          <p:cNvSpPr/>
          <p:nvPr/>
        </p:nvSpPr>
        <p:spPr>
          <a:xfrm>
            <a:off x="9180347" y="1719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ard-3-badge-text"/>
          <p:cNvSpPr txBox="1"/>
          <p:nvPr/>
        </p:nvSpPr>
        <p:spPr>
          <a:xfrm>
            <a:off x="9180347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</a:t>
            </a:r>
            <a:endParaRPr lang="en-US" sz="1400" dirty="0"/>
          </a:p>
        </p:txBody>
      </p:sp>
      <p:sp>
        <p:nvSpPr>
          <p:cNvPr id="21" name="card-3-head"/>
          <p:cNvSpPr txBox="1"/>
          <p:nvPr/>
        </p:nvSpPr>
        <p:spPr>
          <a:xfrm>
            <a:off x="9180347" y="2267712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선한 목자</a:t>
            </a:r>
            <a:endParaRPr lang="en-US" sz="1600" dirty="0"/>
          </a:p>
        </p:txBody>
      </p:sp>
      <p:sp>
        <p:nvSpPr>
          <p:cNvPr id="22" name="card-3-body"/>
          <p:cNvSpPr txBox="1"/>
          <p:nvPr/>
        </p:nvSpPr>
        <p:spPr>
          <a:xfrm>
            <a:off x="9180347" y="2596896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10:11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목숨을 버리는 목자</a:t>
            </a:r>
            <a:endParaRPr lang="en-US" sz="1300" dirty="0"/>
          </a:p>
        </p:txBody>
      </p:sp>
      <p:sp>
        <p:nvSpPr>
          <p:cNvPr id="23" name="card-4"/>
          <p:cNvSpPr/>
          <p:nvPr/>
        </p:nvSpPr>
        <p:spPr>
          <a:xfrm>
            <a:off x="685800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4" name="card-4-badge"/>
          <p:cNvSpPr/>
          <p:nvPr/>
        </p:nvSpPr>
        <p:spPr>
          <a:xfrm>
            <a:off x="886968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ard-4-badge-text"/>
          <p:cNvSpPr txBox="1"/>
          <p:nvPr/>
        </p:nvSpPr>
        <p:spPr>
          <a:xfrm>
            <a:off x="88696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</a:t>
            </a:r>
            <a:endParaRPr lang="en-US" sz="1400" dirty="0"/>
          </a:p>
        </p:txBody>
      </p:sp>
      <p:sp>
        <p:nvSpPr>
          <p:cNvPr id="26" name="card-4-head"/>
          <p:cNvSpPr txBox="1"/>
          <p:nvPr/>
        </p:nvSpPr>
        <p:spPr>
          <a:xfrm>
            <a:off x="886968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부활이요 생명</a:t>
            </a:r>
            <a:endParaRPr lang="en-US" sz="1600" dirty="0"/>
          </a:p>
        </p:txBody>
      </p:sp>
      <p:sp>
        <p:nvSpPr>
          <p:cNvPr id="27" name="card-4-body"/>
          <p:cNvSpPr txBox="1"/>
          <p:nvPr/>
        </p:nvSpPr>
        <p:spPr>
          <a:xfrm>
            <a:off x="886968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11:25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 너머의 생명</a:t>
            </a:r>
            <a:endParaRPr lang="en-US" sz="1300" dirty="0"/>
          </a:p>
        </p:txBody>
      </p:sp>
      <p:sp>
        <p:nvSpPr>
          <p:cNvPr id="28" name="card-5"/>
          <p:cNvSpPr/>
          <p:nvPr/>
        </p:nvSpPr>
        <p:spPr>
          <a:xfrm>
            <a:off x="3450260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9" name="card-5-badge"/>
          <p:cNvSpPr/>
          <p:nvPr/>
        </p:nvSpPr>
        <p:spPr>
          <a:xfrm>
            <a:off x="3651428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ard-5-badge-text"/>
          <p:cNvSpPr txBox="1"/>
          <p:nvPr/>
        </p:nvSpPr>
        <p:spPr>
          <a:xfrm>
            <a:off x="365142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</a:t>
            </a:r>
            <a:endParaRPr lang="en-US" sz="1400" dirty="0"/>
          </a:p>
        </p:txBody>
      </p:sp>
      <p:sp>
        <p:nvSpPr>
          <p:cNvPr id="31" name="card-5-head"/>
          <p:cNvSpPr txBox="1"/>
          <p:nvPr/>
        </p:nvSpPr>
        <p:spPr>
          <a:xfrm>
            <a:off x="3651428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· 진리 · 생명</a:t>
            </a:r>
            <a:endParaRPr lang="en-US" sz="1600" dirty="0"/>
          </a:p>
        </p:txBody>
      </p:sp>
      <p:sp>
        <p:nvSpPr>
          <p:cNvPr id="32" name="card-5-body"/>
          <p:cNvSpPr txBox="1"/>
          <p:nvPr/>
        </p:nvSpPr>
        <p:spPr>
          <a:xfrm>
            <a:off x="3651428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14:6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아버지께 이르는 유일한 길</a:t>
            </a:r>
            <a:endParaRPr lang="en-US" sz="1300" dirty="0"/>
          </a:p>
        </p:txBody>
      </p:sp>
      <p:sp>
        <p:nvSpPr>
          <p:cNvPr id="33" name="card-6"/>
          <p:cNvSpPr/>
          <p:nvPr/>
        </p:nvSpPr>
        <p:spPr>
          <a:xfrm>
            <a:off x="6214720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4" name="card-6-badge"/>
          <p:cNvSpPr/>
          <p:nvPr/>
        </p:nvSpPr>
        <p:spPr>
          <a:xfrm>
            <a:off x="6415888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card-6-badge-text"/>
          <p:cNvSpPr txBox="1"/>
          <p:nvPr/>
        </p:nvSpPr>
        <p:spPr>
          <a:xfrm>
            <a:off x="641588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</a:t>
            </a:r>
            <a:endParaRPr lang="en-US" sz="1400" dirty="0"/>
          </a:p>
        </p:txBody>
      </p:sp>
      <p:sp>
        <p:nvSpPr>
          <p:cNvPr id="36" name="card-6-head"/>
          <p:cNvSpPr txBox="1"/>
          <p:nvPr/>
        </p:nvSpPr>
        <p:spPr>
          <a:xfrm>
            <a:off x="6415888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 포도나무</a:t>
            </a:r>
            <a:endParaRPr lang="en-US" sz="1600" dirty="0"/>
          </a:p>
        </p:txBody>
      </p:sp>
      <p:sp>
        <p:nvSpPr>
          <p:cNvPr id="37" name="card-6-body"/>
          <p:cNvSpPr txBox="1"/>
          <p:nvPr/>
        </p:nvSpPr>
        <p:spPr>
          <a:xfrm>
            <a:off x="6415888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15:1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붙어 있어야 열매 맺는다</a:t>
            </a:r>
            <a:endParaRPr lang="en-US" sz="1300" dirty="0"/>
          </a:p>
        </p:txBody>
      </p:sp>
      <p:sp>
        <p:nvSpPr>
          <p:cNvPr id="38" name="card-7"/>
          <p:cNvSpPr/>
          <p:nvPr/>
        </p:nvSpPr>
        <p:spPr>
          <a:xfrm>
            <a:off x="8979179" y="3429000"/>
            <a:ext cx="2526716" cy="1673352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9" name="card-7-badge"/>
          <p:cNvSpPr/>
          <p:nvPr/>
        </p:nvSpPr>
        <p:spPr>
          <a:xfrm>
            <a:off x="9180347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card-7-badge-text"/>
          <p:cNvSpPr txBox="1"/>
          <p:nvPr/>
        </p:nvSpPr>
        <p:spPr>
          <a:xfrm>
            <a:off x="9180347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41" name="card-7-head"/>
          <p:cNvSpPr txBox="1"/>
          <p:nvPr/>
        </p:nvSpPr>
        <p:spPr>
          <a:xfrm>
            <a:off x="9180347" y="417880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에고 에이미</a:t>
            </a:r>
            <a:endParaRPr lang="en-US" sz="1600" dirty="0"/>
          </a:p>
        </p:txBody>
      </p:sp>
      <p:sp>
        <p:nvSpPr>
          <p:cNvPr id="42" name="card-7-body"/>
          <p:cNvSpPr txBox="1"/>
          <p:nvPr/>
        </p:nvSpPr>
        <p:spPr>
          <a:xfrm>
            <a:off x="9180347" y="4507992"/>
            <a:ext cx="21243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 3:14와 같은 표현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곧 신성 선언</a:t>
            </a:r>
            <a:endParaRPr lang="en-US" sz="1300" dirty="0"/>
          </a:p>
        </p:txBody>
      </p:sp>
      <p:sp>
        <p:nvSpPr>
          <p:cNvPr id="43" name="keyline"/>
          <p:cNvSpPr/>
          <p:nvPr/>
        </p:nvSpPr>
        <p:spPr>
          <a:xfrm>
            <a:off x="685800" y="5266944"/>
            <a:ext cx="10820095" cy="969264"/>
          </a:xfrm>
          <a:prstGeom prst="roundRect">
            <a:avLst>
              <a:gd name="adj" fmla="val 9434"/>
            </a:avLst>
          </a:prstGeom>
          <a:solidFill>
            <a:schemeClr val="tx2"/>
          </a:solidFill>
          <a:ln/>
        </p:spPr>
      </p:sp>
      <p:sp>
        <p:nvSpPr>
          <p:cNvPr id="44" name="keyline-text"/>
          <p:cNvSpPr txBox="1"/>
          <p:nvPr/>
        </p:nvSpPr>
        <p:spPr>
          <a:xfrm>
            <a:off x="960120" y="5266944"/>
            <a:ext cx="102714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 · 빛 · 문 · 목자 · 부활 · 길 · 포도나무 — 어린아이도 아는 사물로 자신을 완벽하게 증거하셨습니다.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~이다”는 곧 신성 선언입니다. 유대인들이 돌을 들었던 이유도 여기에 있습니다 (8:58~59, 10:30~33).</a:t>
            </a:r>
            <a:endParaRPr lang="en-US" sz="1600" dirty="0"/>
          </a:p>
        </p:txBody>
      </p:sp>
      <p:sp>
        <p:nvSpPr>
          <p:cNvPr id="45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완전수 7 ③ 증인 · 전도자 · 비사</a:t>
            </a:r>
            <a:endParaRPr lang="en-US" sz="3200" dirty="0"/>
          </a:p>
        </p:txBody>
      </p:sp>
      <p:sp>
        <p:nvSpPr>
          <p:cNvPr id="3" name="subhead-badge"/>
          <p:cNvSpPr/>
          <p:nvPr/>
        </p:nvSpPr>
        <p:spPr>
          <a:xfrm>
            <a:off x="685800" y="1435608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subhead-badge-text"/>
          <p:cNvSpPr txBox="1"/>
          <p:nvPr/>
        </p:nvSpPr>
        <p:spPr>
          <a:xfrm>
            <a:off x="685800" y="143560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증인</a:t>
            </a:r>
            <a:endParaRPr lang="en-US" sz="1300" dirty="0"/>
          </a:p>
        </p:txBody>
      </p:sp>
      <p:sp>
        <p:nvSpPr>
          <p:cNvPr id="5" name="subhead-text"/>
          <p:cNvSpPr txBox="1"/>
          <p:nvPr/>
        </p:nvSpPr>
        <p:spPr>
          <a:xfrm>
            <a:off x="1353312" y="1426464"/>
            <a:ext cx="10152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증인 — 예수님을 무엇이라 불렀는가</a:t>
            </a:r>
            <a:endParaRPr lang="en-US" sz="1900" dirty="0"/>
          </a:p>
        </p:txBody>
      </p:sp>
      <p:sp>
        <p:nvSpPr>
          <p:cNvPr id="6" name="w-0"/>
          <p:cNvSpPr/>
          <p:nvPr/>
        </p:nvSpPr>
        <p:spPr>
          <a:xfrm>
            <a:off x="685800" y="1920240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w-0-n"/>
          <p:cNvSpPr txBox="1"/>
          <p:nvPr/>
        </p:nvSpPr>
        <p:spPr>
          <a:xfrm>
            <a:off x="86868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세례 요한 (1:29~34)</a:t>
            </a:r>
            <a:endParaRPr lang="en-US" sz="1250" dirty="0"/>
          </a:p>
        </p:txBody>
      </p:sp>
      <p:sp>
        <p:nvSpPr>
          <p:cNvPr id="8" name="w-0-c"/>
          <p:cNvSpPr txBox="1"/>
          <p:nvPr/>
        </p:nvSpPr>
        <p:spPr>
          <a:xfrm>
            <a:off x="3081528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하나님의 어린양 · 하나님의 아들</a:t>
            </a:r>
            <a:endParaRPr lang="en-US" sz="1250" dirty="0"/>
          </a:p>
        </p:txBody>
      </p:sp>
      <p:sp>
        <p:nvSpPr>
          <p:cNvPr id="9" name="w-1"/>
          <p:cNvSpPr/>
          <p:nvPr/>
        </p:nvSpPr>
        <p:spPr>
          <a:xfrm>
            <a:off x="685800" y="2450592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0" name="w-1-n"/>
          <p:cNvSpPr txBox="1"/>
          <p:nvPr/>
        </p:nvSpPr>
        <p:spPr>
          <a:xfrm>
            <a:off x="868680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나다나엘 (1:49)</a:t>
            </a:r>
            <a:endParaRPr lang="en-US" sz="1250" dirty="0"/>
          </a:p>
        </p:txBody>
      </p:sp>
      <p:sp>
        <p:nvSpPr>
          <p:cNvPr id="11" name="w-1-c"/>
          <p:cNvSpPr txBox="1"/>
          <p:nvPr/>
        </p:nvSpPr>
        <p:spPr>
          <a:xfrm>
            <a:off x="3081528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하나님의 아들 · 이스라엘의 임금</a:t>
            </a:r>
            <a:endParaRPr lang="en-US" sz="1250" dirty="0"/>
          </a:p>
        </p:txBody>
      </p:sp>
      <p:sp>
        <p:nvSpPr>
          <p:cNvPr id="12" name="w-2"/>
          <p:cNvSpPr/>
          <p:nvPr/>
        </p:nvSpPr>
        <p:spPr>
          <a:xfrm>
            <a:off x="685800" y="2980944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w-2-n"/>
          <p:cNvSpPr txBox="1"/>
          <p:nvPr/>
        </p:nvSpPr>
        <p:spPr>
          <a:xfrm>
            <a:off x="868680" y="29809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니고데모 (3:2)</a:t>
            </a:r>
            <a:endParaRPr lang="en-US" sz="1250" dirty="0"/>
          </a:p>
        </p:txBody>
      </p:sp>
      <p:sp>
        <p:nvSpPr>
          <p:cNvPr id="14" name="w-2-c"/>
          <p:cNvSpPr txBox="1"/>
          <p:nvPr/>
        </p:nvSpPr>
        <p:spPr>
          <a:xfrm>
            <a:off x="3081528" y="2980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하나님께로부터 오신 선생</a:t>
            </a:r>
            <a:endParaRPr lang="en-US" sz="1250" dirty="0"/>
          </a:p>
        </p:txBody>
      </p:sp>
      <p:sp>
        <p:nvSpPr>
          <p:cNvPr id="15" name="w-3"/>
          <p:cNvSpPr/>
          <p:nvPr/>
        </p:nvSpPr>
        <p:spPr>
          <a:xfrm>
            <a:off x="685800" y="3511296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6" name="w-3-n"/>
          <p:cNvSpPr txBox="1"/>
          <p:nvPr/>
        </p:nvSpPr>
        <p:spPr>
          <a:xfrm>
            <a:off x="868680" y="35112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수가성 여인 (4:19, 29)</a:t>
            </a:r>
            <a:endParaRPr lang="en-US" sz="1250" dirty="0"/>
          </a:p>
        </p:txBody>
      </p:sp>
      <p:sp>
        <p:nvSpPr>
          <p:cNvPr id="17" name="w-3-c"/>
          <p:cNvSpPr txBox="1"/>
          <p:nvPr/>
        </p:nvSpPr>
        <p:spPr>
          <a:xfrm>
            <a:off x="3081528" y="3511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선지자 · 혹시 그리스도가 아니냐</a:t>
            </a:r>
            <a:endParaRPr lang="en-US" sz="1250" dirty="0"/>
          </a:p>
        </p:txBody>
      </p:sp>
      <p:sp>
        <p:nvSpPr>
          <p:cNvPr id="18" name="w-4"/>
          <p:cNvSpPr/>
          <p:nvPr/>
        </p:nvSpPr>
        <p:spPr>
          <a:xfrm>
            <a:off x="685800" y="4041648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9" name="w-4-n"/>
          <p:cNvSpPr txBox="1"/>
          <p:nvPr/>
        </p:nvSpPr>
        <p:spPr>
          <a:xfrm>
            <a:off x="868680" y="4041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수가성 사람들 (4:42)</a:t>
            </a:r>
            <a:endParaRPr lang="en-US" sz="1250" dirty="0"/>
          </a:p>
        </p:txBody>
      </p:sp>
      <p:sp>
        <p:nvSpPr>
          <p:cNvPr id="20" name="w-4-c"/>
          <p:cNvSpPr txBox="1"/>
          <p:nvPr/>
        </p:nvSpPr>
        <p:spPr>
          <a:xfrm>
            <a:off x="3081528" y="4041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세상의 구주</a:t>
            </a:r>
            <a:endParaRPr lang="en-US" sz="1250" dirty="0"/>
          </a:p>
        </p:txBody>
      </p:sp>
      <p:sp>
        <p:nvSpPr>
          <p:cNvPr id="21" name="w-5"/>
          <p:cNvSpPr/>
          <p:nvPr/>
        </p:nvSpPr>
        <p:spPr>
          <a:xfrm>
            <a:off x="685800" y="4572000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2" name="w-5-n"/>
          <p:cNvSpPr txBox="1"/>
          <p:nvPr/>
        </p:nvSpPr>
        <p:spPr>
          <a:xfrm>
            <a:off x="868680" y="4572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도마 (20:28)</a:t>
            </a:r>
            <a:endParaRPr lang="en-US" sz="1250" dirty="0"/>
          </a:p>
        </p:txBody>
      </p:sp>
      <p:sp>
        <p:nvSpPr>
          <p:cNvPr id="23" name="w-5-c"/>
          <p:cNvSpPr txBox="1"/>
          <p:nvPr/>
        </p:nvSpPr>
        <p:spPr>
          <a:xfrm>
            <a:off x="3081528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주, 나의 하나님</a:t>
            </a:r>
            <a:endParaRPr lang="en-US" sz="1250" dirty="0"/>
          </a:p>
        </p:txBody>
      </p:sp>
      <p:sp>
        <p:nvSpPr>
          <p:cNvPr id="24" name="w-6"/>
          <p:cNvSpPr/>
          <p:nvPr/>
        </p:nvSpPr>
        <p:spPr>
          <a:xfrm>
            <a:off x="685800" y="5102352"/>
            <a:ext cx="55778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5" name="w-6-n"/>
          <p:cNvSpPr txBox="1"/>
          <p:nvPr/>
        </p:nvSpPr>
        <p:spPr>
          <a:xfrm>
            <a:off x="868680" y="5102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사도 요한 (20:31)</a:t>
            </a:r>
            <a:endParaRPr lang="en-US" sz="1250" dirty="0"/>
          </a:p>
        </p:txBody>
      </p:sp>
      <p:sp>
        <p:nvSpPr>
          <p:cNvPr id="26" name="w-6-c"/>
          <p:cNvSpPr txBox="1"/>
          <p:nvPr/>
        </p:nvSpPr>
        <p:spPr>
          <a:xfrm>
            <a:off x="3081528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하나님의 아들 그리스도</a:t>
            </a:r>
            <a:endParaRPr lang="en-US" sz="1250" dirty="0"/>
          </a:p>
        </p:txBody>
      </p:sp>
      <p:sp>
        <p:nvSpPr>
          <p:cNvPr id="27" name="keyline"/>
          <p:cNvSpPr/>
          <p:nvPr/>
        </p:nvSpPr>
        <p:spPr>
          <a:xfrm>
            <a:off x="685800" y="5669280"/>
            <a:ext cx="557784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/>
        </p:spPr>
      </p:sp>
      <p:sp>
        <p:nvSpPr>
          <p:cNvPr id="28" name="keyline-text"/>
          <p:cNvSpPr txBox="1"/>
          <p:nvPr/>
        </p:nvSpPr>
        <p:spPr>
          <a:xfrm>
            <a:off x="960120" y="56692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종류의 사람이 같은 결론에 도달한다</a:t>
            </a:r>
            <a:endParaRPr lang="en-US" sz="1400" dirty="0"/>
          </a:p>
        </p:txBody>
      </p:sp>
      <p:sp>
        <p:nvSpPr>
          <p:cNvPr id="29" name="subhead-badge"/>
          <p:cNvSpPr/>
          <p:nvPr/>
        </p:nvSpPr>
        <p:spPr>
          <a:xfrm>
            <a:off x="6473952" y="1435608"/>
            <a:ext cx="717804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subhead-badge-text"/>
          <p:cNvSpPr txBox="1"/>
          <p:nvPr/>
        </p:nvSpPr>
        <p:spPr>
          <a:xfrm>
            <a:off x="6473952" y="1435608"/>
            <a:ext cx="7178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전도자</a:t>
            </a:r>
            <a:endParaRPr lang="en-US" sz="1300" dirty="0"/>
          </a:p>
        </p:txBody>
      </p:sp>
      <p:sp>
        <p:nvSpPr>
          <p:cNvPr id="31" name="subhead-text"/>
          <p:cNvSpPr txBox="1"/>
          <p:nvPr/>
        </p:nvSpPr>
        <p:spPr>
          <a:xfrm>
            <a:off x="7319772" y="1426464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전도자 (21장)</a:t>
            </a:r>
            <a:endParaRPr lang="en-US" sz="1900" dirty="0"/>
          </a:p>
        </p:txBody>
      </p:sp>
      <p:sp>
        <p:nvSpPr>
          <p:cNvPr id="32" name="bullets"/>
          <p:cNvSpPr txBox="1"/>
          <p:nvPr/>
        </p:nvSpPr>
        <p:spPr>
          <a:xfrm>
            <a:off x="6473952" y="19202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장면은 승천이 아니다</a:t>
            </a:r>
            <a:endParaRPr lang="en-US" sz="14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디베랴 바닷가에서 일곱 제자와의 대화, 153마리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베드로 · 야고보 · 요한 · 도마 · 나다나엘 · 또 다른 두 제자</a:t>
            </a:r>
            <a:endParaRPr lang="en-US" sz="14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완전한 전도대. 바다는 세상, 고기는 사람</a:t>
            </a:r>
            <a:endParaRPr lang="en-US" sz="1400" dirty="0"/>
          </a:p>
        </p:txBody>
      </p:sp>
      <p:sp>
        <p:nvSpPr>
          <p:cNvPr id="33" name="subhead-badge"/>
          <p:cNvSpPr/>
          <p:nvPr/>
        </p:nvSpPr>
        <p:spPr>
          <a:xfrm>
            <a:off x="6473952" y="3410712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subhead-badge-text"/>
          <p:cNvSpPr txBox="1"/>
          <p:nvPr/>
        </p:nvSpPr>
        <p:spPr>
          <a:xfrm>
            <a:off x="6473952" y="3410712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비사</a:t>
            </a:r>
            <a:endParaRPr lang="en-US" sz="1300" dirty="0"/>
          </a:p>
        </p:txBody>
      </p:sp>
      <p:sp>
        <p:nvSpPr>
          <p:cNvPr id="35" name="subhead-text"/>
          <p:cNvSpPr txBox="1"/>
          <p:nvPr/>
        </p:nvSpPr>
        <p:spPr>
          <a:xfrm>
            <a:off x="7141464" y="340156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비사 — 익숙한 것으로 전한 영적 비밀</a:t>
            </a:r>
            <a:endParaRPr lang="en-US" sz="1900" dirty="0"/>
          </a:p>
        </p:txBody>
      </p:sp>
      <p:sp>
        <p:nvSpPr>
          <p:cNvPr id="36" name="bullets"/>
          <p:cNvSpPr txBox="1"/>
          <p:nvPr/>
        </p:nvSpPr>
        <p:spPr>
          <a:xfrm>
            <a:off x="6473952" y="3895344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영원한 샘물 (4:14)   ·   이 성전을 헐라 (2:19)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영원히 목마르지 아니할 생명의 양식 (6:51)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밭이 희어져 추수하게 되었다 (4:35)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소경 되게 하려 함이라 (9:39)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있을 동안에 빛을 믿으라 (12:36)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너희 발을 씻기는 것이 옳으니라 (13:14)</a:t>
            </a:r>
            <a:endParaRPr lang="en-US" sz="1350" dirty="0"/>
          </a:p>
        </p:txBody>
      </p:sp>
      <p:sp>
        <p:nvSpPr>
          <p:cNvPr id="37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21장 한눈에 보기</a:t>
            </a:r>
            <a:endParaRPr lang="en-US" sz="3200" dirty="0"/>
          </a:p>
        </p:txBody>
      </p:sp>
      <p:sp>
        <p:nvSpPr>
          <p:cNvPr id="3" name="c-0.75-0"/>
          <p:cNvSpPr/>
          <p:nvPr/>
        </p:nvSpPr>
        <p:spPr>
          <a:xfrm>
            <a:off x="685800" y="1481328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" name="c-0.75-0-n"/>
          <p:cNvSpPr txBox="1"/>
          <p:nvPr/>
        </p:nvSpPr>
        <p:spPr>
          <a:xfrm>
            <a:off x="850392" y="148132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</a:t>
            </a:r>
            <a:endParaRPr lang="en-US" sz="1300" dirty="0"/>
          </a:p>
        </p:txBody>
      </p:sp>
      <p:sp>
        <p:nvSpPr>
          <p:cNvPr id="5" name="c-0.75-0-t"/>
          <p:cNvSpPr txBox="1"/>
          <p:nvPr/>
        </p:nvSpPr>
        <p:spPr>
          <a:xfrm>
            <a:off x="1636776" y="148132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말씀이신 예수, 자녀 되는 권세, 성육신, 세례요한</a:t>
            </a:r>
            <a:endParaRPr lang="en-US" sz="1150" dirty="0"/>
          </a:p>
        </p:txBody>
      </p:sp>
      <p:sp>
        <p:nvSpPr>
          <p:cNvPr id="6" name="c-0.75-1"/>
          <p:cNvSpPr/>
          <p:nvPr/>
        </p:nvSpPr>
        <p:spPr>
          <a:xfrm>
            <a:off x="685800" y="1911096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7" name="c-0.75-1-n"/>
          <p:cNvSpPr txBox="1"/>
          <p:nvPr/>
        </p:nvSpPr>
        <p:spPr>
          <a:xfrm>
            <a:off x="850392" y="191109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</a:t>
            </a:r>
            <a:endParaRPr lang="en-US" sz="1300" dirty="0"/>
          </a:p>
        </p:txBody>
      </p:sp>
      <p:sp>
        <p:nvSpPr>
          <p:cNvPr id="8" name="c-0.75-1-t"/>
          <p:cNvSpPr txBox="1"/>
          <p:nvPr/>
        </p:nvSpPr>
        <p:spPr>
          <a:xfrm>
            <a:off x="1636776" y="191109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포도주 (가나) · 성전 청결</a:t>
            </a:r>
            <a:endParaRPr lang="en-US" sz="1150" dirty="0"/>
          </a:p>
        </p:txBody>
      </p:sp>
      <p:sp>
        <p:nvSpPr>
          <p:cNvPr id="9" name="c-0.75-2"/>
          <p:cNvSpPr/>
          <p:nvPr/>
        </p:nvSpPr>
        <p:spPr>
          <a:xfrm>
            <a:off x="685800" y="2340864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0" name="c-0.75-2-n"/>
          <p:cNvSpPr txBox="1"/>
          <p:nvPr/>
        </p:nvSpPr>
        <p:spPr>
          <a:xfrm>
            <a:off x="850392" y="23408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3장</a:t>
            </a:r>
            <a:endParaRPr lang="en-US" sz="1300" dirty="0"/>
          </a:p>
        </p:txBody>
      </p:sp>
      <p:sp>
        <p:nvSpPr>
          <p:cNvPr id="11" name="c-0.75-2-t"/>
          <p:cNvSpPr txBox="1"/>
          <p:nvPr/>
        </p:nvSpPr>
        <p:spPr>
          <a:xfrm>
            <a:off x="1636776" y="2340864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니고데모 — 거듭남</a:t>
            </a:r>
            <a:endParaRPr lang="en-US" sz="1150" dirty="0"/>
          </a:p>
        </p:txBody>
      </p:sp>
      <p:sp>
        <p:nvSpPr>
          <p:cNvPr id="12" name="c-0.75-3"/>
          <p:cNvSpPr/>
          <p:nvPr/>
        </p:nvSpPr>
        <p:spPr>
          <a:xfrm>
            <a:off x="685800" y="2770632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3" name="c-0.75-3-n"/>
          <p:cNvSpPr txBox="1"/>
          <p:nvPr/>
        </p:nvSpPr>
        <p:spPr>
          <a:xfrm>
            <a:off x="850392" y="27706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</a:t>
            </a:r>
            <a:endParaRPr lang="en-US" sz="1300" dirty="0"/>
          </a:p>
        </p:txBody>
      </p:sp>
      <p:sp>
        <p:nvSpPr>
          <p:cNvPr id="14" name="c-0.75-3-t"/>
          <p:cNvSpPr txBox="1"/>
          <p:nvPr/>
        </p:nvSpPr>
        <p:spPr>
          <a:xfrm>
            <a:off x="1636776" y="2770632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사마리아 여인 — 참된 예배 · 왕의 신하 아들</a:t>
            </a:r>
            <a:endParaRPr lang="en-US" sz="1150" dirty="0"/>
          </a:p>
        </p:txBody>
      </p:sp>
      <p:sp>
        <p:nvSpPr>
          <p:cNvPr id="15" name="c-0.75-4"/>
          <p:cNvSpPr/>
          <p:nvPr/>
        </p:nvSpPr>
        <p:spPr>
          <a:xfrm>
            <a:off x="685800" y="3200400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c-0.75-4-n"/>
          <p:cNvSpPr txBox="1"/>
          <p:nvPr/>
        </p:nvSpPr>
        <p:spPr>
          <a:xfrm>
            <a:off x="850392" y="320040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5장</a:t>
            </a:r>
            <a:endParaRPr lang="en-US" sz="1300" dirty="0"/>
          </a:p>
        </p:txBody>
      </p:sp>
      <p:sp>
        <p:nvSpPr>
          <p:cNvPr id="17" name="c-0.75-4-t"/>
          <p:cNvSpPr txBox="1"/>
          <p:nvPr/>
        </p:nvSpPr>
        <p:spPr>
          <a:xfrm>
            <a:off x="1636776" y="3200400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38년 된 병자 (베데스다) · 아버지와 아들</a:t>
            </a:r>
            <a:endParaRPr lang="en-US" sz="1150" dirty="0"/>
          </a:p>
        </p:txBody>
      </p:sp>
      <p:sp>
        <p:nvSpPr>
          <p:cNvPr id="18" name="c-0.75-5"/>
          <p:cNvSpPr/>
          <p:nvPr/>
        </p:nvSpPr>
        <p:spPr>
          <a:xfrm>
            <a:off x="685800" y="3630168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19" name="c-0.75-5-n"/>
          <p:cNvSpPr txBox="1"/>
          <p:nvPr/>
        </p:nvSpPr>
        <p:spPr>
          <a:xfrm>
            <a:off x="850392" y="3630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</a:t>
            </a:r>
            <a:endParaRPr lang="en-US" sz="1300" dirty="0"/>
          </a:p>
        </p:txBody>
      </p:sp>
      <p:sp>
        <p:nvSpPr>
          <p:cNvPr id="20" name="c-0.75-5-t"/>
          <p:cNvSpPr txBox="1"/>
          <p:nvPr/>
        </p:nvSpPr>
        <p:spPr>
          <a:xfrm>
            <a:off x="1636776" y="363016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오병이어 · 물 위를 걸으심 · 생명의 떡</a:t>
            </a:r>
            <a:endParaRPr lang="en-US" sz="1150" dirty="0"/>
          </a:p>
        </p:txBody>
      </p:sp>
      <p:sp>
        <p:nvSpPr>
          <p:cNvPr id="21" name="c-0.75-6"/>
          <p:cNvSpPr/>
          <p:nvPr/>
        </p:nvSpPr>
        <p:spPr>
          <a:xfrm>
            <a:off x="685800" y="4059936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2" name="c-0.75-6-n"/>
          <p:cNvSpPr txBox="1"/>
          <p:nvPr/>
        </p:nvSpPr>
        <p:spPr>
          <a:xfrm>
            <a:off x="850392" y="40599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</a:t>
            </a:r>
            <a:endParaRPr lang="en-US" sz="1300" dirty="0"/>
          </a:p>
        </p:txBody>
      </p:sp>
      <p:sp>
        <p:nvSpPr>
          <p:cNvPr id="23" name="c-0.75-6-t"/>
          <p:cNvSpPr txBox="1"/>
          <p:nvPr/>
        </p:nvSpPr>
        <p:spPr>
          <a:xfrm>
            <a:off x="1636776" y="405993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초막절 · 배에서 생수의 강이 흘러나리라</a:t>
            </a:r>
            <a:endParaRPr lang="en-US" sz="1150" dirty="0"/>
          </a:p>
        </p:txBody>
      </p:sp>
      <p:sp>
        <p:nvSpPr>
          <p:cNvPr id="24" name="c-0.75-7"/>
          <p:cNvSpPr/>
          <p:nvPr/>
        </p:nvSpPr>
        <p:spPr>
          <a:xfrm>
            <a:off x="685800" y="4489704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25" name="c-0.75-7-n"/>
          <p:cNvSpPr txBox="1"/>
          <p:nvPr/>
        </p:nvSpPr>
        <p:spPr>
          <a:xfrm>
            <a:off x="850392" y="448970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8장</a:t>
            </a:r>
            <a:endParaRPr lang="en-US" sz="1300" dirty="0"/>
          </a:p>
        </p:txBody>
      </p:sp>
      <p:sp>
        <p:nvSpPr>
          <p:cNvPr id="26" name="c-0.75-7-t"/>
          <p:cNvSpPr txBox="1"/>
          <p:nvPr/>
        </p:nvSpPr>
        <p:spPr>
          <a:xfrm>
            <a:off x="1636776" y="4489704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간음한 여인 · 세상의 빛 · 진리가 자유케 함</a:t>
            </a:r>
            <a:endParaRPr lang="en-US" sz="1150" dirty="0"/>
          </a:p>
        </p:txBody>
      </p:sp>
      <p:sp>
        <p:nvSpPr>
          <p:cNvPr id="27" name="c-0.75-8"/>
          <p:cNvSpPr/>
          <p:nvPr/>
        </p:nvSpPr>
        <p:spPr>
          <a:xfrm>
            <a:off x="685800" y="4919472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8" name="c-0.75-8-n"/>
          <p:cNvSpPr txBox="1"/>
          <p:nvPr/>
        </p:nvSpPr>
        <p:spPr>
          <a:xfrm>
            <a:off x="850392" y="49194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9장</a:t>
            </a:r>
            <a:endParaRPr lang="en-US" sz="1300" dirty="0"/>
          </a:p>
        </p:txBody>
      </p:sp>
      <p:sp>
        <p:nvSpPr>
          <p:cNvPr id="29" name="c-0.75-8-t"/>
          <p:cNvSpPr txBox="1"/>
          <p:nvPr/>
        </p:nvSpPr>
        <p:spPr>
          <a:xfrm>
            <a:off x="1636776" y="4919472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실로암에서 소경을 고치심 · 출교</a:t>
            </a:r>
            <a:endParaRPr lang="en-US" sz="1150" dirty="0"/>
          </a:p>
        </p:txBody>
      </p:sp>
      <p:sp>
        <p:nvSpPr>
          <p:cNvPr id="30" name="c-0.75-9"/>
          <p:cNvSpPr/>
          <p:nvPr/>
        </p:nvSpPr>
        <p:spPr>
          <a:xfrm>
            <a:off x="685800" y="5349240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31" name="c-0.75-9-n"/>
          <p:cNvSpPr txBox="1"/>
          <p:nvPr/>
        </p:nvSpPr>
        <p:spPr>
          <a:xfrm>
            <a:off x="850392" y="53492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</a:t>
            </a:r>
            <a:endParaRPr lang="en-US" sz="1300" dirty="0"/>
          </a:p>
        </p:txBody>
      </p:sp>
      <p:sp>
        <p:nvSpPr>
          <p:cNvPr id="32" name="c-0.75-9-t"/>
          <p:cNvSpPr txBox="1"/>
          <p:nvPr/>
        </p:nvSpPr>
        <p:spPr>
          <a:xfrm>
            <a:off x="1636776" y="5349240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양의 문 · 선한 목자 · 나와 아버지는 하나</a:t>
            </a:r>
            <a:endParaRPr lang="en-US" sz="1150" dirty="0"/>
          </a:p>
        </p:txBody>
      </p:sp>
      <p:sp>
        <p:nvSpPr>
          <p:cNvPr id="33" name="c-0.75-10"/>
          <p:cNvSpPr/>
          <p:nvPr/>
        </p:nvSpPr>
        <p:spPr>
          <a:xfrm>
            <a:off x="685800" y="5779008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4" name="c-0.75-10-n"/>
          <p:cNvSpPr txBox="1"/>
          <p:nvPr/>
        </p:nvSpPr>
        <p:spPr>
          <a:xfrm>
            <a:off x="850392" y="577900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11장</a:t>
            </a:r>
            <a:endParaRPr lang="en-US" sz="1300" dirty="0"/>
          </a:p>
        </p:txBody>
      </p:sp>
      <p:sp>
        <p:nvSpPr>
          <p:cNvPr id="35" name="c-0.75-10-t"/>
          <p:cNvSpPr txBox="1"/>
          <p:nvPr/>
        </p:nvSpPr>
        <p:spPr>
          <a:xfrm>
            <a:off x="1636776" y="577900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나사로를 살리심 · 부활이요 생명 · 죽이려 모의</a:t>
            </a:r>
            <a:endParaRPr lang="en-US" sz="1150" dirty="0"/>
          </a:p>
        </p:txBody>
      </p:sp>
      <p:sp>
        <p:nvSpPr>
          <p:cNvPr id="36" name="c-7.08-0"/>
          <p:cNvSpPr/>
          <p:nvPr/>
        </p:nvSpPr>
        <p:spPr>
          <a:xfrm>
            <a:off x="6473952" y="1481328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7" name="c-7.08-0-n"/>
          <p:cNvSpPr txBox="1"/>
          <p:nvPr/>
        </p:nvSpPr>
        <p:spPr>
          <a:xfrm>
            <a:off x="6638544" y="148132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12장</a:t>
            </a:r>
            <a:endParaRPr lang="en-US" sz="1300" dirty="0"/>
          </a:p>
        </p:txBody>
      </p:sp>
      <p:sp>
        <p:nvSpPr>
          <p:cNvPr id="38" name="c-7.08-0-t"/>
          <p:cNvSpPr txBox="1"/>
          <p:nvPr/>
        </p:nvSpPr>
        <p:spPr>
          <a:xfrm>
            <a:off x="7424928" y="148132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향유 부은 여인 · 예루살렘 입성 · 인자의 들림</a:t>
            </a:r>
            <a:endParaRPr lang="en-US" sz="1150" dirty="0"/>
          </a:p>
        </p:txBody>
      </p:sp>
      <p:sp>
        <p:nvSpPr>
          <p:cNvPr id="39" name="c-7.08-1"/>
          <p:cNvSpPr/>
          <p:nvPr/>
        </p:nvSpPr>
        <p:spPr>
          <a:xfrm>
            <a:off x="6473952" y="1911096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40" name="c-7.08-1-n"/>
          <p:cNvSpPr txBox="1"/>
          <p:nvPr/>
        </p:nvSpPr>
        <p:spPr>
          <a:xfrm>
            <a:off x="6638544" y="191109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13장</a:t>
            </a:r>
            <a:endParaRPr lang="en-US" sz="1300" dirty="0"/>
          </a:p>
        </p:txBody>
      </p:sp>
      <p:sp>
        <p:nvSpPr>
          <p:cNvPr id="41" name="c-7.08-1-t"/>
          <p:cNvSpPr txBox="1"/>
          <p:nvPr/>
        </p:nvSpPr>
        <p:spPr>
          <a:xfrm>
            <a:off x="7424928" y="191109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세족식 · 유다와 베드로 · 다락방 강화 · 새 계명</a:t>
            </a:r>
            <a:endParaRPr lang="en-US" sz="1150" dirty="0"/>
          </a:p>
        </p:txBody>
      </p:sp>
      <p:sp>
        <p:nvSpPr>
          <p:cNvPr id="42" name="c-7.08-2"/>
          <p:cNvSpPr/>
          <p:nvPr/>
        </p:nvSpPr>
        <p:spPr>
          <a:xfrm>
            <a:off x="6473952" y="2340864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3" name="c-7.08-2-n"/>
          <p:cNvSpPr txBox="1"/>
          <p:nvPr/>
        </p:nvSpPr>
        <p:spPr>
          <a:xfrm>
            <a:off x="6638544" y="23408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14장</a:t>
            </a:r>
            <a:endParaRPr lang="en-US" sz="1300" dirty="0"/>
          </a:p>
        </p:txBody>
      </p:sp>
      <p:sp>
        <p:nvSpPr>
          <p:cNvPr id="44" name="c-7.08-2-t"/>
          <p:cNvSpPr txBox="1"/>
          <p:nvPr/>
        </p:nvSpPr>
        <p:spPr>
          <a:xfrm>
            <a:off x="7424928" y="2340864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· 진리 · 생명 / 빌립의 질문 / 보혜사 약속</a:t>
            </a:r>
            <a:endParaRPr lang="en-US" sz="1150" dirty="0"/>
          </a:p>
        </p:txBody>
      </p:sp>
      <p:sp>
        <p:nvSpPr>
          <p:cNvPr id="45" name="c-7.08-3"/>
          <p:cNvSpPr/>
          <p:nvPr/>
        </p:nvSpPr>
        <p:spPr>
          <a:xfrm>
            <a:off x="6473952" y="2770632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46" name="c-7.08-3-n"/>
          <p:cNvSpPr txBox="1"/>
          <p:nvPr/>
        </p:nvSpPr>
        <p:spPr>
          <a:xfrm>
            <a:off x="6638544" y="277063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15장</a:t>
            </a:r>
            <a:endParaRPr lang="en-US" sz="1300" dirty="0"/>
          </a:p>
        </p:txBody>
      </p:sp>
      <p:sp>
        <p:nvSpPr>
          <p:cNvPr id="47" name="c-7.08-3-t"/>
          <p:cNvSpPr txBox="1"/>
          <p:nvPr/>
        </p:nvSpPr>
        <p:spPr>
          <a:xfrm>
            <a:off x="7424928" y="2770632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 포도나무 · 친구를 위해 목숨을 버림</a:t>
            </a:r>
            <a:endParaRPr lang="en-US" sz="1150" dirty="0"/>
          </a:p>
        </p:txBody>
      </p:sp>
      <p:sp>
        <p:nvSpPr>
          <p:cNvPr id="48" name="c-7.08-4"/>
          <p:cNvSpPr/>
          <p:nvPr/>
        </p:nvSpPr>
        <p:spPr>
          <a:xfrm>
            <a:off x="6473952" y="3200400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49" name="c-7.08-4-n"/>
          <p:cNvSpPr txBox="1"/>
          <p:nvPr/>
        </p:nvSpPr>
        <p:spPr>
          <a:xfrm>
            <a:off x="6638544" y="320040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16장</a:t>
            </a:r>
            <a:endParaRPr lang="en-US" sz="1300" dirty="0"/>
          </a:p>
        </p:txBody>
      </p:sp>
      <p:sp>
        <p:nvSpPr>
          <p:cNvPr id="50" name="c-7.08-4-t"/>
          <p:cNvSpPr txBox="1"/>
          <p:nvPr/>
        </p:nvSpPr>
        <p:spPr>
          <a:xfrm>
            <a:off x="7424928" y="3200400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성령의 일 · 내가 세상을 이기었노라</a:t>
            </a:r>
            <a:endParaRPr lang="en-US" sz="1150" dirty="0"/>
          </a:p>
        </p:txBody>
      </p:sp>
      <p:sp>
        <p:nvSpPr>
          <p:cNvPr id="51" name="c-7.08-5"/>
          <p:cNvSpPr/>
          <p:nvPr/>
        </p:nvSpPr>
        <p:spPr>
          <a:xfrm>
            <a:off x="6473952" y="3630168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52" name="c-7.08-5-n"/>
          <p:cNvSpPr txBox="1"/>
          <p:nvPr/>
        </p:nvSpPr>
        <p:spPr>
          <a:xfrm>
            <a:off x="6638544" y="3630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17장</a:t>
            </a:r>
            <a:endParaRPr lang="en-US" sz="1300" dirty="0"/>
          </a:p>
        </p:txBody>
      </p:sp>
      <p:sp>
        <p:nvSpPr>
          <p:cNvPr id="53" name="c-7.08-5-t"/>
          <p:cNvSpPr txBox="1"/>
          <p:nvPr/>
        </p:nvSpPr>
        <p:spPr>
          <a:xfrm>
            <a:off x="7424928" y="363016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대제사장적 기도 — 영화롭게 / 하나 되게 / 지키심</a:t>
            </a:r>
            <a:endParaRPr lang="en-US" sz="1150" dirty="0"/>
          </a:p>
        </p:txBody>
      </p:sp>
      <p:sp>
        <p:nvSpPr>
          <p:cNvPr id="54" name="c-7.08-6"/>
          <p:cNvSpPr/>
          <p:nvPr/>
        </p:nvSpPr>
        <p:spPr>
          <a:xfrm>
            <a:off x="6473952" y="4059936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5" name="c-7.08-6-n"/>
          <p:cNvSpPr txBox="1"/>
          <p:nvPr/>
        </p:nvSpPr>
        <p:spPr>
          <a:xfrm>
            <a:off x="6638544" y="40599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18장</a:t>
            </a:r>
            <a:endParaRPr lang="en-US" sz="1300" dirty="0"/>
          </a:p>
        </p:txBody>
      </p:sp>
      <p:sp>
        <p:nvSpPr>
          <p:cNvPr id="56" name="c-7.08-6-t"/>
          <p:cNvSpPr txBox="1"/>
          <p:nvPr/>
        </p:nvSpPr>
        <p:spPr>
          <a:xfrm>
            <a:off x="7424928" y="405993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동산에서 잡히심 · 베드로의 부인 · 빌라도 심문</a:t>
            </a:r>
            <a:endParaRPr lang="en-US" sz="1150" dirty="0"/>
          </a:p>
        </p:txBody>
      </p:sp>
      <p:sp>
        <p:nvSpPr>
          <p:cNvPr id="57" name="c-7.08-7"/>
          <p:cNvSpPr/>
          <p:nvPr/>
        </p:nvSpPr>
        <p:spPr>
          <a:xfrm>
            <a:off x="6473952" y="4489704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58" name="c-7.08-7-n"/>
          <p:cNvSpPr txBox="1"/>
          <p:nvPr/>
        </p:nvSpPr>
        <p:spPr>
          <a:xfrm>
            <a:off x="6638544" y="448970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19장</a:t>
            </a:r>
            <a:endParaRPr lang="en-US" sz="1300" dirty="0"/>
          </a:p>
        </p:txBody>
      </p:sp>
      <p:sp>
        <p:nvSpPr>
          <p:cNvPr id="59" name="c-7.08-7-t"/>
          <p:cNvSpPr txBox="1"/>
          <p:nvPr/>
        </p:nvSpPr>
        <p:spPr>
          <a:xfrm>
            <a:off x="7424928" y="4489704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십자가 · 제비뽑음 · “다 이루었다” · 장례</a:t>
            </a:r>
            <a:endParaRPr lang="en-US" sz="1150" dirty="0"/>
          </a:p>
        </p:txBody>
      </p:sp>
      <p:sp>
        <p:nvSpPr>
          <p:cNvPr id="60" name="c-7.08-8"/>
          <p:cNvSpPr/>
          <p:nvPr/>
        </p:nvSpPr>
        <p:spPr>
          <a:xfrm>
            <a:off x="6473952" y="4919472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1" name="c-7.08-8-n"/>
          <p:cNvSpPr txBox="1"/>
          <p:nvPr/>
        </p:nvSpPr>
        <p:spPr>
          <a:xfrm>
            <a:off x="6638544" y="49194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20장</a:t>
            </a:r>
            <a:endParaRPr lang="en-US" sz="1300" dirty="0"/>
          </a:p>
        </p:txBody>
      </p:sp>
      <p:sp>
        <p:nvSpPr>
          <p:cNvPr id="62" name="c-7.08-8-t"/>
          <p:cNvSpPr txBox="1"/>
          <p:nvPr/>
        </p:nvSpPr>
        <p:spPr>
          <a:xfrm>
            <a:off x="7424928" y="4919472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무덤 · 막달라 마리아 · 도마의 고백 · 기록목적</a:t>
            </a:r>
            <a:endParaRPr lang="en-US" sz="1150" dirty="0"/>
          </a:p>
        </p:txBody>
      </p:sp>
      <p:sp>
        <p:nvSpPr>
          <p:cNvPr id="63" name="c-7.08-9"/>
          <p:cNvSpPr/>
          <p:nvPr/>
        </p:nvSpPr>
        <p:spPr>
          <a:xfrm>
            <a:off x="6473952" y="5349240"/>
            <a:ext cx="557784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EDF1F4"/>
            </a:solidFill>
            <a:prstDash val="solid"/>
          </a:ln>
        </p:spPr>
      </p:sp>
      <p:sp>
        <p:nvSpPr>
          <p:cNvPr id="64" name="c-7.08-9-n"/>
          <p:cNvSpPr txBox="1"/>
          <p:nvPr/>
        </p:nvSpPr>
        <p:spPr>
          <a:xfrm>
            <a:off x="6638544" y="534924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21장</a:t>
            </a:r>
            <a:endParaRPr lang="en-US" sz="1300" dirty="0"/>
          </a:p>
        </p:txBody>
      </p:sp>
      <p:sp>
        <p:nvSpPr>
          <p:cNvPr id="65" name="c-7.08-9-t"/>
          <p:cNvSpPr txBox="1"/>
          <p:nvPr/>
        </p:nvSpPr>
        <p:spPr>
          <a:xfrm>
            <a:off x="7424928" y="5349240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디베랴 호수 · 153마리 · 네가 나를 사랑하느냐</a:t>
            </a:r>
            <a:endParaRPr lang="en-US" sz="1150" dirty="0"/>
          </a:p>
        </p:txBody>
      </p:sp>
      <p:sp>
        <p:nvSpPr>
          <p:cNvPr id="66" name="note"/>
          <p:cNvSpPr txBox="1"/>
          <p:nvPr/>
        </p:nvSpPr>
        <p:spPr>
          <a:xfrm>
            <a:off x="685800" y="58338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13~17장(다락방 강화) 다섯 장이 ‘2~3시간’을 다룹니다</a:t>
            </a:r>
            <a:endParaRPr lang="en-US" sz="1250" dirty="0"/>
          </a:p>
        </p:txBody>
      </p:sp>
      <p:sp>
        <p:nvSpPr>
          <p:cNvPr id="67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 특수자료, 그리고 암기 보드</a:t>
            </a:r>
            <a:endParaRPr lang="en-US" sz="3200" dirty="0"/>
          </a:p>
        </p:txBody>
      </p:sp>
      <p:sp>
        <p:nvSpPr>
          <p:cNvPr id="3" name="subhead-badge"/>
          <p:cNvSpPr/>
          <p:nvPr/>
        </p:nvSpPr>
        <p:spPr>
          <a:xfrm>
            <a:off x="685800" y="1435608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subhead-badge-text"/>
          <p:cNvSpPr txBox="1"/>
          <p:nvPr/>
        </p:nvSpPr>
        <p:spPr>
          <a:xfrm>
            <a:off x="685800" y="1435608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</a:t>
            </a:r>
            <a:endParaRPr lang="en-US" sz="1300" dirty="0"/>
          </a:p>
        </p:txBody>
      </p:sp>
      <p:sp>
        <p:nvSpPr>
          <p:cNvPr id="5" name="subhead-text"/>
          <p:cNvSpPr txBox="1"/>
          <p:nvPr/>
        </p:nvSpPr>
        <p:spPr>
          <a:xfrm>
            <a:off x="1353312" y="1426464"/>
            <a:ext cx="10152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공관복음에 없는 열한 가지</a:t>
            </a:r>
            <a:endParaRPr lang="en-US" sz="1900" dirty="0"/>
          </a:p>
        </p:txBody>
      </p:sp>
      <p:sp>
        <p:nvSpPr>
          <p:cNvPr id="6" name="card-0"/>
          <p:cNvSpPr/>
          <p:nvPr/>
        </p:nvSpPr>
        <p:spPr>
          <a:xfrm>
            <a:off x="685800" y="1865376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badge"/>
          <p:cNvSpPr/>
          <p:nvPr/>
        </p:nvSpPr>
        <p:spPr>
          <a:xfrm>
            <a:off x="804672" y="1984248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card-0-badge-text"/>
          <p:cNvSpPr txBox="1"/>
          <p:nvPr/>
        </p:nvSpPr>
        <p:spPr>
          <a:xfrm>
            <a:off x="804672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en-US" sz="1000" dirty="0"/>
          </a:p>
        </p:txBody>
      </p:sp>
      <p:sp>
        <p:nvSpPr>
          <p:cNvPr id="9" name="card-0-head"/>
          <p:cNvSpPr txBox="1"/>
          <p:nvPr/>
        </p:nvSpPr>
        <p:spPr>
          <a:xfrm>
            <a:off x="804672" y="2404872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가나 혼인잔치</a:t>
            </a:r>
            <a:endParaRPr lang="en-US" sz="1250" dirty="0"/>
          </a:p>
        </p:txBody>
      </p:sp>
      <p:sp>
        <p:nvSpPr>
          <p:cNvPr id="10" name="card-0-body"/>
          <p:cNvSpPr txBox="1"/>
          <p:nvPr/>
        </p:nvSpPr>
        <p:spPr>
          <a:xfrm>
            <a:off x="804672" y="2678049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</a:t>
            </a:r>
            <a:endParaRPr lang="en-US" sz="1100" dirty="0"/>
          </a:p>
        </p:txBody>
      </p:sp>
      <p:sp>
        <p:nvSpPr>
          <p:cNvPr id="11" name="card-1"/>
          <p:cNvSpPr/>
          <p:nvPr/>
        </p:nvSpPr>
        <p:spPr>
          <a:xfrm>
            <a:off x="2528773" y="1865376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2" name="card-1-badge"/>
          <p:cNvSpPr/>
          <p:nvPr/>
        </p:nvSpPr>
        <p:spPr>
          <a:xfrm>
            <a:off x="2647645" y="1984248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card-1-badge-text"/>
          <p:cNvSpPr txBox="1"/>
          <p:nvPr/>
        </p:nvSpPr>
        <p:spPr>
          <a:xfrm>
            <a:off x="2647645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</a:t>
            </a:r>
            <a:endParaRPr lang="en-US" sz="1000" dirty="0"/>
          </a:p>
        </p:txBody>
      </p:sp>
      <p:sp>
        <p:nvSpPr>
          <p:cNvPr id="14" name="card-1-head"/>
          <p:cNvSpPr txBox="1"/>
          <p:nvPr/>
        </p:nvSpPr>
        <p:spPr>
          <a:xfrm>
            <a:off x="2647645" y="2404872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니고데모</a:t>
            </a:r>
            <a:endParaRPr lang="en-US" sz="1250" dirty="0"/>
          </a:p>
        </p:txBody>
      </p:sp>
      <p:sp>
        <p:nvSpPr>
          <p:cNvPr id="15" name="card-1-body"/>
          <p:cNvSpPr txBox="1"/>
          <p:nvPr/>
        </p:nvSpPr>
        <p:spPr>
          <a:xfrm>
            <a:off x="2647645" y="2678049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7 · 19장</a:t>
            </a:r>
            <a:endParaRPr lang="en-US" sz="1100" dirty="0"/>
          </a:p>
        </p:txBody>
      </p:sp>
      <p:sp>
        <p:nvSpPr>
          <p:cNvPr id="16" name="card-2"/>
          <p:cNvSpPr/>
          <p:nvPr/>
        </p:nvSpPr>
        <p:spPr>
          <a:xfrm>
            <a:off x="4371746" y="1865376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2-badge"/>
          <p:cNvSpPr/>
          <p:nvPr/>
        </p:nvSpPr>
        <p:spPr>
          <a:xfrm>
            <a:off x="4490618" y="1984248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card-2-badge-text"/>
          <p:cNvSpPr txBox="1"/>
          <p:nvPr/>
        </p:nvSpPr>
        <p:spPr>
          <a:xfrm>
            <a:off x="4490618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000" dirty="0"/>
          </a:p>
        </p:txBody>
      </p:sp>
      <p:sp>
        <p:nvSpPr>
          <p:cNvPr id="19" name="card-2-head"/>
          <p:cNvSpPr txBox="1"/>
          <p:nvPr/>
        </p:nvSpPr>
        <p:spPr>
          <a:xfrm>
            <a:off x="4490618" y="2404872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수가성 여인</a:t>
            </a:r>
            <a:endParaRPr lang="en-US" sz="1250" dirty="0"/>
          </a:p>
        </p:txBody>
      </p:sp>
      <p:sp>
        <p:nvSpPr>
          <p:cNvPr id="20" name="card-2-body"/>
          <p:cNvSpPr txBox="1"/>
          <p:nvPr/>
        </p:nvSpPr>
        <p:spPr>
          <a:xfrm>
            <a:off x="4490618" y="2678049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</a:t>
            </a:r>
            <a:endParaRPr lang="en-US" sz="1100" dirty="0"/>
          </a:p>
        </p:txBody>
      </p:sp>
      <p:sp>
        <p:nvSpPr>
          <p:cNvPr id="21" name="card-3"/>
          <p:cNvSpPr/>
          <p:nvPr/>
        </p:nvSpPr>
        <p:spPr>
          <a:xfrm>
            <a:off x="6214720" y="1865376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2" name="card-3-badge"/>
          <p:cNvSpPr/>
          <p:nvPr/>
        </p:nvSpPr>
        <p:spPr>
          <a:xfrm>
            <a:off x="6333592" y="1984248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card-3-badge-text"/>
          <p:cNvSpPr txBox="1"/>
          <p:nvPr/>
        </p:nvSpPr>
        <p:spPr>
          <a:xfrm>
            <a:off x="6333592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</a:t>
            </a:r>
            <a:endParaRPr lang="en-US" sz="1000" dirty="0"/>
          </a:p>
        </p:txBody>
      </p:sp>
      <p:sp>
        <p:nvSpPr>
          <p:cNvPr id="24" name="card-3-head"/>
          <p:cNvSpPr txBox="1"/>
          <p:nvPr/>
        </p:nvSpPr>
        <p:spPr>
          <a:xfrm>
            <a:off x="6333592" y="2404872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베데스다 병자</a:t>
            </a:r>
            <a:endParaRPr lang="en-US" sz="1250" dirty="0"/>
          </a:p>
        </p:txBody>
      </p:sp>
      <p:sp>
        <p:nvSpPr>
          <p:cNvPr id="25" name="card-3-body"/>
          <p:cNvSpPr txBox="1"/>
          <p:nvPr/>
        </p:nvSpPr>
        <p:spPr>
          <a:xfrm>
            <a:off x="6333592" y="2678049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5장</a:t>
            </a:r>
            <a:endParaRPr lang="en-US" sz="1100" dirty="0"/>
          </a:p>
        </p:txBody>
      </p:sp>
      <p:sp>
        <p:nvSpPr>
          <p:cNvPr id="26" name="card-4"/>
          <p:cNvSpPr/>
          <p:nvPr/>
        </p:nvSpPr>
        <p:spPr>
          <a:xfrm>
            <a:off x="8057693" y="1865376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7" name="card-4-badge"/>
          <p:cNvSpPr/>
          <p:nvPr/>
        </p:nvSpPr>
        <p:spPr>
          <a:xfrm>
            <a:off x="8176565" y="1984248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card-4-badge-text"/>
          <p:cNvSpPr txBox="1"/>
          <p:nvPr/>
        </p:nvSpPr>
        <p:spPr>
          <a:xfrm>
            <a:off x="8176565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</a:t>
            </a:r>
            <a:endParaRPr lang="en-US" sz="1000" dirty="0"/>
          </a:p>
        </p:txBody>
      </p:sp>
      <p:sp>
        <p:nvSpPr>
          <p:cNvPr id="29" name="card-4-head"/>
          <p:cNvSpPr txBox="1"/>
          <p:nvPr/>
        </p:nvSpPr>
        <p:spPr>
          <a:xfrm>
            <a:off x="8176565" y="2404872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초막절</a:t>
            </a:r>
            <a:endParaRPr lang="en-US" sz="1250" dirty="0"/>
          </a:p>
        </p:txBody>
      </p:sp>
      <p:sp>
        <p:nvSpPr>
          <p:cNvPr id="30" name="card-4-body"/>
          <p:cNvSpPr txBox="1"/>
          <p:nvPr/>
        </p:nvSpPr>
        <p:spPr>
          <a:xfrm>
            <a:off x="8176565" y="2678049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</a:t>
            </a:r>
            <a:endParaRPr lang="en-US" sz="1100" dirty="0"/>
          </a:p>
        </p:txBody>
      </p:sp>
      <p:sp>
        <p:nvSpPr>
          <p:cNvPr id="31" name="card-5"/>
          <p:cNvSpPr/>
          <p:nvPr/>
        </p:nvSpPr>
        <p:spPr>
          <a:xfrm>
            <a:off x="9900666" y="1865376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2" name="card-5-badge"/>
          <p:cNvSpPr/>
          <p:nvPr/>
        </p:nvSpPr>
        <p:spPr>
          <a:xfrm>
            <a:off x="10019538" y="1984248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card-5-badge-text"/>
          <p:cNvSpPr txBox="1"/>
          <p:nvPr/>
        </p:nvSpPr>
        <p:spPr>
          <a:xfrm>
            <a:off x="10019538" y="19842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</a:t>
            </a:r>
            <a:endParaRPr lang="en-US" sz="1000" dirty="0"/>
          </a:p>
        </p:txBody>
      </p:sp>
      <p:sp>
        <p:nvSpPr>
          <p:cNvPr id="34" name="card-5-head"/>
          <p:cNvSpPr txBox="1"/>
          <p:nvPr/>
        </p:nvSpPr>
        <p:spPr>
          <a:xfrm>
            <a:off x="10019538" y="2404872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간음한 여인</a:t>
            </a:r>
            <a:endParaRPr lang="en-US" sz="1250" dirty="0"/>
          </a:p>
        </p:txBody>
      </p:sp>
      <p:sp>
        <p:nvSpPr>
          <p:cNvPr id="35" name="card-5-body"/>
          <p:cNvSpPr txBox="1"/>
          <p:nvPr/>
        </p:nvSpPr>
        <p:spPr>
          <a:xfrm>
            <a:off x="10019538" y="2678049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8장</a:t>
            </a:r>
            <a:endParaRPr lang="en-US" sz="1100" dirty="0"/>
          </a:p>
        </p:txBody>
      </p:sp>
      <p:sp>
        <p:nvSpPr>
          <p:cNvPr id="36" name="card-6"/>
          <p:cNvSpPr/>
          <p:nvPr/>
        </p:nvSpPr>
        <p:spPr>
          <a:xfrm>
            <a:off x="685800" y="3209544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7" name="card-6-badge"/>
          <p:cNvSpPr/>
          <p:nvPr/>
        </p:nvSpPr>
        <p:spPr>
          <a:xfrm>
            <a:off x="804672" y="3328416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8" name="card-6-badge-text"/>
          <p:cNvSpPr txBox="1"/>
          <p:nvPr/>
        </p:nvSpPr>
        <p:spPr>
          <a:xfrm>
            <a:off x="804672" y="33284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</a:t>
            </a:r>
            <a:endParaRPr lang="en-US" sz="1000" dirty="0"/>
          </a:p>
        </p:txBody>
      </p:sp>
      <p:sp>
        <p:nvSpPr>
          <p:cNvPr id="39" name="card-6-head"/>
          <p:cNvSpPr txBox="1"/>
          <p:nvPr/>
        </p:nvSpPr>
        <p:spPr>
          <a:xfrm>
            <a:off x="804672" y="3749040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실로암 맹인</a:t>
            </a:r>
            <a:endParaRPr lang="en-US" sz="1250" dirty="0"/>
          </a:p>
        </p:txBody>
      </p:sp>
      <p:sp>
        <p:nvSpPr>
          <p:cNvPr id="40" name="card-6-body"/>
          <p:cNvSpPr txBox="1"/>
          <p:nvPr/>
        </p:nvSpPr>
        <p:spPr>
          <a:xfrm>
            <a:off x="804672" y="4022217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9장</a:t>
            </a:r>
            <a:endParaRPr lang="en-US" sz="1100" dirty="0"/>
          </a:p>
        </p:txBody>
      </p:sp>
      <p:sp>
        <p:nvSpPr>
          <p:cNvPr id="41" name="card-7"/>
          <p:cNvSpPr/>
          <p:nvPr/>
        </p:nvSpPr>
        <p:spPr>
          <a:xfrm>
            <a:off x="2528773" y="3209544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2" name="card-7-badge"/>
          <p:cNvSpPr/>
          <p:nvPr/>
        </p:nvSpPr>
        <p:spPr>
          <a:xfrm>
            <a:off x="2647645" y="3328416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3" name="card-7-badge-text"/>
          <p:cNvSpPr txBox="1"/>
          <p:nvPr/>
        </p:nvSpPr>
        <p:spPr>
          <a:xfrm>
            <a:off x="2647645" y="33284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en-US" sz="1000" dirty="0"/>
          </a:p>
        </p:txBody>
      </p:sp>
      <p:sp>
        <p:nvSpPr>
          <p:cNvPr id="44" name="card-7-head"/>
          <p:cNvSpPr txBox="1"/>
          <p:nvPr/>
        </p:nvSpPr>
        <p:spPr>
          <a:xfrm>
            <a:off x="2647645" y="3749040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나사로 살림</a:t>
            </a:r>
            <a:endParaRPr lang="en-US" sz="1250" dirty="0"/>
          </a:p>
        </p:txBody>
      </p:sp>
      <p:sp>
        <p:nvSpPr>
          <p:cNvPr id="45" name="card-7-body"/>
          <p:cNvSpPr txBox="1"/>
          <p:nvPr/>
        </p:nvSpPr>
        <p:spPr>
          <a:xfrm>
            <a:off x="2647645" y="4022217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11장</a:t>
            </a:r>
            <a:endParaRPr lang="en-US" sz="1100" dirty="0"/>
          </a:p>
        </p:txBody>
      </p:sp>
      <p:sp>
        <p:nvSpPr>
          <p:cNvPr id="46" name="card-8"/>
          <p:cNvSpPr/>
          <p:nvPr/>
        </p:nvSpPr>
        <p:spPr>
          <a:xfrm>
            <a:off x="4371746" y="3209544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7" name="card-8-badge"/>
          <p:cNvSpPr/>
          <p:nvPr/>
        </p:nvSpPr>
        <p:spPr>
          <a:xfrm>
            <a:off x="4490618" y="3328416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8" name="card-8-badge-text"/>
          <p:cNvSpPr txBox="1"/>
          <p:nvPr/>
        </p:nvSpPr>
        <p:spPr>
          <a:xfrm>
            <a:off x="4490618" y="33284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</a:t>
            </a:r>
            <a:endParaRPr lang="en-US" sz="1000" dirty="0"/>
          </a:p>
        </p:txBody>
      </p:sp>
      <p:sp>
        <p:nvSpPr>
          <p:cNvPr id="49" name="card-8-head"/>
          <p:cNvSpPr txBox="1"/>
          <p:nvPr/>
        </p:nvSpPr>
        <p:spPr>
          <a:xfrm>
            <a:off x="4490618" y="3749040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세족식</a:t>
            </a:r>
            <a:endParaRPr lang="en-US" sz="1250" dirty="0"/>
          </a:p>
        </p:txBody>
      </p:sp>
      <p:sp>
        <p:nvSpPr>
          <p:cNvPr id="50" name="card-8-body"/>
          <p:cNvSpPr txBox="1"/>
          <p:nvPr/>
        </p:nvSpPr>
        <p:spPr>
          <a:xfrm>
            <a:off x="4490618" y="4022217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13장</a:t>
            </a:r>
            <a:endParaRPr lang="en-US" sz="1100" dirty="0"/>
          </a:p>
        </p:txBody>
      </p:sp>
      <p:sp>
        <p:nvSpPr>
          <p:cNvPr id="51" name="card-9"/>
          <p:cNvSpPr/>
          <p:nvPr/>
        </p:nvSpPr>
        <p:spPr>
          <a:xfrm>
            <a:off x="6214720" y="3209544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2" name="card-9-badge"/>
          <p:cNvSpPr/>
          <p:nvPr/>
        </p:nvSpPr>
        <p:spPr>
          <a:xfrm>
            <a:off x="6333592" y="3328416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3" name="card-9-badge-text"/>
          <p:cNvSpPr txBox="1"/>
          <p:nvPr/>
        </p:nvSpPr>
        <p:spPr>
          <a:xfrm>
            <a:off x="6333592" y="33284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</a:t>
            </a:r>
            <a:endParaRPr lang="en-US" sz="1000" dirty="0"/>
          </a:p>
        </p:txBody>
      </p:sp>
      <p:sp>
        <p:nvSpPr>
          <p:cNvPr id="54" name="card-9-head"/>
          <p:cNvSpPr txBox="1"/>
          <p:nvPr/>
        </p:nvSpPr>
        <p:spPr>
          <a:xfrm>
            <a:off x="6333592" y="3749040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보혜사</a:t>
            </a:r>
            <a:endParaRPr lang="en-US" sz="1250" dirty="0"/>
          </a:p>
        </p:txBody>
      </p:sp>
      <p:sp>
        <p:nvSpPr>
          <p:cNvPr id="55" name="card-9-body"/>
          <p:cNvSpPr txBox="1"/>
          <p:nvPr/>
        </p:nvSpPr>
        <p:spPr>
          <a:xfrm>
            <a:off x="6333592" y="4022217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14~16장</a:t>
            </a:r>
            <a:endParaRPr lang="en-US" sz="1100" dirty="0"/>
          </a:p>
        </p:txBody>
      </p:sp>
      <p:sp>
        <p:nvSpPr>
          <p:cNvPr id="56" name="card-10"/>
          <p:cNvSpPr/>
          <p:nvPr/>
        </p:nvSpPr>
        <p:spPr>
          <a:xfrm>
            <a:off x="8057693" y="3209544"/>
            <a:ext cx="1605229" cy="1106424"/>
          </a:xfrm>
          <a:prstGeom prst="roundRect">
            <a:avLst>
              <a:gd name="adj" fmla="val 49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7" name="card-10-badge"/>
          <p:cNvSpPr/>
          <p:nvPr/>
        </p:nvSpPr>
        <p:spPr>
          <a:xfrm>
            <a:off x="8176565" y="3328416"/>
            <a:ext cx="320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8" name="card-10-badge-text"/>
          <p:cNvSpPr txBox="1"/>
          <p:nvPr/>
        </p:nvSpPr>
        <p:spPr>
          <a:xfrm>
            <a:off x="8176565" y="33284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000" dirty="0"/>
          </a:p>
        </p:txBody>
      </p:sp>
      <p:sp>
        <p:nvSpPr>
          <p:cNvPr id="59" name="card-10-head"/>
          <p:cNvSpPr txBox="1"/>
          <p:nvPr/>
        </p:nvSpPr>
        <p:spPr>
          <a:xfrm>
            <a:off x="8176565" y="3749040"/>
            <a:ext cx="1367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대제사장 기도</a:t>
            </a:r>
            <a:endParaRPr lang="en-US" sz="1250" dirty="0"/>
          </a:p>
        </p:txBody>
      </p:sp>
      <p:sp>
        <p:nvSpPr>
          <p:cNvPr id="60" name="card-10-body"/>
          <p:cNvSpPr txBox="1"/>
          <p:nvPr/>
        </p:nvSpPr>
        <p:spPr>
          <a:xfrm>
            <a:off x="8176565" y="4022217"/>
            <a:ext cx="1367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17장</a:t>
            </a:r>
            <a:endParaRPr lang="en-US" sz="1100" dirty="0"/>
          </a:p>
        </p:txBody>
      </p:sp>
      <p:sp>
        <p:nvSpPr>
          <p:cNvPr id="61" name="subhead-badge"/>
          <p:cNvSpPr/>
          <p:nvPr/>
        </p:nvSpPr>
        <p:spPr>
          <a:xfrm>
            <a:off x="685800" y="4416552"/>
            <a:ext cx="539496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2" name="subhead-badge-text"/>
          <p:cNvSpPr txBox="1"/>
          <p:nvPr/>
        </p:nvSpPr>
        <p:spPr>
          <a:xfrm>
            <a:off x="685800" y="4416552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암기</a:t>
            </a:r>
            <a:endParaRPr lang="en-US" sz="1300" dirty="0"/>
          </a:p>
        </p:txBody>
      </p:sp>
      <p:sp>
        <p:nvSpPr>
          <p:cNvPr id="63" name="subhead-text"/>
          <p:cNvSpPr txBox="1"/>
          <p:nvPr/>
        </p:nvSpPr>
        <p:spPr>
          <a:xfrm>
            <a:off x="1353312" y="4407408"/>
            <a:ext cx="10152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가져갈 두문자</a:t>
            </a:r>
            <a:endParaRPr lang="en-US" sz="1900" dirty="0"/>
          </a:p>
        </p:txBody>
      </p:sp>
      <p:sp>
        <p:nvSpPr>
          <p:cNvPr id="64" name="memo-0"/>
          <p:cNvSpPr/>
          <p:nvPr/>
        </p:nvSpPr>
        <p:spPr>
          <a:xfrm>
            <a:off x="685800" y="4809744"/>
            <a:ext cx="10820095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65" name="memo-0-k"/>
          <p:cNvSpPr txBox="1"/>
          <p:nvPr/>
        </p:nvSpPr>
        <p:spPr>
          <a:xfrm>
            <a:off x="923544" y="48097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표적</a:t>
            </a:r>
            <a:endParaRPr lang="en-US" sz="1300" dirty="0"/>
          </a:p>
        </p:txBody>
      </p:sp>
      <p:sp>
        <p:nvSpPr>
          <p:cNvPr id="66" name="memo-0-v"/>
          <p:cNvSpPr txBox="1"/>
          <p:nvPr/>
        </p:nvSpPr>
        <p:spPr>
          <a:xfrm>
            <a:off x="3246120" y="48097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왕 베 오 물 실 나</a:t>
            </a:r>
            <a:endParaRPr lang="en-US" sz="1500" dirty="0"/>
          </a:p>
        </p:txBody>
      </p:sp>
      <p:sp>
        <p:nvSpPr>
          <p:cNvPr id="67" name="memo-1"/>
          <p:cNvSpPr/>
          <p:nvPr/>
        </p:nvSpPr>
        <p:spPr>
          <a:xfrm>
            <a:off x="685800" y="5193792"/>
            <a:ext cx="10820095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68" name="memo-1-k"/>
          <p:cNvSpPr txBox="1"/>
          <p:nvPr/>
        </p:nvSpPr>
        <p:spPr>
          <a:xfrm>
            <a:off x="923544" y="5193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자기선언</a:t>
            </a:r>
            <a:endParaRPr lang="en-US" sz="1300" dirty="0"/>
          </a:p>
        </p:txBody>
      </p:sp>
      <p:sp>
        <p:nvSpPr>
          <p:cNvPr id="69" name="memo-1-v"/>
          <p:cNvSpPr txBox="1"/>
          <p:nvPr/>
        </p:nvSpPr>
        <p:spPr>
          <a:xfrm>
            <a:off x="3246120" y="51937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 세 양 선 부 길 참</a:t>
            </a:r>
            <a:endParaRPr lang="en-US" sz="1500" dirty="0"/>
          </a:p>
        </p:txBody>
      </p:sp>
      <p:sp>
        <p:nvSpPr>
          <p:cNvPr id="70" name="memo-2"/>
          <p:cNvSpPr/>
          <p:nvPr/>
        </p:nvSpPr>
        <p:spPr>
          <a:xfrm>
            <a:off x="685800" y="5577840"/>
            <a:ext cx="10820095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71" name="memo-2-k"/>
          <p:cNvSpPr txBox="1"/>
          <p:nvPr/>
        </p:nvSpPr>
        <p:spPr>
          <a:xfrm>
            <a:off x="923544" y="5577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1~12장 사건</a:t>
            </a:r>
            <a:endParaRPr lang="en-US" sz="1300" dirty="0"/>
          </a:p>
        </p:txBody>
      </p:sp>
      <p:sp>
        <p:nvSpPr>
          <p:cNvPr id="72" name="memo-2-v"/>
          <p:cNvSpPr txBox="1"/>
          <p:nvPr/>
        </p:nvSpPr>
        <p:spPr>
          <a:xfrm>
            <a:off x="3246120" y="5577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니 수 베 / 오 초 간 / 실 양 나 마</a:t>
            </a:r>
            <a:endParaRPr lang="en-US" sz="1500" dirty="0"/>
          </a:p>
        </p:txBody>
      </p:sp>
      <p:sp>
        <p:nvSpPr>
          <p:cNvPr id="73" name="memo-3"/>
          <p:cNvSpPr/>
          <p:nvPr/>
        </p:nvSpPr>
        <p:spPr>
          <a:xfrm>
            <a:off x="685800" y="5961888"/>
            <a:ext cx="10820095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</p:sp>
      <p:sp>
        <p:nvSpPr>
          <p:cNvPr id="74" name="memo-3-k"/>
          <p:cNvSpPr txBox="1"/>
          <p:nvPr/>
        </p:nvSpPr>
        <p:spPr>
          <a:xfrm>
            <a:off x="923544" y="5961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 특수자료</a:t>
            </a:r>
            <a:endParaRPr lang="en-US" sz="1300" dirty="0"/>
          </a:p>
        </p:txBody>
      </p:sp>
      <p:sp>
        <p:nvSpPr>
          <p:cNvPr id="75" name="memo-3-v"/>
          <p:cNvSpPr txBox="1"/>
          <p:nvPr/>
        </p:nvSpPr>
        <p:spPr>
          <a:xfrm>
            <a:off x="3246120" y="59618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니 수 베 / 초 간 실 나 / 세 보 대</a:t>
            </a:r>
            <a:endParaRPr lang="en-US" sz="1500" dirty="0"/>
          </a:p>
        </p:txBody>
      </p:sp>
      <p:sp>
        <p:nvSpPr>
          <p:cNvPr id="77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60120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312724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제1과  영광을 만나기 위한 준비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206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~1:18   ·   예수님은 누구신가에 대한 설명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학습 개요</a:t>
            </a:r>
            <a:endParaRPr lang="en-US" sz="3200" dirty="0"/>
          </a:p>
        </p:txBody>
      </p:sp>
      <p:sp>
        <p:nvSpPr>
          <p:cNvPr id="3" name="cmp-0"/>
          <p:cNvSpPr/>
          <p:nvPr/>
        </p:nvSpPr>
        <p:spPr>
          <a:xfrm>
            <a:off x="685800" y="1481328"/>
            <a:ext cx="5272888" cy="4663440"/>
          </a:xfrm>
          <a:prstGeom prst="roundRect">
            <a:avLst>
              <a:gd name="adj" fmla="val 11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mp-0-head"/>
          <p:cNvSpPr txBox="1"/>
          <p:nvPr/>
        </p:nvSpPr>
        <p:spPr>
          <a:xfrm>
            <a:off x="960120" y="1719072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예수님에 대한 증언인 요한복음</a:t>
            </a:r>
            <a:endParaRPr lang="en-US" sz="2000" dirty="0"/>
          </a:p>
        </p:txBody>
      </p:sp>
      <p:sp>
        <p:nvSpPr>
          <p:cNvPr id="5" name="cmp-0-items"/>
          <p:cNvSpPr txBox="1"/>
          <p:nvPr/>
        </p:nvSpPr>
        <p:spPr>
          <a:xfrm>
            <a:off x="960120" y="2304288"/>
            <a:ext cx="472424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사도 요한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복음서의 저자는 누구인가 (질문 1~5)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나. 요한과 예수님의 만남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포기하고 따름 (질문 6~8)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요한의 변화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모난 성품이 예수님의 성품으로 (질문 9)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라. 요한의 증언으로서의 요한복음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목격한 사실 (질문 10~12)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마. 요한의 사역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부활을 증거함 (질문 13~17)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바. 기록목적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예수를 믿고 생명을 얻게 함 (질문 18~21)</a:t>
            </a:r>
            <a:endParaRPr lang="en-US" sz="1400" dirty="0"/>
          </a:p>
        </p:txBody>
      </p:sp>
      <p:sp>
        <p:nvSpPr>
          <p:cNvPr id="6" name="cmp-1"/>
          <p:cNvSpPr/>
          <p:nvPr/>
        </p:nvSpPr>
        <p:spPr>
          <a:xfrm>
            <a:off x="6233008" y="1481328"/>
            <a:ext cx="5272888" cy="4663440"/>
          </a:xfrm>
          <a:prstGeom prst="roundRect">
            <a:avLst>
              <a:gd name="adj" fmla="val 117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mp-1-head"/>
          <p:cNvSpPr txBox="1"/>
          <p:nvPr/>
        </p:nvSpPr>
        <p:spPr>
          <a:xfrm>
            <a:off x="6507328" y="1719072"/>
            <a:ext cx="4724248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하나님에 대한 증언이신 예수님 (1:1~18)</a:t>
            </a:r>
            <a:endParaRPr lang="en-US" sz="2000" dirty="0"/>
          </a:p>
        </p:txBody>
      </p:sp>
      <p:sp>
        <p:nvSpPr>
          <p:cNvPr id="8" name="cmp-1-items"/>
          <p:cNvSpPr txBox="1"/>
          <p:nvPr/>
        </p:nvSpPr>
        <p:spPr>
          <a:xfrm>
            <a:off x="6507328" y="2513584"/>
            <a:ext cx="4724248" cy="350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창조주이신 예수님 (1:1~3)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예수님은 말씀 · 말씀으로 창조 (질문 22~28)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나. 인도자이신 예수님 (1:4~13)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어둠에 비침 (질문 29~35)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하나님이신 예수님 (1:14~18)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성육신 · 은혜 · 삼위일체 하나님 (질문 36~41)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요한을 알고 → 그가 증언한 예수님을 만난다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질문</a:t>
            </a:r>
            <a:endParaRPr lang="en-US" sz="14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“예수님은 누구신가” — 1과는 이 한 질문에 답한다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사도 요한 — 저자는 누구인가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1~5</a:t>
            </a:r>
            <a:endParaRPr lang="en-US" sz="1400" dirty="0"/>
          </a:p>
        </p:txBody>
      </p:sp>
      <p:sp>
        <p:nvSpPr>
          <p:cNvPr id="4" name="scripture-text"/>
          <p:cNvSpPr txBox="1"/>
          <p:nvPr/>
        </p:nvSpPr>
        <p:spPr>
          <a:xfrm>
            <a:off x="685800" y="1481328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7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일을 증언하고 이것을 기록한 제자가 이 사람이라 우리는 그의 증언이 참된 줄 아노라”</a:t>
            </a:r>
            <a:endParaRPr lang="en-US" sz="1700" dirty="0"/>
          </a:p>
        </p:txBody>
      </p:sp>
      <p:sp>
        <p:nvSpPr>
          <p:cNvPr id="5" name="scripture-ref"/>
          <p:cNvSpPr txBox="1"/>
          <p:nvPr/>
        </p:nvSpPr>
        <p:spPr>
          <a:xfrm>
            <a:off x="685800" y="2816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21:24  ·  cf. 21:20 “예수께서 사랑하시던 그 제자”</a:t>
            </a:r>
            <a:endParaRPr lang="en-US" sz="1500" dirty="0"/>
          </a:p>
        </p:txBody>
      </p:sp>
      <p:sp>
        <p:nvSpPr>
          <p:cNvPr id="6" name="card-0"/>
          <p:cNvSpPr/>
          <p:nvPr/>
        </p:nvSpPr>
        <p:spPr>
          <a:xfrm>
            <a:off x="6766560" y="1481328"/>
            <a:ext cx="4736592" cy="1737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badge"/>
          <p:cNvSpPr/>
          <p:nvPr/>
        </p:nvSpPr>
        <p:spPr>
          <a:xfrm>
            <a:off x="7004304" y="17190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ard-0-badge-text"/>
          <p:cNvSpPr txBox="1"/>
          <p:nvPr/>
        </p:nvSpPr>
        <p:spPr>
          <a:xfrm>
            <a:off x="700430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card-0-head"/>
          <p:cNvSpPr txBox="1"/>
          <p:nvPr/>
        </p:nvSpPr>
        <p:spPr>
          <a:xfrm>
            <a:off x="7004304" y="2249424"/>
            <a:ext cx="4261104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저자는 이름을 끝까지 밝히지 않는다</a:t>
            </a:r>
            <a:endParaRPr lang="en-US" sz="1550" dirty="0"/>
          </a:p>
        </p:txBody>
      </p:sp>
      <p:sp>
        <p:nvSpPr>
          <p:cNvPr id="10" name="card-0-body"/>
          <p:cNvSpPr txBox="1"/>
          <p:nvPr/>
        </p:nvSpPr>
        <p:spPr>
          <a:xfrm>
            <a:off x="7004304" y="2570607"/>
            <a:ext cx="4261104" cy="410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‘예수께서 사랑하시던 제자’라고만 표현한다.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본문에 이름이 나오는 제자는 저자가 될 수 없다.</a:t>
            </a:r>
            <a:endParaRPr lang="en-US" sz="1300" dirty="0"/>
          </a:p>
        </p:txBody>
      </p:sp>
      <p:sp>
        <p:nvSpPr>
          <p:cNvPr id="11" name="subhead-badge"/>
          <p:cNvSpPr/>
          <p:nvPr/>
        </p:nvSpPr>
        <p:spPr>
          <a:xfrm>
            <a:off x="685800" y="3374136"/>
            <a:ext cx="717804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subhead-badge-text"/>
          <p:cNvSpPr txBox="1"/>
          <p:nvPr/>
        </p:nvSpPr>
        <p:spPr>
          <a:xfrm>
            <a:off x="685800" y="3374136"/>
            <a:ext cx="7178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소거법</a:t>
            </a:r>
            <a:endParaRPr lang="en-US" sz="1300" dirty="0"/>
          </a:p>
        </p:txBody>
      </p:sp>
      <p:sp>
        <p:nvSpPr>
          <p:cNvPr id="13" name="subhead-text"/>
          <p:cNvSpPr txBox="1"/>
          <p:nvPr/>
        </p:nvSpPr>
        <p:spPr>
          <a:xfrm>
            <a:off x="1531620" y="3364992"/>
            <a:ext cx="99742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단계로 좁혀 들어간다</a:t>
            </a:r>
            <a:endParaRPr lang="en-US" sz="1900" dirty="0"/>
          </a:p>
        </p:txBody>
      </p:sp>
      <p:sp>
        <p:nvSpPr>
          <p:cNvPr id="14" name="flow-0"/>
          <p:cNvSpPr/>
          <p:nvPr/>
        </p:nvSpPr>
        <p:spPr>
          <a:xfrm>
            <a:off x="685800" y="3803904"/>
            <a:ext cx="1856781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flow-0-head"/>
          <p:cNvSpPr txBox="1"/>
          <p:nvPr/>
        </p:nvSpPr>
        <p:spPr>
          <a:xfrm>
            <a:off x="832104" y="3986784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열두 제자</a:t>
            </a:r>
            <a:endParaRPr lang="en-US" sz="1500" dirty="0"/>
          </a:p>
        </p:txBody>
      </p:sp>
      <p:sp>
        <p:nvSpPr>
          <p:cNvPr id="16" name="flow-0-body"/>
          <p:cNvSpPr txBox="1"/>
          <p:nvPr/>
        </p:nvSpPr>
        <p:spPr>
          <a:xfrm>
            <a:off x="813816" y="4407408"/>
            <a:ext cx="160074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12명</a:t>
            </a:r>
            <a:endParaRPr lang="en-US" sz="1200" dirty="0"/>
          </a:p>
        </p:txBody>
      </p:sp>
      <p:sp>
        <p:nvSpPr>
          <p:cNvPr id="17" name="flow-0-arrow"/>
          <p:cNvSpPr txBox="1"/>
          <p:nvPr/>
        </p:nvSpPr>
        <p:spPr>
          <a:xfrm>
            <a:off x="2542581" y="43891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flow-1"/>
          <p:cNvSpPr/>
          <p:nvPr/>
        </p:nvSpPr>
        <p:spPr>
          <a:xfrm>
            <a:off x="2926629" y="3803904"/>
            <a:ext cx="1856781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flow-1-head"/>
          <p:cNvSpPr txBox="1"/>
          <p:nvPr/>
        </p:nvSpPr>
        <p:spPr>
          <a:xfrm>
            <a:off x="3072933" y="3986784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밝혀진 제자</a:t>
            </a:r>
            <a:endParaRPr lang="en-US" sz="1500" dirty="0"/>
          </a:p>
        </p:txBody>
      </p:sp>
      <p:sp>
        <p:nvSpPr>
          <p:cNvPr id="20" name="flow-1-body"/>
          <p:cNvSpPr txBox="1"/>
          <p:nvPr/>
        </p:nvSpPr>
        <p:spPr>
          <a:xfrm>
            <a:off x="3054645" y="4407408"/>
            <a:ext cx="160074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빌립 · 베드로 · 안드레</a:t>
            </a:r>
            <a:endParaRPr lang="en-US" sz="1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도마 · 유다 · 가룟 유다</a:t>
            </a:r>
            <a:endParaRPr lang="en-US" sz="1200" dirty="0"/>
          </a:p>
        </p:txBody>
      </p:sp>
      <p:sp>
        <p:nvSpPr>
          <p:cNvPr id="21" name="flow-1-arrow"/>
          <p:cNvSpPr txBox="1"/>
          <p:nvPr/>
        </p:nvSpPr>
        <p:spPr>
          <a:xfrm>
            <a:off x="4783409" y="43891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22" name="flow-2"/>
          <p:cNvSpPr/>
          <p:nvPr/>
        </p:nvSpPr>
        <p:spPr>
          <a:xfrm>
            <a:off x="5167457" y="3803904"/>
            <a:ext cx="1856781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3" name="flow-2-head"/>
          <p:cNvSpPr txBox="1"/>
          <p:nvPr/>
        </p:nvSpPr>
        <p:spPr>
          <a:xfrm>
            <a:off x="5313761" y="3986784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6명으로 압축</a:t>
            </a:r>
            <a:endParaRPr lang="en-US" sz="1500" dirty="0"/>
          </a:p>
        </p:txBody>
      </p:sp>
      <p:sp>
        <p:nvSpPr>
          <p:cNvPr id="24" name="flow-2-body"/>
          <p:cNvSpPr txBox="1"/>
          <p:nvPr/>
        </p:nvSpPr>
        <p:spPr>
          <a:xfrm>
            <a:off x="5295473" y="4407408"/>
            <a:ext cx="160074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야고보 · 요한 · 바돌로매</a:t>
            </a:r>
            <a:endParaRPr lang="en-US" sz="1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마태 · 야고보 · 시몬</a:t>
            </a:r>
            <a:endParaRPr lang="en-US" sz="1200" dirty="0"/>
          </a:p>
        </p:txBody>
      </p:sp>
      <p:sp>
        <p:nvSpPr>
          <p:cNvPr id="25" name="flow-2-arrow"/>
          <p:cNvSpPr txBox="1"/>
          <p:nvPr/>
        </p:nvSpPr>
        <p:spPr>
          <a:xfrm>
            <a:off x="7024238" y="43891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26" name="flow-3"/>
          <p:cNvSpPr/>
          <p:nvPr/>
        </p:nvSpPr>
        <p:spPr>
          <a:xfrm>
            <a:off x="7408286" y="3803904"/>
            <a:ext cx="1856781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7" name="flow-3-head"/>
          <p:cNvSpPr txBox="1"/>
          <p:nvPr/>
        </p:nvSpPr>
        <p:spPr>
          <a:xfrm>
            <a:off x="7554590" y="3986784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신임하신 3인</a:t>
            </a:r>
            <a:endParaRPr lang="en-US" sz="1500" dirty="0"/>
          </a:p>
        </p:txBody>
      </p:sp>
      <p:sp>
        <p:nvSpPr>
          <p:cNvPr id="28" name="flow-3-body"/>
          <p:cNvSpPr txBox="1"/>
          <p:nvPr/>
        </p:nvSpPr>
        <p:spPr>
          <a:xfrm>
            <a:off x="7536302" y="4407408"/>
            <a:ext cx="160074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베드로 · 야고보 · 요한</a:t>
            </a:r>
            <a:endParaRPr lang="en-US" sz="1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(변화산 · 겟세마네)</a:t>
            </a:r>
            <a:endParaRPr lang="en-US" sz="1200" dirty="0"/>
          </a:p>
        </p:txBody>
      </p:sp>
      <p:sp>
        <p:nvSpPr>
          <p:cNvPr id="29" name="flow-3-arrow"/>
          <p:cNvSpPr txBox="1"/>
          <p:nvPr/>
        </p:nvSpPr>
        <p:spPr>
          <a:xfrm>
            <a:off x="9265067" y="438912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30" name="flow-4"/>
          <p:cNvSpPr/>
          <p:nvPr/>
        </p:nvSpPr>
        <p:spPr>
          <a:xfrm>
            <a:off x="9649115" y="3803904"/>
            <a:ext cx="1856781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1" name="flow-4-head"/>
          <p:cNvSpPr txBox="1"/>
          <p:nvPr/>
        </p:nvSpPr>
        <p:spPr>
          <a:xfrm>
            <a:off x="9795419" y="3986784"/>
            <a:ext cx="15641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</a:t>
            </a:r>
            <a:endParaRPr lang="en-US" sz="1500" dirty="0"/>
          </a:p>
        </p:txBody>
      </p:sp>
      <p:sp>
        <p:nvSpPr>
          <p:cNvPr id="32" name="flow-4-body"/>
          <p:cNvSpPr txBox="1"/>
          <p:nvPr/>
        </p:nvSpPr>
        <p:spPr>
          <a:xfrm>
            <a:off x="9777131" y="4407408"/>
            <a:ext cx="160074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결론</a:t>
            </a:r>
            <a:endParaRPr lang="en-US" sz="1200" dirty="0"/>
          </a:p>
        </p:txBody>
      </p:sp>
      <p:sp>
        <p:nvSpPr>
          <p:cNvPr id="33" name="keyline"/>
          <p:cNvSpPr/>
          <p:nvPr/>
        </p:nvSpPr>
        <p:spPr>
          <a:xfrm>
            <a:off x="685800" y="5522976"/>
            <a:ext cx="10820095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4" name="keyline-text"/>
          <p:cNvSpPr txBox="1"/>
          <p:nvPr/>
        </p:nvSpPr>
        <p:spPr>
          <a:xfrm>
            <a:off x="960120" y="5522976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베드로 — 본서에 이름이 언급되므로 제외     /     야고보 — 일찍이 순교했으므로 제외 (행 12:2)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한 사람이 요한입니다. 이 복음서는 가장 가까이에서 예수님을 본 한 제자의 진실된 기록입니다.</a:t>
            </a:r>
            <a:endParaRPr lang="en-US" sz="15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사도 요한은 누구인가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54480"/>
            <a:ext cx="3448202" cy="1984248"/>
          </a:xfrm>
          <a:prstGeom prst="roundRect">
            <a:avLst>
              <a:gd name="adj" fmla="val 2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923544" y="1792224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923544" y="1792224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</a:t>
            </a:r>
            <a:endParaRPr lang="en-US" sz="1300" dirty="0"/>
          </a:p>
        </p:txBody>
      </p:sp>
      <p:sp>
        <p:nvSpPr>
          <p:cNvPr id="6" name="card-0-head"/>
          <p:cNvSpPr txBox="1"/>
          <p:nvPr/>
        </p:nvSpPr>
        <p:spPr>
          <a:xfrm>
            <a:off x="923544" y="232257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어부의 아들</a:t>
            </a:r>
            <a:endParaRPr lang="en-US" sz="1700" dirty="0"/>
          </a:p>
        </p:txBody>
      </p:sp>
      <p:sp>
        <p:nvSpPr>
          <p:cNvPr id="7" name="card-0-body"/>
          <p:cNvSpPr txBox="1"/>
          <p:nvPr/>
        </p:nvSpPr>
        <p:spPr>
          <a:xfrm>
            <a:off x="923544" y="2667762"/>
            <a:ext cx="2972714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아버지는 어부 세베대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어머니는 살로메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예수님의 이모 (요 19:25)</a:t>
            </a:r>
            <a:endParaRPr lang="en-US" sz="1350" dirty="0"/>
          </a:p>
        </p:txBody>
      </p:sp>
      <p:sp>
        <p:nvSpPr>
          <p:cNvPr id="8" name="card-1"/>
          <p:cNvSpPr/>
          <p:nvPr/>
        </p:nvSpPr>
        <p:spPr>
          <a:xfrm>
            <a:off x="4371746" y="1554480"/>
            <a:ext cx="3448202" cy="1984248"/>
          </a:xfrm>
          <a:prstGeom prst="roundRect">
            <a:avLst>
              <a:gd name="adj" fmla="val 2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ard-1-badge"/>
          <p:cNvSpPr/>
          <p:nvPr/>
        </p:nvSpPr>
        <p:spPr>
          <a:xfrm>
            <a:off x="4609490" y="1792224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card-1-badge-text"/>
          <p:cNvSpPr txBox="1"/>
          <p:nvPr/>
        </p:nvSpPr>
        <p:spPr>
          <a:xfrm>
            <a:off x="4609490" y="1792224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</a:t>
            </a:r>
            <a:endParaRPr lang="en-US" sz="1300" dirty="0"/>
          </a:p>
        </p:txBody>
      </p:sp>
      <p:sp>
        <p:nvSpPr>
          <p:cNvPr id="11" name="card-1-head"/>
          <p:cNvSpPr txBox="1"/>
          <p:nvPr/>
        </p:nvSpPr>
        <p:spPr>
          <a:xfrm>
            <a:off x="4609490" y="232257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야고보의 동생</a:t>
            </a:r>
            <a:endParaRPr lang="en-US" sz="1700" dirty="0"/>
          </a:p>
        </p:txBody>
      </p:sp>
      <p:sp>
        <p:nvSpPr>
          <p:cNvPr id="12" name="card-1-body"/>
          <p:cNvSpPr txBox="1"/>
          <p:nvPr/>
        </p:nvSpPr>
        <p:spPr>
          <a:xfrm>
            <a:off x="4609490" y="2667762"/>
            <a:ext cx="2972714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 야고보와 함께 부르심을 받았고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‘우레의 아들’이라 불렸다</a:t>
            </a:r>
            <a:endParaRPr lang="en-US" sz="1350" dirty="0"/>
          </a:p>
        </p:txBody>
      </p:sp>
      <p:sp>
        <p:nvSpPr>
          <p:cNvPr id="13" name="card-2"/>
          <p:cNvSpPr/>
          <p:nvPr/>
        </p:nvSpPr>
        <p:spPr>
          <a:xfrm>
            <a:off x="8057693" y="1554480"/>
            <a:ext cx="3448202" cy="1984248"/>
          </a:xfrm>
          <a:prstGeom prst="roundRect">
            <a:avLst>
              <a:gd name="adj" fmla="val 2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4" name="card-2-badge"/>
          <p:cNvSpPr/>
          <p:nvPr/>
        </p:nvSpPr>
        <p:spPr>
          <a:xfrm>
            <a:off x="8295437" y="1792224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card-2-badge-text"/>
          <p:cNvSpPr txBox="1"/>
          <p:nvPr/>
        </p:nvSpPr>
        <p:spPr>
          <a:xfrm>
            <a:off x="8295437" y="1792224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</a:t>
            </a:r>
            <a:endParaRPr lang="en-US" sz="1300" dirty="0"/>
          </a:p>
        </p:txBody>
      </p:sp>
      <p:sp>
        <p:nvSpPr>
          <p:cNvPr id="16" name="card-2-head"/>
          <p:cNvSpPr txBox="1"/>
          <p:nvPr/>
        </p:nvSpPr>
        <p:spPr>
          <a:xfrm>
            <a:off x="8295437" y="232257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세례요한의 제자</a:t>
            </a:r>
            <a:endParaRPr lang="en-US" sz="1700" dirty="0"/>
          </a:p>
        </p:txBody>
      </p:sp>
      <p:sp>
        <p:nvSpPr>
          <p:cNvPr id="17" name="card-2-body"/>
          <p:cNvSpPr txBox="1"/>
          <p:nvPr/>
        </p:nvSpPr>
        <p:spPr>
          <a:xfrm>
            <a:off x="8295437" y="2667762"/>
            <a:ext cx="2972714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1:35~40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세례요한의 증언을 듣고 따라갔다</a:t>
            </a:r>
            <a:endParaRPr lang="en-US" sz="1350" dirty="0"/>
          </a:p>
        </p:txBody>
      </p:sp>
      <p:sp>
        <p:nvSpPr>
          <p:cNvPr id="18" name="card-3"/>
          <p:cNvSpPr/>
          <p:nvPr/>
        </p:nvSpPr>
        <p:spPr>
          <a:xfrm>
            <a:off x="685800" y="3776472"/>
            <a:ext cx="3448202" cy="1984248"/>
          </a:xfrm>
          <a:prstGeom prst="roundRect">
            <a:avLst>
              <a:gd name="adj" fmla="val 2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3-badge"/>
          <p:cNvSpPr/>
          <p:nvPr/>
        </p:nvSpPr>
        <p:spPr>
          <a:xfrm>
            <a:off x="923544" y="4014216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card-3-badge-text"/>
          <p:cNvSpPr txBox="1"/>
          <p:nvPr/>
        </p:nvSpPr>
        <p:spPr>
          <a:xfrm>
            <a:off x="923544" y="4014216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맡음</a:t>
            </a:r>
            <a:endParaRPr lang="en-US" sz="1300" dirty="0"/>
          </a:p>
        </p:txBody>
      </p:sp>
      <p:sp>
        <p:nvSpPr>
          <p:cNvPr id="21" name="card-3-head"/>
          <p:cNvSpPr txBox="1"/>
          <p:nvPr/>
        </p:nvSpPr>
        <p:spPr>
          <a:xfrm>
            <a:off x="923544" y="4544568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마리아를 친어머니처럼 모심</a:t>
            </a:r>
            <a:endParaRPr lang="en-US" sz="1700" dirty="0"/>
          </a:p>
        </p:txBody>
      </p:sp>
      <p:sp>
        <p:nvSpPr>
          <p:cNvPr id="22" name="card-3-body"/>
          <p:cNvSpPr txBox="1"/>
          <p:nvPr/>
        </p:nvSpPr>
        <p:spPr>
          <a:xfrm>
            <a:off x="923544" y="4889754"/>
            <a:ext cx="2972714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19:26~27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십자가 아래 어머니를 맡기신 제자</a:t>
            </a:r>
            <a:endParaRPr lang="en-US" sz="1350" dirty="0"/>
          </a:p>
        </p:txBody>
      </p:sp>
      <p:sp>
        <p:nvSpPr>
          <p:cNvPr id="23" name="card-4"/>
          <p:cNvSpPr/>
          <p:nvPr/>
        </p:nvSpPr>
        <p:spPr>
          <a:xfrm>
            <a:off x="4371746" y="3776472"/>
            <a:ext cx="3448202" cy="1984248"/>
          </a:xfrm>
          <a:prstGeom prst="roundRect">
            <a:avLst>
              <a:gd name="adj" fmla="val 2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4" name="card-4-badge"/>
          <p:cNvSpPr/>
          <p:nvPr/>
        </p:nvSpPr>
        <p:spPr>
          <a:xfrm>
            <a:off x="4609490" y="4014216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card-4-badge-text"/>
          <p:cNvSpPr txBox="1"/>
          <p:nvPr/>
        </p:nvSpPr>
        <p:spPr>
          <a:xfrm>
            <a:off x="4609490" y="4014216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교회</a:t>
            </a:r>
            <a:endParaRPr lang="en-US" sz="1300" dirty="0"/>
          </a:p>
        </p:txBody>
      </p:sp>
      <p:sp>
        <p:nvSpPr>
          <p:cNvPr id="26" name="card-4-head"/>
          <p:cNvSpPr txBox="1"/>
          <p:nvPr/>
        </p:nvSpPr>
        <p:spPr>
          <a:xfrm>
            <a:off x="4609490" y="4544568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예루살렘 교회의 기둥</a:t>
            </a:r>
            <a:endParaRPr lang="en-US" sz="1700" dirty="0"/>
          </a:p>
        </p:txBody>
      </p:sp>
      <p:sp>
        <p:nvSpPr>
          <p:cNvPr id="27" name="card-4-body"/>
          <p:cNvSpPr txBox="1"/>
          <p:nvPr/>
        </p:nvSpPr>
        <p:spPr>
          <a:xfrm>
            <a:off x="4609490" y="4889754"/>
            <a:ext cx="2972714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 2:9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베드로와 함께 초대교회를 돌보았다</a:t>
            </a:r>
            <a:endParaRPr lang="en-US" sz="1350" dirty="0"/>
          </a:p>
        </p:txBody>
      </p:sp>
      <p:sp>
        <p:nvSpPr>
          <p:cNvPr id="28" name="card-5"/>
          <p:cNvSpPr/>
          <p:nvPr/>
        </p:nvSpPr>
        <p:spPr>
          <a:xfrm>
            <a:off x="8057693" y="3776472"/>
            <a:ext cx="3448202" cy="1984248"/>
          </a:xfrm>
          <a:prstGeom prst="roundRect">
            <a:avLst>
              <a:gd name="adj" fmla="val 276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9" name="card-5-badge"/>
          <p:cNvSpPr/>
          <p:nvPr/>
        </p:nvSpPr>
        <p:spPr>
          <a:xfrm>
            <a:off x="8295437" y="4014216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card-5-badge-text"/>
          <p:cNvSpPr txBox="1"/>
          <p:nvPr/>
        </p:nvSpPr>
        <p:spPr>
          <a:xfrm>
            <a:off x="8295437" y="4014216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1300" dirty="0"/>
          </a:p>
        </p:txBody>
      </p:sp>
      <p:sp>
        <p:nvSpPr>
          <p:cNvPr id="31" name="card-5-head"/>
          <p:cNvSpPr txBox="1"/>
          <p:nvPr/>
        </p:nvSpPr>
        <p:spPr>
          <a:xfrm>
            <a:off x="8295437" y="4544568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신약 다섯 권의 저자</a:t>
            </a:r>
            <a:endParaRPr lang="en-US" sz="1700" dirty="0"/>
          </a:p>
        </p:txBody>
      </p:sp>
      <p:sp>
        <p:nvSpPr>
          <p:cNvPr id="32" name="card-5-body"/>
          <p:cNvSpPr txBox="1"/>
          <p:nvPr/>
        </p:nvSpPr>
        <p:spPr>
          <a:xfrm>
            <a:off x="8295437" y="4889754"/>
            <a:ext cx="2972714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· 요한1·2·3서 · 요한계시록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밧모섬 유배 중 계시를 받아 기록</a:t>
            </a:r>
            <a:endParaRPr lang="en-US" sz="1350" dirty="0"/>
          </a:p>
        </p:txBody>
      </p:sp>
      <p:sp>
        <p:nvSpPr>
          <p:cNvPr id="33" name="note"/>
          <p:cNvSpPr txBox="1"/>
          <p:nvPr/>
        </p:nvSpPr>
        <p:spPr>
          <a:xfrm>
            <a:off x="685800" y="590702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요한복음을 읽는다는 것은, 예수님의 이모의 아들이자 십자가 아래 끝까지 서 있던 제자의 증언을 듣는 일입니다.</a:t>
            </a:r>
            <a:endParaRPr lang="en-US" sz="1350" dirty="0"/>
          </a:p>
        </p:txBody>
      </p:sp>
      <p:sp>
        <p:nvSpPr>
          <p:cNvPr id="34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나. 요한과 예수님의 만남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6~8</a:t>
            </a:r>
            <a:endParaRPr lang="en-US" sz="1400" dirty="0"/>
          </a:p>
        </p:txBody>
      </p:sp>
      <p:sp>
        <p:nvSpPr>
          <p:cNvPr id="4" name="scripture-text"/>
          <p:cNvSpPr txBox="1"/>
          <p:nvPr/>
        </p:nvSpPr>
        <p:spPr>
          <a:xfrm>
            <a:off x="685800" y="1499616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7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“… 예수께서 시몬에게 이르시되 무서워하지 말라 이제 후로는 네가 사람을 취하리라 하시니 그들이 모든 것을 버려 두고 예수를 따르니라”</a:t>
            </a:r>
            <a:endParaRPr lang="en-US" sz="1700" dirty="0"/>
          </a:p>
        </p:txBody>
      </p:sp>
      <p:sp>
        <p:nvSpPr>
          <p:cNvPr id="5" name="scripture-ref"/>
          <p:cNvSpPr txBox="1"/>
          <p:nvPr/>
        </p:nvSpPr>
        <p:spPr>
          <a:xfrm>
            <a:off x="6858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누가복음 5:10~11</a:t>
            </a:r>
            <a:endParaRPr lang="en-US" sz="1500" dirty="0"/>
          </a:p>
        </p:txBody>
      </p:sp>
      <p:sp>
        <p:nvSpPr>
          <p:cNvPr id="6" name="keyline"/>
          <p:cNvSpPr/>
          <p:nvPr/>
        </p:nvSpPr>
        <p:spPr>
          <a:xfrm>
            <a:off x="7269480" y="1499616"/>
            <a:ext cx="4233672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7" name="keyline-text"/>
          <p:cNvSpPr txBox="1"/>
          <p:nvPr/>
        </p:nvSpPr>
        <p:spPr>
          <a:xfrm>
            <a:off x="7543800" y="1499616"/>
            <a:ext cx="3685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만남은 소명으로,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소명은 순종과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내려놓음으로 이어집니다</a:t>
            </a:r>
            <a:endParaRPr lang="en-US" sz="2000" dirty="0"/>
          </a:p>
        </p:txBody>
      </p:sp>
      <p:sp>
        <p:nvSpPr>
          <p:cNvPr id="8" name="card-0"/>
          <p:cNvSpPr/>
          <p:nvPr/>
        </p:nvSpPr>
        <p:spPr>
          <a:xfrm>
            <a:off x="685800" y="3529584"/>
            <a:ext cx="3448202" cy="2231136"/>
          </a:xfrm>
          <a:prstGeom prst="roundRect">
            <a:avLst>
              <a:gd name="adj" fmla="val 24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ard-0-badge"/>
          <p:cNvSpPr/>
          <p:nvPr/>
        </p:nvSpPr>
        <p:spPr>
          <a:xfrm>
            <a:off x="923544" y="3767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ard-0-badge-text"/>
          <p:cNvSpPr txBox="1"/>
          <p:nvPr/>
        </p:nvSpPr>
        <p:spPr>
          <a:xfrm>
            <a:off x="923544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card-0-head"/>
          <p:cNvSpPr txBox="1"/>
          <p:nvPr/>
        </p:nvSpPr>
        <p:spPr>
          <a:xfrm>
            <a:off x="923544" y="4261104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요한에 대해 알 수 있는 것</a:t>
            </a:r>
            <a:endParaRPr lang="en-US" sz="1600" dirty="0"/>
          </a:p>
        </p:txBody>
      </p:sp>
      <p:sp>
        <p:nvSpPr>
          <p:cNvPr id="12" name="card-0-body"/>
          <p:cNvSpPr txBox="1"/>
          <p:nvPr/>
        </p:nvSpPr>
        <p:spPr>
          <a:xfrm>
            <a:off x="923544" y="4590288"/>
            <a:ext cx="297271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세베대의 아들 · 야고보의 형제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시몬 베드로의 동업자 · 직업은 어부</a:t>
            </a:r>
            <a:endParaRPr lang="en-US" sz="1350" dirty="0"/>
          </a:p>
        </p:txBody>
      </p:sp>
      <p:sp>
        <p:nvSpPr>
          <p:cNvPr id="13" name="card-1"/>
          <p:cNvSpPr/>
          <p:nvPr/>
        </p:nvSpPr>
        <p:spPr>
          <a:xfrm>
            <a:off x="4371746" y="3529584"/>
            <a:ext cx="3448202" cy="2231136"/>
          </a:xfrm>
          <a:prstGeom prst="roundRect">
            <a:avLst>
              <a:gd name="adj" fmla="val 24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4" name="card-1-badge"/>
          <p:cNvSpPr/>
          <p:nvPr/>
        </p:nvSpPr>
        <p:spPr>
          <a:xfrm>
            <a:off x="4609490" y="3767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ard-1-badge-text"/>
          <p:cNvSpPr txBox="1"/>
          <p:nvPr/>
        </p:nvSpPr>
        <p:spPr>
          <a:xfrm>
            <a:off x="460949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card-1-head"/>
          <p:cNvSpPr txBox="1"/>
          <p:nvPr/>
        </p:nvSpPr>
        <p:spPr>
          <a:xfrm>
            <a:off x="4609490" y="4261104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즉각 응답한 가장 큰 이유</a:t>
            </a:r>
            <a:endParaRPr lang="en-US" sz="1600" dirty="0"/>
          </a:p>
        </p:txBody>
      </p:sp>
      <p:sp>
        <p:nvSpPr>
          <p:cNvPr id="17" name="card-1-body"/>
          <p:cNvSpPr txBox="1"/>
          <p:nvPr/>
        </p:nvSpPr>
        <p:spPr>
          <a:xfrm>
            <a:off x="4609490" y="4590288"/>
            <a:ext cx="297271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말씀에 순종해 그물을 내렸을 때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엄청나게 많은 고기가 잡힌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능력을 직접 경험했기 때문</a:t>
            </a:r>
            <a:endParaRPr lang="en-US" sz="1350" dirty="0"/>
          </a:p>
        </p:txBody>
      </p:sp>
      <p:sp>
        <p:nvSpPr>
          <p:cNvPr id="18" name="card-2"/>
          <p:cNvSpPr/>
          <p:nvPr/>
        </p:nvSpPr>
        <p:spPr>
          <a:xfrm>
            <a:off x="8057693" y="3529584"/>
            <a:ext cx="3448202" cy="2231136"/>
          </a:xfrm>
          <a:prstGeom prst="roundRect">
            <a:avLst>
              <a:gd name="adj" fmla="val 24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2-badge"/>
          <p:cNvSpPr/>
          <p:nvPr/>
        </p:nvSpPr>
        <p:spPr>
          <a:xfrm>
            <a:off x="8295437" y="3767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ard-2-badge-text"/>
          <p:cNvSpPr txBox="1"/>
          <p:nvPr/>
        </p:nvSpPr>
        <p:spPr>
          <a:xfrm>
            <a:off x="8295437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card-2-head"/>
          <p:cNvSpPr txBox="1"/>
          <p:nvPr/>
        </p:nvSpPr>
        <p:spPr>
          <a:xfrm>
            <a:off x="8295437" y="4261104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포기한 것</a:t>
            </a:r>
            <a:endParaRPr lang="en-US" sz="1600" dirty="0"/>
          </a:p>
        </p:txBody>
      </p:sp>
      <p:sp>
        <p:nvSpPr>
          <p:cNvPr id="22" name="card-2-body"/>
          <p:cNvSpPr txBox="1"/>
          <p:nvPr/>
        </p:nvSpPr>
        <p:spPr>
          <a:xfrm>
            <a:off x="8295437" y="4590288"/>
            <a:ext cx="297271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배를 포함한 생업 전부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요한에게 그것은 삶의 근간이었다</a:t>
            </a:r>
            <a:endParaRPr lang="en-US" sz="135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· 질문 Q1 · Q2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무엇을 내려놓았는가</a:t>
            </a:r>
            <a:endParaRPr lang="en-US" sz="3800" dirty="0"/>
          </a:p>
        </p:txBody>
      </p:sp>
      <p:sp>
        <p:nvSpPr>
          <p:cNvPr id="4" name="card-0"/>
          <p:cNvSpPr/>
          <p:nvPr/>
        </p:nvSpPr>
        <p:spPr>
          <a:xfrm>
            <a:off x="685800" y="2286000"/>
            <a:ext cx="5291176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3054096"/>
            <a:ext cx="4815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믿기로 결정했을 때 가장 영향을 주었던 것은 예수님의 어떤 면이었습니까?</a:t>
            </a:r>
            <a:endParaRPr lang="en-US" sz="18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3703320"/>
            <a:ext cx="48156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그분의 인격  ·  죄를 사하시는 능력  ·  나를 향한 사랑  ·  말씀의 권위</a:t>
            </a:r>
            <a:endParaRPr lang="en-US" sz="1500" dirty="0"/>
          </a:p>
        </p:txBody>
      </p:sp>
      <p:sp>
        <p:nvSpPr>
          <p:cNvPr id="9" name="card-1"/>
          <p:cNvSpPr/>
          <p:nvPr/>
        </p:nvSpPr>
        <p:spPr>
          <a:xfrm>
            <a:off x="6214720" y="2286000"/>
            <a:ext cx="5291176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6452464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6452464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6452464" y="3054096"/>
            <a:ext cx="4815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따르기 위해 내가 포기한 것은, 또 포기해야 할 것은 무엇입니까?</a:t>
            </a:r>
            <a:endParaRPr lang="en-US" sz="1800" dirty="0"/>
          </a:p>
        </p:txBody>
      </p:sp>
      <p:sp>
        <p:nvSpPr>
          <p:cNvPr id="13" name="card-1-body"/>
          <p:cNvSpPr txBox="1"/>
          <p:nvPr/>
        </p:nvSpPr>
        <p:spPr>
          <a:xfrm>
            <a:off x="6452464" y="3703320"/>
            <a:ext cx="48156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포기할 때 걸림돌이 되는 이유는 무엇인가요?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포기한 것을 후회한 적이 있습니까? 그럴 때 예수님께서 베풀어 주신 것은 무엇이었나요?</a:t>
            </a:r>
            <a:endParaRPr lang="en-US" sz="1500" dirty="0"/>
          </a:p>
        </p:txBody>
      </p:sp>
      <p:sp>
        <p:nvSpPr>
          <p:cNvPr id="14" name="guide"/>
          <p:cNvSpPr txBox="1"/>
          <p:nvPr/>
        </p:nvSpPr>
        <p:spPr>
          <a:xfrm>
            <a:off x="685800" y="53583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조별 나눔 10분 → 전체 나눔 2명</a:t>
            </a:r>
            <a:endParaRPr lang="en-US" sz="1400" dirty="0"/>
          </a:p>
        </p:txBody>
      </p:sp>
      <p:sp>
        <p:nvSpPr>
          <p:cNvPr id="15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요한의 변화 — 변하기 전의 모습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9</a:t>
            </a:r>
            <a:endParaRPr lang="en-US" sz="1400" dirty="0"/>
          </a:p>
        </p:txBody>
      </p:sp>
      <p:sp>
        <p:nvSpPr>
          <p:cNvPr id="4" name="card-0"/>
          <p:cNvSpPr/>
          <p:nvPr/>
        </p:nvSpPr>
        <p:spPr>
          <a:xfrm>
            <a:off x="685800" y="1554480"/>
            <a:ext cx="2526716" cy="32004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322576"/>
            <a:ext cx="2051228" cy="24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 3:17  우레의 아들</a:t>
            </a:r>
            <a:endParaRPr lang="en-US" sz="155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643759"/>
            <a:ext cx="2051228" cy="1463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예수님이 야고보와 요한에게 ‘보아너게’라는 이름을 주심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그만큼 급하고 목소리가 컸다</a:t>
            </a:r>
            <a:endParaRPr lang="en-US" sz="1300" dirty="0"/>
          </a:p>
        </p:txBody>
      </p:sp>
      <p:sp>
        <p:nvSpPr>
          <p:cNvPr id="9" name="card-0-foot"/>
          <p:cNvSpPr txBox="1"/>
          <p:nvPr/>
        </p:nvSpPr>
        <p:spPr>
          <a:xfrm>
            <a:off x="923544" y="41437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급함</a:t>
            </a:r>
            <a:endParaRPr lang="en-US" sz="1200" dirty="0"/>
          </a:p>
        </p:txBody>
      </p:sp>
      <p:sp>
        <p:nvSpPr>
          <p:cNvPr id="10" name="card-1"/>
          <p:cNvSpPr/>
          <p:nvPr/>
        </p:nvSpPr>
        <p:spPr>
          <a:xfrm>
            <a:off x="3450260" y="1554480"/>
            <a:ext cx="2526716" cy="32004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1" name="card-1-badge"/>
          <p:cNvSpPr/>
          <p:nvPr/>
        </p:nvSpPr>
        <p:spPr>
          <a:xfrm>
            <a:off x="368800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card-1-badge-text"/>
          <p:cNvSpPr txBox="1"/>
          <p:nvPr/>
        </p:nvSpPr>
        <p:spPr>
          <a:xfrm>
            <a:off x="368800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card-1-head"/>
          <p:cNvSpPr txBox="1"/>
          <p:nvPr/>
        </p:nvSpPr>
        <p:spPr>
          <a:xfrm>
            <a:off x="3688004" y="2322576"/>
            <a:ext cx="2051228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 9:38~39  축사를 막다</a:t>
            </a:r>
            <a:endParaRPr lang="en-US" sz="1550" dirty="0"/>
          </a:p>
        </p:txBody>
      </p:sp>
      <p:sp>
        <p:nvSpPr>
          <p:cNvPr id="14" name="card-1-body"/>
          <p:cNvSpPr txBox="1"/>
          <p:nvPr/>
        </p:nvSpPr>
        <p:spPr>
          <a:xfrm>
            <a:off x="3688004" y="2891790"/>
            <a:ext cx="2051228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자신과 함께하지 않는 사람이 귀신을 쫓자 금지함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예수님 : “금하지 말라”</a:t>
            </a:r>
            <a:endParaRPr lang="en-US" sz="1300" dirty="0"/>
          </a:p>
        </p:txBody>
      </p:sp>
      <p:sp>
        <p:nvSpPr>
          <p:cNvPr id="15" name="card-1-foot"/>
          <p:cNvSpPr txBox="1"/>
          <p:nvPr/>
        </p:nvSpPr>
        <p:spPr>
          <a:xfrm>
            <a:off x="3688004" y="41437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배타적</a:t>
            </a:r>
            <a:endParaRPr lang="en-US" sz="1200" dirty="0"/>
          </a:p>
        </p:txBody>
      </p:sp>
      <p:sp>
        <p:nvSpPr>
          <p:cNvPr id="16" name="card-2"/>
          <p:cNvSpPr/>
          <p:nvPr/>
        </p:nvSpPr>
        <p:spPr>
          <a:xfrm>
            <a:off x="6214720" y="1554480"/>
            <a:ext cx="2526716" cy="32004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2-badge"/>
          <p:cNvSpPr/>
          <p:nvPr/>
        </p:nvSpPr>
        <p:spPr>
          <a:xfrm>
            <a:off x="645246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card-2-badge-text"/>
          <p:cNvSpPr txBox="1"/>
          <p:nvPr/>
        </p:nvSpPr>
        <p:spPr>
          <a:xfrm>
            <a:off x="645246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card-2-head"/>
          <p:cNvSpPr txBox="1"/>
          <p:nvPr/>
        </p:nvSpPr>
        <p:spPr>
          <a:xfrm>
            <a:off x="6452464" y="2322576"/>
            <a:ext cx="2051228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 10:35~41  좌우편 자리</a:t>
            </a:r>
            <a:endParaRPr lang="en-US" sz="1550" dirty="0"/>
          </a:p>
        </p:txBody>
      </p:sp>
      <p:sp>
        <p:nvSpPr>
          <p:cNvPr id="20" name="card-2-body"/>
          <p:cNvSpPr txBox="1"/>
          <p:nvPr/>
        </p:nvSpPr>
        <p:spPr>
          <a:xfrm>
            <a:off x="6452464" y="2891790"/>
            <a:ext cx="2051228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 받으실 때 좌우편에 앉기를 구함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예수님 : “내 고난에 동참해야 한다”</a:t>
            </a:r>
            <a:endParaRPr lang="en-US" sz="1300" dirty="0"/>
          </a:p>
        </p:txBody>
      </p:sp>
      <p:sp>
        <p:nvSpPr>
          <p:cNvPr id="21" name="card-2-foot"/>
          <p:cNvSpPr txBox="1"/>
          <p:nvPr/>
        </p:nvSpPr>
        <p:spPr>
          <a:xfrm>
            <a:off x="6452464" y="41437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교만 · 자기중심</a:t>
            </a:r>
            <a:endParaRPr lang="en-US" sz="1200" dirty="0"/>
          </a:p>
        </p:txBody>
      </p:sp>
      <p:sp>
        <p:nvSpPr>
          <p:cNvPr id="22" name="card-3"/>
          <p:cNvSpPr/>
          <p:nvPr/>
        </p:nvSpPr>
        <p:spPr>
          <a:xfrm>
            <a:off x="8979179" y="1554480"/>
            <a:ext cx="2526716" cy="32004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3" name="card-3-badge"/>
          <p:cNvSpPr/>
          <p:nvPr/>
        </p:nvSpPr>
        <p:spPr>
          <a:xfrm>
            <a:off x="9216923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card-3-badge-text"/>
          <p:cNvSpPr txBox="1"/>
          <p:nvPr/>
        </p:nvSpPr>
        <p:spPr>
          <a:xfrm>
            <a:off x="9216923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card-3-head"/>
          <p:cNvSpPr txBox="1"/>
          <p:nvPr/>
        </p:nvSpPr>
        <p:spPr>
          <a:xfrm>
            <a:off x="9216923" y="2322576"/>
            <a:ext cx="2051228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눅 9:52~56  불로 멸하자</a:t>
            </a:r>
            <a:endParaRPr lang="en-US" sz="1550" dirty="0"/>
          </a:p>
        </p:txBody>
      </p:sp>
      <p:sp>
        <p:nvSpPr>
          <p:cNvPr id="26" name="card-3-body"/>
          <p:cNvSpPr txBox="1"/>
          <p:nvPr/>
        </p:nvSpPr>
        <p:spPr>
          <a:xfrm>
            <a:off x="9216923" y="2891790"/>
            <a:ext cx="2051228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사마리아 마을이 출입을 막자 불을 명해 멸하려 함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예수님께서 꾸짖으심</a:t>
            </a:r>
            <a:endParaRPr lang="en-US" sz="1300" dirty="0"/>
          </a:p>
        </p:txBody>
      </p:sp>
      <p:sp>
        <p:nvSpPr>
          <p:cNvPr id="27" name="card-3-foot"/>
          <p:cNvSpPr txBox="1"/>
          <p:nvPr/>
        </p:nvSpPr>
        <p:spPr>
          <a:xfrm>
            <a:off x="9216923" y="41437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반대자에게 무자비</a:t>
            </a:r>
            <a:endParaRPr lang="en-US" sz="1200" dirty="0"/>
          </a:p>
        </p:txBody>
      </p:sp>
      <p:sp>
        <p:nvSpPr>
          <p:cNvPr id="28" name="keyline"/>
          <p:cNvSpPr/>
          <p:nvPr/>
        </p:nvSpPr>
        <p:spPr>
          <a:xfrm>
            <a:off x="685800" y="4956048"/>
            <a:ext cx="10820095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9" name="keyline-text"/>
          <p:cNvSpPr txBox="1"/>
          <p:nvPr/>
        </p:nvSpPr>
        <p:spPr>
          <a:xfrm>
            <a:off x="960120" y="4956048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부정적 : 급함 · 자기중심적 · 교만함 · 반대자에게 무자비     /     긍정적 : 적극적인 면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네 본문 모두가 예수님께 꾸중을 들은 장면입니다. 요한은 ‘완성된 사람’으로 부름받지 않았습니다.</a:t>
            </a:r>
            <a:endParaRPr lang="en-US" sz="1600" dirty="0"/>
          </a:p>
        </p:txBody>
      </p:sp>
      <p:sp>
        <p:nvSpPr>
          <p:cNvPr id="30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우레의 아들에서 사랑의 사도로</a:t>
            </a:r>
            <a:endParaRPr lang="en-US" sz="3200" dirty="0"/>
          </a:p>
        </p:txBody>
      </p:sp>
      <p:sp>
        <p:nvSpPr>
          <p:cNvPr id="3" name="cmp-0"/>
          <p:cNvSpPr/>
          <p:nvPr/>
        </p:nvSpPr>
        <p:spPr>
          <a:xfrm>
            <a:off x="685800" y="1499616"/>
            <a:ext cx="3017520" cy="34747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mp-0-head"/>
          <p:cNvSpPr txBox="1"/>
          <p:nvPr/>
        </p:nvSpPr>
        <p:spPr>
          <a:xfrm>
            <a:off x="960120" y="17373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만나기 전</a:t>
            </a:r>
            <a:endParaRPr lang="en-US" sz="2000" dirty="0"/>
          </a:p>
        </p:txBody>
      </p:sp>
      <p:sp>
        <p:nvSpPr>
          <p:cNvPr id="5" name="cmp-0-items"/>
          <p:cNvSpPr txBox="1"/>
          <p:nvPr/>
        </p:nvSpPr>
        <p:spPr>
          <a:xfrm>
            <a:off x="960120" y="2322576"/>
            <a:ext cx="24688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급하다 · 목소리가 크다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권세에 민감하다 — 좌우편에 서기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자기중심적이고 교만하다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반대자에게 무자비하다</a:t>
            </a:r>
            <a:endParaRPr lang="en-US" sz="1500" dirty="0"/>
          </a:p>
        </p:txBody>
      </p:sp>
      <p:sp>
        <p:nvSpPr>
          <p:cNvPr id="6" name="cmp-1"/>
          <p:cNvSpPr/>
          <p:nvPr/>
        </p:nvSpPr>
        <p:spPr>
          <a:xfrm>
            <a:off x="3977640" y="1499616"/>
            <a:ext cx="3017520" cy="3474720"/>
          </a:xfrm>
          <a:prstGeom prst="roundRect">
            <a:avLst>
              <a:gd name="adj" fmla="val 18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mp-1-head"/>
          <p:cNvSpPr txBox="1"/>
          <p:nvPr/>
        </p:nvSpPr>
        <p:spPr>
          <a:xfrm>
            <a:off x="4251960" y="17373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만난 후</a:t>
            </a:r>
            <a:endParaRPr lang="en-US" sz="2000" dirty="0"/>
          </a:p>
        </p:txBody>
      </p:sp>
      <p:sp>
        <p:nvSpPr>
          <p:cNvPr id="8" name="cmp-1-items"/>
          <p:cNvSpPr txBox="1"/>
          <p:nvPr/>
        </p:nvSpPr>
        <p:spPr>
          <a:xfrm>
            <a:off x="4251960" y="2322576"/>
            <a:ext cx="24688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성품을 닮아 갔다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사랑을 가장 중요하게 여겼다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‘서로 사랑하라’는 새 계명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마침내 사랑의 사도가 되었다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406640" y="1499616"/>
          <a:ext cx="4096512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keyline"/>
          <p:cNvSpPr/>
          <p:nvPr/>
        </p:nvSpPr>
        <p:spPr>
          <a:xfrm>
            <a:off x="685800" y="5084064"/>
            <a:ext cx="10820095" cy="804672"/>
          </a:xfrm>
          <a:prstGeom prst="roundRect">
            <a:avLst>
              <a:gd name="adj" fmla="val 11364"/>
            </a:avLst>
          </a:prstGeom>
          <a:solidFill>
            <a:schemeClr val="tx2"/>
          </a:solidFill>
          <a:ln/>
        </p:spPr>
      </p:sp>
      <p:sp>
        <p:nvSpPr>
          <p:cNvPr id="11" name="keyline-text"/>
          <p:cNvSpPr txBox="1"/>
          <p:nvPr/>
        </p:nvSpPr>
        <p:spPr>
          <a:xfrm>
            <a:off x="960120" y="5084064"/>
            <a:ext cx="102714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자기중심적이던 요한이 예수님과 함께 지내며 그분의 성품을 닮아 갔습니다 — 요한복음에 ‘사랑’이 51번.</a:t>
            </a:r>
            <a:endParaRPr lang="en-US" sz="1600" dirty="0"/>
          </a:p>
        </p:txBody>
      </p:sp>
      <p:sp>
        <p:nvSpPr>
          <p:cNvPr id="12" name="note"/>
          <p:cNvSpPr txBox="1"/>
          <p:nvPr/>
        </p:nvSpPr>
        <p:spPr>
          <a:xfrm>
            <a:off x="685800" y="5980176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성품은 타고나는 것이 아니라, 누구와 함께 있는지에 따라 바뀝니다.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라. 요한의 증언으로서의 요한복음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10~12</a:t>
            </a:r>
            <a:endParaRPr lang="en-US" sz="1400" dirty="0"/>
          </a:p>
        </p:txBody>
      </p:sp>
      <p:sp>
        <p:nvSpPr>
          <p:cNvPr id="4" name="card-0"/>
          <p:cNvSpPr/>
          <p:nvPr/>
        </p:nvSpPr>
        <p:spPr>
          <a:xfrm>
            <a:off x="685800" y="1536192"/>
            <a:ext cx="5291176" cy="1783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1773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304288"/>
            <a:ext cx="481568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근거한 기록인가</a:t>
            </a:r>
            <a:endParaRPr lang="en-US" sz="17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649474"/>
            <a:ext cx="481568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자신이 직접 ‘본 것’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“이를 본 자가 증언하였으니 그 증언이 참이라” (19:35)</a:t>
            </a:r>
            <a:endParaRPr lang="en-US" sz="1400" dirty="0"/>
          </a:p>
        </p:txBody>
      </p:sp>
      <p:sp>
        <p:nvSpPr>
          <p:cNvPr id="9" name="card-1"/>
          <p:cNvSpPr/>
          <p:nvPr/>
        </p:nvSpPr>
        <p:spPr>
          <a:xfrm>
            <a:off x="6214720" y="1536192"/>
            <a:ext cx="5291176" cy="1783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6452464" y="1773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645246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6452464" y="2304288"/>
            <a:ext cx="481568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진실성은 어떻게 말하는가</a:t>
            </a:r>
            <a:endParaRPr lang="en-US" sz="1700" dirty="0"/>
          </a:p>
        </p:txBody>
      </p:sp>
      <p:sp>
        <p:nvSpPr>
          <p:cNvPr id="13" name="card-1-body"/>
          <p:cNvSpPr txBox="1"/>
          <p:nvPr/>
        </p:nvSpPr>
        <p:spPr>
          <a:xfrm>
            <a:off x="6452464" y="2649474"/>
            <a:ext cx="481568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“우리는 그의 증언이 참된 줄 아노라” (21:24)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공동체가 함께 보증한다</a:t>
            </a:r>
            <a:endParaRPr lang="en-US" sz="1400" dirty="0"/>
          </a:p>
        </p:txBody>
      </p:sp>
      <p:sp>
        <p:nvSpPr>
          <p:cNvPr id="14" name="subhead-badge"/>
          <p:cNvSpPr/>
          <p:nvPr/>
        </p:nvSpPr>
        <p:spPr>
          <a:xfrm>
            <a:off x="685800" y="3465576"/>
            <a:ext cx="37545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subhead-badge-text"/>
          <p:cNvSpPr txBox="1"/>
          <p:nvPr/>
        </p:nvSpPr>
        <p:spPr>
          <a:xfrm>
            <a:off x="685800" y="3465576"/>
            <a:ext cx="3754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300" dirty="0"/>
          </a:p>
        </p:txBody>
      </p:sp>
      <p:sp>
        <p:nvSpPr>
          <p:cNvPr id="16" name="subhead-text"/>
          <p:cNvSpPr txBox="1"/>
          <p:nvPr/>
        </p:nvSpPr>
        <p:spPr>
          <a:xfrm>
            <a:off x="1189269" y="3456432"/>
            <a:ext cx="1031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요한은 결정적인 네 장면 모두에 있었다</a:t>
            </a:r>
            <a:endParaRPr lang="en-US" sz="1900" dirty="0"/>
          </a:p>
        </p:txBody>
      </p:sp>
      <p:sp>
        <p:nvSpPr>
          <p:cNvPr id="17" name="card-0"/>
          <p:cNvSpPr/>
          <p:nvPr/>
        </p:nvSpPr>
        <p:spPr>
          <a:xfrm>
            <a:off x="685800" y="3822192"/>
            <a:ext cx="2526716" cy="1700784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8" name="card-0-head"/>
          <p:cNvSpPr txBox="1"/>
          <p:nvPr/>
        </p:nvSpPr>
        <p:spPr>
          <a:xfrm>
            <a:off x="923544" y="4059936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죽음</a:t>
            </a:r>
            <a:endParaRPr lang="en-US" sz="1700" dirty="0"/>
          </a:p>
        </p:txBody>
      </p:sp>
      <p:sp>
        <p:nvSpPr>
          <p:cNvPr id="19" name="card-0-body"/>
          <p:cNvSpPr txBox="1"/>
          <p:nvPr/>
        </p:nvSpPr>
        <p:spPr>
          <a:xfrm>
            <a:off x="923544" y="4405122"/>
            <a:ext cx="20512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십자가 현장에서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어머니와 함께 목격 (19:26~27)</a:t>
            </a:r>
            <a:endParaRPr lang="en-US" sz="1350" dirty="0"/>
          </a:p>
        </p:txBody>
      </p:sp>
      <p:sp>
        <p:nvSpPr>
          <p:cNvPr id="20" name="card-1"/>
          <p:cNvSpPr/>
          <p:nvPr/>
        </p:nvSpPr>
        <p:spPr>
          <a:xfrm>
            <a:off x="3450260" y="3822192"/>
            <a:ext cx="2526716" cy="1700784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1" name="card-1-head"/>
          <p:cNvSpPr txBox="1"/>
          <p:nvPr/>
        </p:nvSpPr>
        <p:spPr>
          <a:xfrm>
            <a:off x="3688004" y="4059936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무덤</a:t>
            </a:r>
            <a:endParaRPr lang="en-US" sz="1700" dirty="0"/>
          </a:p>
        </p:txBody>
      </p:sp>
      <p:sp>
        <p:nvSpPr>
          <p:cNvPr id="22" name="card-1-body"/>
          <p:cNvSpPr txBox="1"/>
          <p:nvPr/>
        </p:nvSpPr>
        <p:spPr>
          <a:xfrm>
            <a:off x="3688004" y="4405122"/>
            <a:ext cx="20512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 소식을 듣고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빈 무덤에 도달 (20:3~8)</a:t>
            </a:r>
            <a:endParaRPr lang="en-US" sz="1350" dirty="0"/>
          </a:p>
        </p:txBody>
      </p:sp>
      <p:sp>
        <p:nvSpPr>
          <p:cNvPr id="23" name="card-2"/>
          <p:cNvSpPr/>
          <p:nvPr/>
        </p:nvSpPr>
        <p:spPr>
          <a:xfrm>
            <a:off x="6214720" y="3822192"/>
            <a:ext cx="2526716" cy="1700784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4" name="card-2-head"/>
          <p:cNvSpPr txBox="1"/>
          <p:nvPr/>
        </p:nvSpPr>
        <p:spPr>
          <a:xfrm>
            <a:off x="6452464" y="4059936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부활하신 예수님</a:t>
            </a:r>
            <a:endParaRPr lang="en-US" sz="1700" dirty="0"/>
          </a:p>
        </p:txBody>
      </p:sp>
      <p:sp>
        <p:nvSpPr>
          <p:cNvPr id="25" name="card-2-body"/>
          <p:cNvSpPr txBox="1"/>
          <p:nvPr/>
        </p:nvSpPr>
        <p:spPr>
          <a:xfrm>
            <a:off x="6452464" y="4405122"/>
            <a:ext cx="20512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부활하신 예수님을 만나고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알아본 제자 (20:19~20)</a:t>
            </a:r>
            <a:endParaRPr lang="en-US" sz="1350" dirty="0"/>
          </a:p>
        </p:txBody>
      </p:sp>
      <p:sp>
        <p:nvSpPr>
          <p:cNvPr id="26" name="card-3"/>
          <p:cNvSpPr/>
          <p:nvPr/>
        </p:nvSpPr>
        <p:spPr>
          <a:xfrm>
            <a:off x="8979179" y="3822192"/>
            <a:ext cx="2526716" cy="1700784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7" name="card-3-head"/>
          <p:cNvSpPr txBox="1"/>
          <p:nvPr/>
        </p:nvSpPr>
        <p:spPr>
          <a:xfrm>
            <a:off x="9216923" y="4059936"/>
            <a:ext cx="20512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승천</a:t>
            </a:r>
            <a:endParaRPr lang="en-US" sz="1700" dirty="0"/>
          </a:p>
        </p:txBody>
      </p:sp>
      <p:sp>
        <p:nvSpPr>
          <p:cNvPr id="28" name="card-3-body"/>
          <p:cNvSpPr txBox="1"/>
          <p:nvPr/>
        </p:nvSpPr>
        <p:spPr>
          <a:xfrm>
            <a:off x="9216923" y="4405122"/>
            <a:ext cx="20512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승천을 목격한 제자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(행 1:9~13)</a:t>
            </a:r>
            <a:endParaRPr lang="en-US" sz="1350" dirty="0"/>
          </a:p>
        </p:txBody>
      </p:sp>
      <p:sp>
        <p:nvSpPr>
          <p:cNvPr id="29" name="keyline"/>
          <p:cNvSpPr/>
          <p:nvPr/>
        </p:nvSpPr>
        <p:spPr>
          <a:xfrm>
            <a:off x="685800" y="5687568"/>
            <a:ext cx="10820095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/>
        </p:spPr>
      </p:sp>
      <p:sp>
        <p:nvSpPr>
          <p:cNvPr id="30" name="keyline-text"/>
          <p:cNvSpPr txBox="1"/>
          <p:nvPr/>
        </p:nvSpPr>
        <p:spPr>
          <a:xfrm>
            <a:off x="960120" y="5687568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요한은 예수님의 사역 초창기부터 함께하며 가장 많이 목격하고, 가장 가까이에서 섬긴 제자입니다</a:t>
            </a:r>
            <a:endParaRPr lang="en-US" sz="1600" dirty="0"/>
          </a:p>
        </p:txBody>
      </p:sp>
      <p:sp>
        <p:nvSpPr>
          <p:cNvPr id="31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마. 요한의 사역 — 무엇을 증언했는가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13~17</a:t>
            </a:r>
            <a:endParaRPr lang="en-US" sz="1400" dirty="0"/>
          </a:p>
        </p:txBody>
      </p:sp>
      <p:sp>
        <p:nvSpPr>
          <p:cNvPr id="4" name="card-0"/>
          <p:cNvSpPr/>
          <p:nvPr/>
        </p:nvSpPr>
        <p:spPr>
          <a:xfrm>
            <a:off x="685800" y="1554480"/>
            <a:ext cx="2526716" cy="283464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322576"/>
            <a:ext cx="205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증언의 주된 내용</a:t>
            </a:r>
            <a:endParaRPr lang="en-US" sz="16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651760"/>
            <a:ext cx="2051228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(행 3:11~16, 4:2)</a:t>
            </a:r>
            <a:endParaRPr lang="en-US" sz="1300" dirty="0"/>
          </a:p>
        </p:txBody>
      </p:sp>
      <p:sp>
        <p:nvSpPr>
          <p:cNvPr id="9" name="card-0-foot"/>
          <p:cNvSpPr txBox="1"/>
          <p:nvPr/>
        </p:nvSpPr>
        <p:spPr>
          <a:xfrm>
            <a:off x="923544" y="377799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베드로와 함께</a:t>
            </a:r>
            <a:endParaRPr lang="en-US" sz="1200" dirty="0"/>
          </a:p>
        </p:txBody>
      </p:sp>
      <p:sp>
        <p:nvSpPr>
          <p:cNvPr id="10" name="card-1"/>
          <p:cNvSpPr/>
          <p:nvPr/>
        </p:nvSpPr>
        <p:spPr>
          <a:xfrm>
            <a:off x="3450260" y="1554480"/>
            <a:ext cx="2526716" cy="283464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1" name="card-1-badge"/>
          <p:cNvSpPr/>
          <p:nvPr/>
        </p:nvSpPr>
        <p:spPr>
          <a:xfrm>
            <a:off x="368800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card-1-badge-text"/>
          <p:cNvSpPr txBox="1"/>
          <p:nvPr/>
        </p:nvSpPr>
        <p:spPr>
          <a:xfrm>
            <a:off x="368800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300" dirty="0"/>
          </a:p>
        </p:txBody>
      </p:sp>
      <p:sp>
        <p:nvSpPr>
          <p:cNvPr id="13" name="card-1-head"/>
          <p:cNvSpPr txBox="1"/>
          <p:nvPr/>
        </p:nvSpPr>
        <p:spPr>
          <a:xfrm>
            <a:off x="3688004" y="2322576"/>
            <a:ext cx="205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증언의 결과</a:t>
            </a:r>
            <a:endParaRPr lang="en-US" sz="1600" dirty="0"/>
          </a:p>
        </p:txBody>
      </p:sp>
      <p:sp>
        <p:nvSpPr>
          <p:cNvPr id="14" name="card-1-body"/>
          <p:cNvSpPr txBox="1"/>
          <p:nvPr/>
        </p:nvSpPr>
        <p:spPr>
          <a:xfrm>
            <a:off x="3688004" y="2651760"/>
            <a:ext cx="2051228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핍박을 받음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옥에 갇히고 심문을 당함</a:t>
            </a:r>
            <a:endParaRPr lang="en-US" sz="1300" dirty="0"/>
          </a:p>
        </p:txBody>
      </p:sp>
      <p:sp>
        <p:nvSpPr>
          <p:cNvPr id="15" name="card-1-foot"/>
          <p:cNvSpPr txBox="1"/>
          <p:nvPr/>
        </p:nvSpPr>
        <p:spPr>
          <a:xfrm>
            <a:off x="3688004" y="377799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4:1~3</a:t>
            </a:r>
            <a:endParaRPr lang="en-US" sz="1200" dirty="0"/>
          </a:p>
        </p:txBody>
      </p:sp>
      <p:sp>
        <p:nvSpPr>
          <p:cNvPr id="16" name="card-2"/>
          <p:cNvSpPr/>
          <p:nvPr/>
        </p:nvSpPr>
        <p:spPr>
          <a:xfrm>
            <a:off x="6214720" y="1554480"/>
            <a:ext cx="2526716" cy="283464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2-badge"/>
          <p:cNvSpPr/>
          <p:nvPr/>
        </p:nvSpPr>
        <p:spPr>
          <a:xfrm>
            <a:off x="645246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card-2-badge-text"/>
          <p:cNvSpPr txBox="1"/>
          <p:nvPr/>
        </p:nvSpPr>
        <p:spPr>
          <a:xfrm>
            <a:off x="645246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300" dirty="0"/>
          </a:p>
        </p:txBody>
      </p:sp>
      <p:sp>
        <p:nvSpPr>
          <p:cNvPr id="19" name="card-2-head"/>
          <p:cNvSpPr txBox="1"/>
          <p:nvPr/>
        </p:nvSpPr>
        <p:spPr>
          <a:xfrm>
            <a:off x="6452464" y="2322576"/>
            <a:ext cx="205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심문자들 앞에서</a:t>
            </a:r>
            <a:endParaRPr lang="en-US" sz="1600" dirty="0"/>
          </a:p>
        </p:txBody>
      </p:sp>
      <p:sp>
        <p:nvSpPr>
          <p:cNvPr id="20" name="card-2-body"/>
          <p:cNvSpPr txBox="1"/>
          <p:nvPr/>
        </p:nvSpPr>
        <p:spPr>
          <a:xfrm>
            <a:off x="6452464" y="2651760"/>
            <a:ext cx="2051228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담대히 말함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학문 없는 범인으로 알았는데</a:t>
            </a:r>
            <a:endParaRPr lang="en-US" sz="1300" dirty="0"/>
          </a:p>
        </p:txBody>
      </p:sp>
      <p:sp>
        <p:nvSpPr>
          <p:cNvPr id="21" name="card-2-foot"/>
          <p:cNvSpPr txBox="1"/>
          <p:nvPr/>
        </p:nvSpPr>
        <p:spPr>
          <a:xfrm>
            <a:off x="6452464" y="377799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4:13</a:t>
            </a:r>
            <a:endParaRPr lang="en-US" sz="1200" dirty="0"/>
          </a:p>
        </p:txBody>
      </p:sp>
      <p:sp>
        <p:nvSpPr>
          <p:cNvPr id="22" name="card-3"/>
          <p:cNvSpPr/>
          <p:nvPr/>
        </p:nvSpPr>
        <p:spPr>
          <a:xfrm>
            <a:off x="8979179" y="1554480"/>
            <a:ext cx="2526716" cy="283464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3" name="card-3-badge"/>
          <p:cNvSpPr/>
          <p:nvPr/>
        </p:nvSpPr>
        <p:spPr>
          <a:xfrm>
            <a:off x="9216923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card-3-badge-text"/>
          <p:cNvSpPr txBox="1"/>
          <p:nvPr/>
        </p:nvSpPr>
        <p:spPr>
          <a:xfrm>
            <a:off x="9216923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300" dirty="0"/>
          </a:p>
        </p:txBody>
      </p:sp>
      <p:sp>
        <p:nvSpPr>
          <p:cNvPr id="25" name="card-3-head"/>
          <p:cNvSpPr txBox="1"/>
          <p:nvPr/>
        </p:nvSpPr>
        <p:spPr>
          <a:xfrm>
            <a:off x="9216923" y="2322576"/>
            <a:ext cx="20512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 명령에 대한 대답</a:t>
            </a:r>
            <a:endParaRPr lang="en-US" sz="1600" dirty="0"/>
          </a:p>
        </p:txBody>
      </p:sp>
      <p:sp>
        <p:nvSpPr>
          <p:cNvPr id="26" name="card-3-body"/>
          <p:cNvSpPr txBox="1"/>
          <p:nvPr/>
        </p:nvSpPr>
        <p:spPr>
          <a:xfrm>
            <a:off x="9216923" y="2907792"/>
            <a:ext cx="2051228" cy="83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“하나님의 말씀을 듣는 것보다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너희 말 듣는 것이 옳은가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판단하라”</a:t>
            </a:r>
            <a:endParaRPr lang="en-US" sz="1300" dirty="0"/>
          </a:p>
        </p:txBody>
      </p:sp>
      <p:sp>
        <p:nvSpPr>
          <p:cNvPr id="27" name="card-3-foot"/>
          <p:cNvSpPr txBox="1"/>
          <p:nvPr/>
        </p:nvSpPr>
        <p:spPr>
          <a:xfrm>
            <a:off x="9216923" y="377799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4:19</a:t>
            </a:r>
            <a:endParaRPr lang="en-US" sz="1200" dirty="0"/>
          </a:p>
        </p:txBody>
      </p:sp>
      <p:sp>
        <p:nvSpPr>
          <p:cNvPr id="28" name="keyline"/>
          <p:cNvSpPr/>
          <p:nvPr/>
        </p:nvSpPr>
        <p:spPr>
          <a:xfrm>
            <a:off x="685800" y="4535424"/>
            <a:ext cx="10820095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9" name="keyline-text"/>
          <p:cNvSpPr txBox="1"/>
          <p:nvPr/>
        </p:nvSpPr>
        <p:spPr>
          <a:xfrm>
            <a:off x="960120" y="4535424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“우리는 보고 들은 것을 말하지 아니할 수 없다” — 사도행전 4:20</a:t>
            </a:r>
            <a:endParaRPr lang="en-US" sz="2400" dirty="0"/>
          </a:p>
        </p:txBody>
      </p:sp>
      <p:sp>
        <p:nvSpPr>
          <p:cNvPr id="30" name="subhead-badge"/>
          <p:cNvSpPr/>
          <p:nvPr/>
        </p:nvSpPr>
        <p:spPr>
          <a:xfrm>
            <a:off x="685800" y="5532120"/>
            <a:ext cx="37545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subhead-badge-text"/>
          <p:cNvSpPr txBox="1"/>
          <p:nvPr/>
        </p:nvSpPr>
        <p:spPr>
          <a:xfrm>
            <a:off x="685800" y="5532120"/>
            <a:ext cx="3754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300" dirty="0"/>
          </a:p>
        </p:txBody>
      </p:sp>
      <p:sp>
        <p:nvSpPr>
          <p:cNvPr id="32" name="subhead-text"/>
          <p:cNvSpPr txBox="1"/>
          <p:nvPr/>
        </p:nvSpPr>
        <p:spPr>
          <a:xfrm>
            <a:off x="1189269" y="5522976"/>
            <a:ext cx="1031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핍박을 감수한 증언은, 그 기록이 진실임을 보여주는 객관적인 증거입니다</a:t>
            </a:r>
            <a:endParaRPr lang="en-US" sz="1900" dirty="0"/>
          </a:p>
        </p:txBody>
      </p:sp>
      <p:sp>
        <p:nvSpPr>
          <p:cNvPr id="33" name="note"/>
          <p:cNvSpPr txBox="1"/>
          <p:nvPr/>
        </p:nvSpPr>
        <p:spPr>
          <a:xfrm>
            <a:off x="685800" y="5961888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거짓을 위해 목숨을 걸 사람은 없습니다. 요한복음은 추론이 아니라 목격자의 기록입니다.</a:t>
            </a:r>
            <a:endParaRPr lang="en-US" sz="14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바. 기록목적 — 요한이 밝힌 두 가지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18~21</a:t>
            </a:r>
            <a:endParaRPr lang="en-US" sz="1400" dirty="0"/>
          </a:p>
        </p:txBody>
      </p:sp>
      <p:sp>
        <p:nvSpPr>
          <p:cNvPr id="4" name="card-0"/>
          <p:cNvSpPr/>
          <p:nvPr/>
        </p:nvSpPr>
        <p:spPr>
          <a:xfrm>
            <a:off x="685800" y="1499616"/>
            <a:ext cx="5291176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267712"/>
            <a:ext cx="48156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믿게 하려 함</a:t>
            </a:r>
            <a:endParaRPr lang="en-US" sz="19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644902"/>
            <a:ext cx="48156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예수님이 하나님의 아들이시며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그리스도이심을 믿게 하기 위해 (20:31, cf. 마 16:16)</a:t>
            </a:r>
            <a:endParaRPr lang="en-US" sz="1400" dirty="0"/>
          </a:p>
        </p:txBody>
      </p:sp>
      <p:sp>
        <p:nvSpPr>
          <p:cNvPr id="9" name="card-1"/>
          <p:cNvSpPr/>
          <p:nvPr/>
        </p:nvSpPr>
        <p:spPr>
          <a:xfrm>
            <a:off x="6214720" y="1499616"/>
            <a:ext cx="5291176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6452464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645246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6452464" y="2267712"/>
            <a:ext cx="481568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생명을 얻게 하려 함</a:t>
            </a:r>
            <a:endParaRPr lang="en-US" sz="1900" dirty="0"/>
          </a:p>
        </p:txBody>
      </p:sp>
      <p:sp>
        <p:nvSpPr>
          <p:cNvPr id="13" name="card-1-body"/>
          <p:cNvSpPr txBox="1"/>
          <p:nvPr/>
        </p:nvSpPr>
        <p:spPr>
          <a:xfrm>
            <a:off x="6452464" y="2644902"/>
            <a:ext cx="48156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믿고 그 이름을 힘입어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생명을 얻게 하기 위해</a:t>
            </a:r>
            <a:endParaRPr lang="en-US" sz="1400" dirty="0"/>
          </a:p>
        </p:txBody>
      </p:sp>
      <p:sp>
        <p:nvSpPr>
          <p:cNvPr id="14" name="subhead-badge"/>
          <p:cNvSpPr/>
          <p:nvPr/>
        </p:nvSpPr>
        <p:spPr>
          <a:xfrm>
            <a:off x="685800" y="3429000"/>
            <a:ext cx="361188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subhead-badge-text"/>
          <p:cNvSpPr txBox="1"/>
          <p:nvPr/>
        </p:nvSpPr>
        <p:spPr>
          <a:xfrm>
            <a:off x="685800" y="3429000"/>
            <a:ext cx="361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</a:t>
            </a:r>
            <a:endParaRPr lang="en-US" sz="1300" dirty="0"/>
          </a:p>
        </p:txBody>
      </p:sp>
      <p:sp>
        <p:nvSpPr>
          <p:cNvPr id="16" name="subhead-text"/>
          <p:cNvSpPr txBox="1"/>
          <p:nvPr/>
        </p:nvSpPr>
        <p:spPr>
          <a:xfrm>
            <a:off x="1175004" y="3419856"/>
            <a:ext cx="103308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그러면 이 말들은 각각 무슨 뜻인가</a:t>
            </a:r>
            <a:endParaRPr lang="en-US" sz="1900" dirty="0"/>
          </a:p>
        </p:txBody>
      </p:sp>
      <p:sp>
        <p:nvSpPr>
          <p:cNvPr id="17" name="card-0"/>
          <p:cNvSpPr/>
          <p:nvPr/>
        </p:nvSpPr>
        <p:spPr>
          <a:xfrm>
            <a:off x="685800" y="3822192"/>
            <a:ext cx="3448202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8" name="card-0-badge"/>
          <p:cNvSpPr/>
          <p:nvPr/>
        </p:nvSpPr>
        <p:spPr>
          <a:xfrm>
            <a:off x="923544" y="4059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card-0-badge-text"/>
          <p:cNvSpPr txBox="1"/>
          <p:nvPr/>
        </p:nvSpPr>
        <p:spPr>
          <a:xfrm>
            <a:off x="923544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300" dirty="0"/>
          </a:p>
        </p:txBody>
      </p:sp>
      <p:sp>
        <p:nvSpPr>
          <p:cNvPr id="20" name="card-0-head"/>
          <p:cNvSpPr txBox="1"/>
          <p:nvPr/>
        </p:nvSpPr>
        <p:spPr>
          <a:xfrm>
            <a:off x="923544" y="4590288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하나님의 아들이란?</a:t>
            </a:r>
            <a:endParaRPr lang="en-US" sz="1700" dirty="0"/>
          </a:p>
        </p:txBody>
      </p:sp>
      <p:sp>
        <p:nvSpPr>
          <p:cNvPr id="21" name="card-0-body"/>
          <p:cNvSpPr txBox="1"/>
          <p:nvPr/>
        </p:nvSpPr>
        <p:spPr>
          <a:xfrm>
            <a:off x="923544" y="4935474"/>
            <a:ext cx="297271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하나님과 동일한 본성을 지니심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피조물이 아니라 하나님 자신</a:t>
            </a:r>
            <a:endParaRPr lang="en-US" sz="1400" dirty="0"/>
          </a:p>
        </p:txBody>
      </p:sp>
      <p:sp>
        <p:nvSpPr>
          <p:cNvPr id="22" name="card-1"/>
          <p:cNvSpPr/>
          <p:nvPr/>
        </p:nvSpPr>
        <p:spPr>
          <a:xfrm>
            <a:off x="4371746" y="3822192"/>
            <a:ext cx="3448202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3" name="card-1-badge"/>
          <p:cNvSpPr/>
          <p:nvPr/>
        </p:nvSpPr>
        <p:spPr>
          <a:xfrm>
            <a:off x="4609490" y="4059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card-1-badge-text"/>
          <p:cNvSpPr txBox="1"/>
          <p:nvPr/>
        </p:nvSpPr>
        <p:spPr>
          <a:xfrm>
            <a:off x="460949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300" dirty="0"/>
          </a:p>
        </p:txBody>
      </p:sp>
      <p:sp>
        <p:nvSpPr>
          <p:cNvPr id="25" name="card-1-head"/>
          <p:cNvSpPr txBox="1"/>
          <p:nvPr/>
        </p:nvSpPr>
        <p:spPr>
          <a:xfrm>
            <a:off x="4609490" y="4590288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그리스도란?</a:t>
            </a:r>
            <a:endParaRPr lang="en-US" sz="1700" dirty="0"/>
          </a:p>
        </p:txBody>
      </p:sp>
      <p:sp>
        <p:nvSpPr>
          <p:cNvPr id="26" name="card-1-body"/>
          <p:cNvSpPr txBox="1"/>
          <p:nvPr/>
        </p:nvSpPr>
        <p:spPr>
          <a:xfrm>
            <a:off x="4609490" y="4935474"/>
            <a:ext cx="297271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‘기름부음을 받은 자’ (메시야)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 · 제사장 · 선지자로 세우신 분</a:t>
            </a:r>
            <a:endParaRPr lang="en-US" sz="1400" dirty="0"/>
          </a:p>
        </p:txBody>
      </p:sp>
      <p:sp>
        <p:nvSpPr>
          <p:cNvPr id="27" name="card-2"/>
          <p:cNvSpPr/>
          <p:nvPr/>
        </p:nvSpPr>
        <p:spPr>
          <a:xfrm>
            <a:off x="8057693" y="3822192"/>
            <a:ext cx="3448202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8" name="card-2-badge"/>
          <p:cNvSpPr/>
          <p:nvPr/>
        </p:nvSpPr>
        <p:spPr>
          <a:xfrm>
            <a:off x="8295437" y="4059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card-2-badge-text"/>
          <p:cNvSpPr txBox="1"/>
          <p:nvPr/>
        </p:nvSpPr>
        <p:spPr>
          <a:xfrm>
            <a:off x="8295437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300" dirty="0"/>
          </a:p>
        </p:txBody>
      </p:sp>
      <p:sp>
        <p:nvSpPr>
          <p:cNvPr id="30" name="card-2-head"/>
          <p:cNvSpPr txBox="1"/>
          <p:nvPr/>
        </p:nvSpPr>
        <p:spPr>
          <a:xfrm>
            <a:off x="8295437" y="4590288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그리스도로 믿는다는 것은?</a:t>
            </a:r>
            <a:endParaRPr lang="en-US" sz="1700" dirty="0"/>
          </a:p>
        </p:txBody>
      </p:sp>
      <p:sp>
        <p:nvSpPr>
          <p:cNvPr id="31" name="card-2-body"/>
          <p:cNvSpPr txBox="1"/>
          <p:nvPr/>
        </p:nvSpPr>
        <p:spPr>
          <a:xfrm>
            <a:off x="8295437" y="4935474"/>
            <a:ext cx="2972714" cy="56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그분을 하나님의 아들로 믿는 것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죄 사함 · 구원 · 하나님의 자녀</a:t>
            </a:r>
            <a:endParaRPr lang="en-US" sz="1400" dirty="0"/>
          </a:p>
        </p:txBody>
      </p:sp>
      <p:sp>
        <p:nvSpPr>
          <p:cNvPr id="32" name="note"/>
          <p:cNvSpPr txBox="1"/>
          <p:nvPr/>
        </p:nvSpPr>
        <p:spPr>
          <a:xfrm>
            <a:off x="685800" y="585216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여기까지가 요한복음을 공부할 준비입니다 — 예수님을 더 잘 알고, 은혜로 얻은 생명의 소중함을 깨닫게 됩니다.</a:t>
            </a:r>
            <a:endParaRPr lang="en-US" sz="1400" dirty="0"/>
          </a:p>
        </p:txBody>
      </p:sp>
      <p:sp>
        <p:nvSpPr>
          <p:cNvPr id="33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· 질문 Q3 · Q4 · Q5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요한을 알고 나니 무엇이 달라졌습니까</a:t>
            </a:r>
            <a:endParaRPr lang="en-US" sz="3800" dirty="0"/>
          </a:p>
        </p:txBody>
      </p:sp>
      <p:sp>
        <p:nvSpPr>
          <p:cNvPr id="4" name="card-0"/>
          <p:cNvSpPr/>
          <p:nvPr/>
        </p:nvSpPr>
        <p:spPr>
          <a:xfrm>
            <a:off x="685800" y="2286000"/>
            <a:ext cx="3448202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3054096"/>
            <a:ext cx="2972714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성품</a:t>
            </a:r>
            <a:endParaRPr lang="en-US" sz="19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3431286"/>
            <a:ext cx="29727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예수님께서 칭찬하실 성품은?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책망하실 성품은?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성품을 정말 바꾸실 것이라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믿습니까?</a:t>
            </a:r>
            <a:endParaRPr lang="en-US" sz="1450" dirty="0"/>
          </a:p>
        </p:txBody>
      </p:sp>
      <p:sp>
        <p:nvSpPr>
          <p:cNvPr id="9" name="card-1"/>
          <p:cNvSpPr/>
          <p:nvPr/>
        </p:nvSpPr>
        <p:spPr>
          <a:xfrm>
            <a:off x="4371746" y="2286000"/>
            <a:ext cx="3448202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4609490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4609490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4609490" y="3054096"/>
            <a:ext cx="2972714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새롭게 알게 된 것</a:t>
            </a:r>
            <a:endParaRPr lang="en-US" sz="1900" dirty="0"/>
          </a:p>
        </p:txBody>
      </p:sp>
      <p:sp>
        <p:nvSpPr>
          <p:cNvPr id="13" name="card-1-body"/>
          <p:cNvSpPr txBox="1"/>
          <p:nvPr/>
        </p:nvSpPr>
        <p:spPr>
          <a:xfrm>
            <a:off x="4609490" y="3431286"/>
            <a:ext cx="29727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요한이나 요한복음에 대해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새롭게 알게 된 것은 무엇입니까?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‘요한의 변화’를 보며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 드는 생각은?</a:t>
            </a:r>
            <a:endParaRPr lang="en-US" sz="1450" dirty="0"/>
          </a:p>
        </p:txBody>
      </p:sp>
      <p:sp>
        <p:nvSpPr>
          <p:cNvPr id="14" name="card-2"/>
          <p:cNvSpPr/>
          <p:nvPr/>
        </p:nvSpPr>
        <p:spPr>
          <a:xfrm>
            <a:off x="8057693" y="2286000"/>
            <a:ext cx="3448202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ard-2-badge"/>
          <p:cNvSpPr/>
          <p:nvPr/>
        </p:nvSpPr>
        <p:spPr>
          <a:xfrm>
            <a:off x="8295437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ard-2-badge-text"/>
          <p:cNvSpPr txBox="1"/>
          <p:nvPr/>
        </p:nvSpPr>
        <p:spPr>
          <a:xfrm>
            <a:off x="8295437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</a:t>
            </a:r>
            <a:endParaRPr lang="en-US" sz="1300" dirty="0"/>
          </a:p>
        </p:txBody>
      </p:sp>
      <p:sp>
        <p:nvSpPr>
          <p:cNvPr id="17" name="card-2-head"/>
          <p:cNvSpPr txBox="1"/>
          <p:nvPr/>
        </p:nvSpPr>
        <p:spPr>
          <a:xfrm>
            <a:off x="8295437" y="3054096"/>
            <a:ext cx="2972714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고백</a:t>
            </a:r>
            <a:endParaRPr lang="en-US" sz="1900" dirty="0"/>
          </a:p>
        </p:txBody>
      </p:sp>
      <p:sp>
        <p:nvSpPr>
          <p:cNvPr id="18" name="card-2-body"/>
          <p:cNvSpPr txBox="1"/>
          <p:nvPr/>
        </p:nvSpPr>
        <p:spPr>
          <a:xfrm>
            <a:off x="8295437" y="3431286"/>
            <a:ext cx="29727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“예수가 하나님의 아들 그리스도시다”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어떻게 받아들입니까?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머리로 아는 지식입니까,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삶을 움직이는 고백입니까?</a:t>
            </a:r>
            <a:endParaRPr lang="en-US" sz="1450" dirty="0"/>
          </a:p>
        </p:txBody>
      </p:sp>
      <p:sp>
        <p:nvSpPr>
          <p:cNvPr id="19" name="guide"/>
          <p:cNvSpPr txBox="1"/>
          <p:nvPr/>
        </p:nvSpPr>
        <p:spPr>
          <a:xfrm>
            <a:off x="685800" y="53583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조별 나눔 10분 → 전체 나눔 2명</a:t>
            </a:r>
            <a:endParaRPr lang="en-US" sz="14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60120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312724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하나님에 대한 증언이신 예수님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206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1:1~18   ·   창조주 · 인도자 · 하나님이신 예수님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1:1~3</a:t>
            </a:r>
            <a:endParaRPr lang="en-US" sz="3200" dirty="0"/>
          </a:p>
        </p:txBody>
      </p:sp>
      <p:sp>
        <p:nvSpPr>
          <p:cNvPr id="3" name="scripture-text"/>
          <p:cNvSpPr txBox="1"/>
          <p:nvPr/>
        </p:nvSpPr>
        <p:spPr>
          <a:xfrm>
            <a:off x="685800" y="1645920"/>
            <a:ext cx="10789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2600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“태초에 말씀이 계시니라 이 말씀이 하나님과 함께 계셨으니 이 말씀은 곧 하나님이시니라 그가 태초에 하나님과 함께 계셨고 만물이 그로 말미암아 지은 바 되었으니 지은 것이 하나도 그가 없이는 된 것이 없느니라”</a:t>
            </a:r>
            <a:endParaRPr lang="en-US" sz="2600" dirty="0"/>
          </a:p>
        </p:txBody>
      </p:sp>
      <p:sp>
        <p:nvSpPr>
          <p:cNvPr id="4" name="scripture-ref"/>
          <p:cNvSpPr txBox="1"/>
          <p:nvPr/>
        </p:nvSpPr>
        <p:spPr>
          <a:xfrm>
            <a:off x="685800" y="43525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1:1~3 (개역개정)</a:t>
            </a:r>
            <a:endParaRPr lang="en-US" sz="1500" dirty="0"/>
          </a:p>
        </p:txBody>
      </p:sp>
      <p:sp>
        <p:nvSpPr>
          <p:cNvPr id="5" name="keyline"/>
          <p:cNvSpPr/>
          <p:nvPr/>
        </p:nvSpPr>
        <p:spPr>
          <a:xfrm>
            <a:off x="685800" y="4956048"/>
            <a:ext cx="10820095" cy="768096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</p:sp>
      <p:sp>
        <p:nvSpPr>
          <p:cNvPr id="6" name="keyline-text"/>
          <p:cNvSpPr txBox="1"/>
          <p:nvPr/>
        </p:nvSpPr>
        <p:spPr>
          <a:xfrm>
            <a:off x="960120" y="4956048"/>
            <a:ext cx="102714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족보도, 출생도, 배경도 없이 — 요한은 ‘태초’에서 시작합니다</a:t>
            </a:r>
            <a:endParaRPr lang="en-US" sz="19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창조주이신 예수님 (1:1~3)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22~23</a:t>
            </a:r>
            <a:endParaRPr lang="en-US" sz="1400" dirty="0"/>
          </a:p>
        </p:txBody>
      </p:sp>
      <p:sp>
        <p:nvSpPr>
          <p:cNvPr id="4" name="card-0"/>
          <p:cNvSpPr/>
          <p:nvPr/>
        </p:nvSpPr>
        <p:spPr>
          <a:xfrm>
            <a:off x="685800" y="1499616"/>
            <a:ext cx="5852160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267712"/>
            <a:ext cx="5376672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1절과 14절의 ‘말씀’은 누구인가</a:t>
            </a:r>
            <a:endParaRPr lang="en-US" sz="17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612898"/>
            <a:ext cx="5376672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 — 14절이 이를 확정한다</a:t>
            </a:r>
            <a:endParaRPr lang="en-US" sz="1400" dirty="0"/>
          </a:p>
        </p:txBody>
      </p:sp>
      <p:sp>
        <p:nvSpPr>
          <p:cNvPr id="9" name="scripture-text"/>
          <p:cNvSpPr txBox="1"/>
          <p:nvPr/>
        </p:nvSpPr>
        <p:spPr>
          <a:xfrm>
            <a:off x="6766560" y="1499616"/>
            <a:ext cx="4736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“태초부터 있는 생명의 말씀에 관하여는 우리가 들은 바요 눈으로 본 바요 … 손으로 만진 바라”</a:t>
            </a:r>
            <a:endParaRPr lang="en-US" sz="1500" dirty="0"/>
          </a:p>
        </p:txBody>
      </p:sp>
      <p:sp>
        <p:nvSpPr>
          <p:cNvPr id="10" name="scripture-ref"/>
          <p:cNvSpPr txBox="1"/>
          <p:nvPr/>
        </p:nvSpPr>
        <p:spPr>
          <a:xfrm>
            <a:off x="6766560" y="26700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요한일서 1:1 — 같은 저자의 같은 어법</a:t>
            </a:r>
            <a:endParaRPr lang="en-US" sz="1500" dirty="0"/>
          </a:p>
        </p:txBody>
      </p:sp>
      <p:sp>
        <p:nvSpPr>
          <p:cNvPr id="11" name="subhead-badge"/>
          <p:cNvSpPr/>
          <p:nvPr/>
        </p:nvSpPr>
        <p:spPr>
          <a:xfrm>
            <a:off x="685800" y="3227832"/>
            <a:ext cx="37545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subhead-badge-text"/>
          <p:cNvSpPr txBox="1"/>
          <p:nvPr/>
        </p:nvSpPr>
        <p:spPr>
          <a:xfrm>
            <a:off x="685800" y="3227832"/>
            <a:ext cx="3754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300" dirty="0"/>
          </a:p>
        </p:txBody>
      </p:sp>
      <p:sp>
        <p:nvSpPr>
          <p:cNvPr id="13" name="subhead-text"/>
          <p:cNvSpPr txBox="1"/>
          <p:nvPr/>
        </p:nvSpPr>
        <p:spPr>
          <a:xfrm>
            <a:off x="1189269" y="3218688"/>
            <a:ext cx="1031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예수님을 ‘말씀(로고스)’이라 묘사했는가</a:t>
            </a:r>
            <a:endParaRPr lang="en-US" sz="1900" dirty="0"/>
          </a:p>
        </p:txBody>
      </p:sp>
      <p:sp>
        <p:nvSpPr>
          <p:cNvPr id="14" name="card-0"/>
          <p:cNvSpPr/>
          <p:nvPr/>
        </p:nvSpPr>
        <p:spPr>
          <a:xfrm>
            <a:off x="685800" y="3712464"/>
            <a:ext cx="3448202" cy="197510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ard-0-head"/>
          <p:cNvSpPr txBox="1"/>
          <p:nvPr/>
        </p:nvSpPr>
        <p:spPr>
          <a:xfrm>
            <a:off x="923544" y="3950208"/>
            <a:ext cx="29727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하나님을 알려주시기 때문</a:t>
            </a:r>
            <a:endParaRPr lang="en-US" sz="1500" dirty="0"/>
          </a:p>
        </p:txBody>
      </p:sp>
      <p:sp>
        <p:nvSpPr>
          <p:cNvPr id="16" name="card-0-body"/>
          <p:cNvSpPr txBox="1"/>
          <p:nvPr/>
        </p:nvSpPr>
        <p:spPr>
          <a:xfrm>
            <a:off x="923544" y="4263390"/>
            <a:ext cx="2972714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하나님에 대한 개념을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통해서 얻는다.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예수님은 ‘하나님에 대한 말씀’이다.</a:t>
            </a:r>
            <a:endParaRPr lang="en-US" sz="1350" dirty="0"/>
          </a:p>
        </p:txBody>
      </p:sp>
      <p:sp>
        <p:nvSpPr>
          <p:cNvPr id="17" name="card-1"/>
          <p:cNvSpPr/>
          <p:nvPr/>
        </p:nvSpPr>
        <p:spPr>
          <a:xfrm>
            <a:off x="4371746" y="3712464"/>
            <a:ext cx="3448202" cy="197510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8" name="card-1-head"/>
          <p:cNvSpPr txBox="1"/>
          <p:nvPr/>
        </p:nvSpPr>
        <p:spPr>
          <a:xfrm>
            <a:off x="4609490" y="3950208"/>
            <a:ext cx="29727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하나님이 먼저 행동하셨기 때문</a:t>
            </a:r>
            <a:endParaRPr lang="en-US" sz="1500" dirty="0"/>
          </a:p>
        </p:txBody>
      </p:sp>
      <p:sp>
        <p:nvSpPr>
          <p:cNvPr id="19" name="card-1-body"/>
          <p:cNvSpPr txBox="1"/>
          <p:nvPr/>
        </p:nvSpPr>
        <p:spPr>
          <a:xfrm>
            <a:off x="4609490" y="4263390"/>
            <a:ext cx="2972714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편에서 하나님을 만날 수 없다.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하나님이 먼저 말씀을 주셨다.</a:t>
            </a:r>
            <a:endParaRPr lang="en-US" sz="1350" dirty="0"/>
          </a:p>
        </p:txBody>
      </p:sp>
      <p:sp>
        <p:nvSpPr>
          <p:cNvPr id="20" name="card-2"/>
          <p:cNvSpPr/>
          <p:nvPr/>
        </p:nvSpPr>
        <p:spPr>
          <a:xfrm>
            <a:off x="8057693" y="3712464"/>
            <a:ext cx="3448202" cy="197510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1" name="card-2-head"/>
          <p:cNvSpPr txBox="1"/>
          <p:nvPr/>
        </p:nvSpPr>
        <p:spPr>
          <a:xfrm>
            <a:off x="8295437" y="3950208"/>
            <a:ext cx="29727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하나님을 떠오르게 하시기 때문</a:t>
            </a:r>
            <a:endParaRPr lang="en-US" sz="1500" dirty="0"/>
          </a:p>
        </p:txBody>
      </p:sp>
      <p:sp>
        <p:nvSpPr>
          <p:cNvPr id="22" name="card-2-body"/>
          <p:cNvSpPr txBox="1"/>
          <p:nvPr/>
        </p:nvSpPr>
        <p:spPr>
          <a:xfrm>
            <a:off x="8295437" y="4263390"/>
            <a:ext cx="2972714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말씀을 들으면 말하는 분이 떠오른다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예수님을 통해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초월해 계신 하나님을 만난다.</a:t>
            </a:r>
            <a:endParaRPr lang="en-US" sz="1350" dirty="0"/>
          </a:p>
        </p:txBody>
      </p:sp>
      <p:sp>
        <p:nvSpPr>
          <p:cNvPr id="23" name="note"/>
          <p:cNvSpPr txBox="1"/>
          <p:nvPr/>
        </p:nvSpPr>
        <p:spPr>
          <a:xfrm>
            <a:off x="685800" y="576072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 = 하나님을 설명하는 가장 정확한 단어. 예수님을 보면 하나님이 보입니다 (14:9)</a:t>
            </a:r>
            <a:endParaRPr lang="en-US" sz="15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1절을 세 마디로 끊어 읽기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24~28</a:t>
            </a:r>
            <a:endParaRPr lang="en-US" sz="1400" dirty="0"/>
          </a:p>
        </p:txBody>
      </p:sp>
      <p:sp>
        <p:nvSpPr>
          <p:cNvPr id="4" name="card-0"/>
          <p:cNvSpPr/>
          <p:nvPr/>
        </p:nvSpPr>
        <p:spPr>
          <a:xfrm>
            <a:off x="685800" y="1499616"/>
            <a:ext cx="3448202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267712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태초에 말씀이 계시니라</a:t>
            </a:r>
            <a:endParaRPr lang="en-US" sz="17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2612898"/>
            <a:ext cx="2972714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밖에 계신 분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예수님은 영원하신 분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(질문 27)</a:t>
            </a:r>
            <a:endParaRPr lang="en-US" sz="1400" dirty="0"/>
          </a:p>
        </p:txBody>
      </p:sp>
      <p:sp>
        <p:nvSpPr>
          <p:cNvPr id="9" name="card-1"/>
          <p:cNvSpPr/>
          <p:nvPr/>
        </p:nvSpPr>
        <p:spPr>
          <a:xfrm>
            <a:off x="4371746" y="1499616"/>
            <a:ext cx="3448202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4609490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460949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4609490" y="2267712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하나님과 함께 계셨으니</a:t>
            </a:r>
            <a:endParaRPr lang="en-US" sz="1700" dirty="0"/>
          </a:p>
        </p:txBody>
      </p:sp>
      <p:sp>
        <p:nvSpPr>
          <p:cNvPr id="13" name="card-1-body"/>
          <p:cNvSpPr txBox="1"/>
          <p:nvPr/>
        </p:nvSpPr>
        <p:spPr>
          <a:xfrm>
            <a:off x="4609490" y="2612898"/>
            <a:ext cx="2972714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분은 함께 계셨다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구분된 인격 · 친밀한 관계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(질문 24)</a:t>
            </a:r>
            <a:endParaRPr lang="en-US" sz="1400" dirty="0"/>
          </a:p>
        </p:txBody>
      </p:sp>
      <p:sp>
        <p:nvSpPr>
          <p:cNvPr id="14" name="card-2"/>
          <p:cNvSpPr/>
          <p:nvPr/>
        </p:nvSpPr>
        <p:spPr>
          <a:xfrm>
            <a:off x="8057693" y="1499616"/>
            <a:ext cx="3448202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ard-2-badge"/>
          <p:cNvSpPr/>
          <p:nvPr/>
        </p:nvSpPr>
        <p:spPr>
          <a:xfrm>
            <a:off x="8295437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ard-2-badge-text"/>
          <p:cNvSpPr txBox="1"/>
          <p:nvPr/>
        </p:nvSpPr>
        <p:spPr>
          <a:xfrm>
            <a:off x="8295437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300" dirty="0"/>
          </a:p>
        </p:txBody>
      </p:sp>
      <p:sp>
        <p:nvSpPr>
          <p:cNvPr id="17" name="card-2-head"/>
          <p:cNvSpPr txBox="1"/>
          <p:nvPr/>
        </p:nvSpPr>
        <p:spPr>
          <a:xfrm>
            <a:off x="8295437" y="2267712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말씀은 곧 하나님이시니라</a:t>
            </a:r>
            <a:endParaRPr lang="en-US" sz="1700" dirty="0"/>
          </a:p>
        </p:txBody>
      </p:sp>
      <p:sp>
        <p:nvSpPr>
          <p:cNvPr id="18" name="card-2-body"/>
          <p:cNvSpPr txBox="1"/>
          <p:nvPr/>
        </p:nvSpPr>
        <p:spPr>
          <a:xfrm>
            <a:off x="8295437" y="2612898"/>
            <a:ext cx="2972714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예수님은 곧 하나님이시다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동일한 본질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(질문 25)</a:t>
            </a:r>
            <a:endParaRPr lang="en-US" sz="1400" dirty="0"/>
          </a:p>
        </p:txBody>
      </p:sp>
      <p:sp>
        <p:nvSpPr>
          <p:cNvPr id="19" name="subhead-badge"/>
          <p:cNvSpPr/>
          <p:nvPr/>
        </p:nvSpPr>
        <p:spPr>
          <a:xfrm>
            <a:off x="685800" y="3630168"/>
            <a:ext cx="37545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subhead-badge-text"/>
          <p:cNvSpPr txBox="1"/>
          <p:nvPr/>
        </p:nvSpPr>
        <p:spPr>
          <a:xfrm>
            <a:off x="685800" y="3630168"/>
            <a:ext cx="3754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300" dirty="0"/>
          </a:p>
        </p:txBody>
      </p:sp>
      <p:sp>
        <p:nvSpPr>
          <p:cNvPr id="21" name="subhead-text"/>
          <p:cNvSpPr txBox="1"/>
          <p:nvPr/>
        </p:nvSpPr>
        <p:spPr>
          <a:xfrm>
            <a:off x="1189269" y="3621024"/>
            <a:ext cx="1031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하나님과 ‘함께’ 계시면서 동시에 ‘하나님’이실 수 있는가 — 삼위일체(Trinity)</a:t>
            </a:r>
            <a:endParaRPr lang="en-US" sz="1900" dirty="0"/>
          </a:p>
        </p:txBody>
      </p:sp>
      <p:sp>
        <p:nvSpPr>
          <p:cNvPr id="22" name="cmp-0"/>
          <p:cNvSpPr/>
          <p:nvPr/>
        </p:nvSpPr>
        <p:spPr>
          <a:xfrm>
            <a:off x="685800" y="4096512"/>
            <a:ext cx="5272888" cy="1700784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3" name="cmp-0-head"/>
          <p:cNvSpPr txBox="1"/>
          <p:nvPr/>
        </p:nvSpPr>
        <p:spPr>
          <a:xfrm>
            <a:off x="960120" y="4334256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본질 (Essence)</a:t>
            </a:r>
            <a:endParaRPr lang="en-US" sz="2000" dirty="0"/>
          </a:p>
        </p:txBody>
      </p:sp>
      <p:sp>
        <p:nvSpPr>
          <p:cNvPr id="24" name="cmp-0-items"/>
          <p:cNvSpPr txBox="1"/>
          <p:nvPr/>
        </p:nvSpPr>
        <p:spPr>
          <a:xfrm>
            <a:off x="960120" y="4919472"/>
            <a:ext cx="4724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성부 · 성자 · 성령은 한 하나님이시다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“나와 아버지는 하나이니라” (10:30)</a:t>
            </a:r>
            <a:endParaRPr lang="en-US" sz="1400" dirty="0"/>
          </a:p>
        </p:txBody>
      </p:sp>
      <p:sp>
        <p:nvSpPr>
          <p:cNvPr id="25" name="cmp-1"/>
          <p:cNvSpPr/>
          <p:nvPr/>
        </p:nvSpPr>
        <p:spPr>
          <a:xfrm>
            <a:off x="6233008" y="4096512"/>
            <a:ext cx="5272888" cy="1700784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6" name="cmp-1-head"/>
          <p:cNvSpPr txBox="1"/>
          <p:nvPr/>
        </p:nvSpPr>
        <p:spPr>
          <a:xfrm>
            <a:off x="6507328" y="4334256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구분된 위격 (Person)</a:t>
            </a:r>
            <a:endParaRPr lang="en-US" sz="2000" dirty="0"/>
          </a:p>
        </p:txBody>
      </p:sp>
      <p:sp>
        <p:nvSpPr>
          <p:cNvPr id="27" name="cmp-1-items"/>
          <p:cNvSpPr txBox="1"/>
          <p:nvPr/>
        </p:nvSpPr>
        <p:spPr>
          <a:xfrm>
            <a:off x="6507328" y="4919472"/>
            <a:ext cx="4724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분은 인격으로 구분되신다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아버지와 아들은 서로 사랑하고 대화하신다 (17장)</a:t>
            </a:r>
            <a:endParaRPr lang="en-US" sz="1400" dirty="0"/>
          </a:p>
        </p:txBody>
      </p:sp>
      <p:sp>
        <p:nvSpPr>
          <p:cNvPr id="28" name="keyline"/>
          <p:cNvSpPr/>
          <p:nvPr/>
        </p:nvSpPr>
        <p:spPr>
          <a:xfrm>
            <a:off x="685800" y="5907024"/>
            <a:ext cx="10820095" cy="384048"/>
          </a:xfrm>
          <a:prstGeom prst="roundRect">
            <a:avLst>
              <a:gd name="adj" fmla="val 23810"/>
            </a:avLst>
          </a:prstGeom>
          <a:solidFill>
            <a:schemeClr val="tx2"/>
          </a:solidFill>
          <a:ln/>
        </p:spPr>
      </p:sp>
      <p:sp>
        <p:nvSpPr>
          <p:cNvPr id="29" name="keyline-text"/>
          <p:cNvSpPr txBox="1"/>
          <p:nvPr/>
        </p:nvSpPr>
        <p:spPr>
          <a:xfrm>
            <a:off x="960120" y="590702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28 · 3절  ·  “만물이 그로 말미암아 지은 바 되었으니” → 예수님은 ② 창조주이시다 (cf. 골 1:15~17)</a:t>
            </a:r>
            <a:endParaRPr lang="en-US" sz="1300" dirty="0"/>
          </a:p>
        </p:txBody>
      </p:sp>
      <p:sp>
        <p:nvSpPr>
          <p:cNvPr id="30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나. 인도자이신 예수님 (1:4~13)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29~30</a:t>
            </a:r>
            <a:endParaRPr lang="en-US" sz="1400" dirty="0"/>
          </a:p>
        </p:txBody>
      </p:sp>
      <p:sp>
        <p:nvSpPr>
          <p:cNvPr id="4" name="scripture-text"/>
          <p:cNvSpPr txBox="1"/>
          <p:nvPr/>
        </p:nvSpPr>
        <p:spPr>
          <a:xfrm>
            <a:off x="685800" y="1426464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 안에 생명이 있었으니 이 생명은 사람들의 빛이라 빛이 어둠에 비치되 어둠이 깨닫지 못하더라”</a:t>
            </a:r>
            <a:endParaRPr lang="en-US" sz="1800" dirty="0"/>
          </a:p>
        </p:txBody>
      </p:sp>
      <p:sp>
        <p:nvSpPr>
          <p:cNvPr id="5" name="scripture-ref"/>
          <p:cNvSpPr txBox="1"/>
          <p:nvPr/>
        </p:nvSpPr>
        <p:spPr>
          <a:xfrm>
            <a:off x="685800" y="21396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1:4~5</a:t>
            </a:r>
            <a:endParaRPr lang="en-US" sz="1500" dirty="0"/>
          </a:p>
        </p:txBody>
      </p:sp>
      <p:sp>
        <p:nvSpPr>
          <p:cNvPr id="6" name="card-0"/>
          <p:cNvSpPr/>
          <p:nvPr/>
        </p:nvSpPr>
        <p:spPr>
          <a:xfrm>
            <a:off x="685800" y="2615184"/>
            <a:ext cx="3448202" cy="1993392"/>
          </a:xfrm>
          <a:prstGeom prst="roundRect">
            <a:avLst>
              <a:gd name="adj" fmla="val 27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badge"/>
          <p:cNvSpPr/>
          <p:nvPr/>
        </p:nvSpPr>
        <p:spPr>
          <a:xfrm>
            <a:off x="923544" y="28529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ard-0-badge-text"/>
          <p:cNvSpPr txBox="1"/>
          <p:nvPr/>
        </p:nvSpPr>
        <p:spPr>
          <a:xfrm>
            <a:off x="923544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300" dirty="0"/>
          </a:p>
        </p:txBody>
      </p:sp>
      <p:sp>
        <p:nvSpPr>
          <p:cNvPr id="9" name="card-0-head"/>
          <p:cNvSpPr txBox="1"/>
          <p:nvPr/>
        </p:nvSpPr>
        <p:spPr>
          <a:xfrm>
            <a:off x="923544" y="33832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‘생명’ 외의 또 다른 비유</a:t>
            </a:r>
            <a:endParaRPr lang="en-US" sz="1600" dirty="0"/>
          </a:p>
        </p:txBody>
      </p:sp>
      <p:sp>
        <p:nvSpPr>
          <p:cNvPr id="10" name="card-0-body"/>
          <p:cNvSpPr txBox="1"/>
          <p:nvPr/>
        </p:nvSpPr>
        <p:spPr>
          <a:xfrm>
            <a:off x="923544" y="3712464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 (4~9절)</a:t>
            </a:r>
            <a:endParaRPr lang="en-US" sz="1350" dirty="0"/>
          </a:p>
        </p:txBody>
      </p:sp>
      <p:sp>
        <p:nvSpPr>
          <p:cNvPr id="11" name="card-1"/>
          <p:cNvSpPr/>
          <p:nvPr/>
        </p:nvSpPr>
        <p:spPr>
          <a:xfrm>
            <a:off x="4371746" y="2615184"/>
            <a:ext cx="3448202" cy="1993392"/>
          </a:xfrm>
          <a:prstGeom prst="roundRect">
            <a:avLst>
              <a:gd name="adj" fmla="val 27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2" name="card-1-badge"/>
          <p:cNvSpPr/>
          <p:nvPr/>
        </p:nvSpPr>
        <p:spPr>
          <a:xfrm>
            <a:off x="4609490" y="2852928"/>
            <a:ext cx="539496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card-1-badge-text"/>
          <p:cNvSpPr txBox="1"/>
          <p:nvPr/>
        </p:nvSpPr>
        <p:spPr>
          <a:xfrm>
            <a:off x="4609490" y="2852928"/>
            <a:ext cx="539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1300" dirty="0"/>
          </a:p>
        </p:txBody>
      </p:sp>
      <p:sp>
        <p:nvSpPr>
          <p:cNvPr id="14" name="card-1-head"/>
          <p:cNvSpPr txBox="1"/>
          <p:nvPr/>
        </p:nvSpPr>
        <p:spPr>
          <a:xfrm>
            <a:off x="4609490" y="33832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빛은 무엇을 하는가</a:t>
            </a:r>
            <a:endParaRPr lang="en-US" sz="1600" dirty="0"/>
          </a:p>
        </p:txBody>
      </p:sp>
      <p:sp>
        <p:nvSpPr>
          <p:cNvPr id="15" name="card-1-body"/>
          <p:cNvSpPr txBox="1"/>
          <p:nvPr/>
        </p:nvSpPr>
        <p:spPr>
          <a:xfrm>
            <a:off x="4609490" y="3712464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속에서 보게 한다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하나님을 알게 한다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내면의 어둠을 물러나게 한다</a:t>
            </a:r>
            <a:endParaRPr lang="en-US" sz="1350" dirty="0"/>
          </a:p>
        </p:txBody>
      </p:sp>
      <p:sp>
        <p:nvSpPr>
          <p:cNvPr id="16" name="card-2"/>
          <p:cNvSpPr/>
          <p:nvPr/>
        </p:nvSpPr>
        <p:spPr>
          <a:xfrm>
            <a:off x="8057693" y="2615184"/>
            <a:ext cx="3448202" cy="1993392"/>
          </a:xfrm>
          <a:prstGeom prst="roundRect">
            <a:avLst>
              <a:gd name="adj" fmla="val 27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2-badge"/>
          <p:cNvSpPr/>
          <p:nvPr/>
        </p:nvSpPr>
        <p:spPr>
          <a:xfrm>
            <a:off x="8295437" y="28529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card-2-badge-text"/>
          <p:cNvSpPr txBox="1"/>
          <p:nvPr/>
        </p:nvSpPr>
        <p:spPr>
          <a:xfrm>
            <a:off x="8295437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300" dirty="0"/>
          </a:p>
        </p:txBody>
      </p:sp>
      <p:sp>
        <p:nvSpPr>
          <p:cNvPr id="19" name="card-2-head"/>
          <p:cNvSpPr txBox="1"/>
          <p:nvPr/>
        </p:nvSpPr>
        <p:spPr>
          <a:xfrm>
            <a:off x="8295437" y="33832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예수님은</a:t>
            </a:r>
            <a:endParaRPr lang="en-US" sz="1600" dirty="0"/>
          </a:p>
        </p:txBody>
      </p:sp>
      <p:sp>
        <p:nvSpPr>
          <p:cNvPr id="20" name="card-2-body"/>
          <p:cNvSpPr txBox="1"/>
          <p:nvPr/>
        </p:nvSpPr>
        <p:spPr>
          <a:xfrm>
            <a:off x="8295437" y="3712464"/>
            <a:ext cx="29727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인도자 (모습 ③)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빛은 ‘인도’의 기능을 수행한다</a:t>
            </a:r>
            <a:endParaRPr lang="en-US" sz="1350" dirty="0"/>
          </a:p>
        </p:txBody>
      </p:sp>
      <p:sp>
        <p:nvSpPr>
          <p:cNvPr id="21" name="flow-0"/>
          <p:cNvSpPr/>
          <p:nvPr/>
        </p:nvSpPr>
        <p:spPr>
          <a:xfrm>
            <a:off x="685800" y="4700016"/>
            <a:ext cx="2416988" cy="1133856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2" name="flow-0-head"/>
          <p:cNvSpPr txBox="1"/>
          <p:nvPr/>
        </p:nvSpPr>
        <p:spPr>
          <a:xfrm>
            <a:off x="832104" y="4882896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</a:t>
            </a:r>
            <a:endParaRPr lang="en-US" sz="1600" dirty="0"/>
          </a:p>
        </p:txBody>
      </p:sp>
      <p:sp>
        <p:nvSpPr>
          <p:cNvPr id="23" name="flow-0-body"/>
          <p:cNvSpPr txBox="1"/>
          <p:nvPr/>
        </p:nvSpPr>
        <p:spPr>
          <a:xfrm>
            <a:off x="813816" y="5303520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그분에 의해 지어지고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생명을 얻었다</a:t>
            </a:r>
            <a:endParaRPr lang="en-US" sz="1250" dirty="0"/>
          </a:p>
        </p:txBody>
      </p:sp>
      <p:sp>
        <p:nvSpPr>
          <p:cNvPr id="24" name="flow-0-arrow"/>
          <p:cNvSpPr txBox="1"/>
          <p:nvPr/>
        </p:nvSpPr>
        <p:spPr>
          <a:xfrm>
            <a:off x="3102788" y="50657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25" name="flow-1"/>
          <p:cNvSpPr/>
          <p:nvPr/>
        </p:nvSpPr>
        <p:spPr>
          <a:xfrm>
            <a:off x="3486836" y="4700016"/>
            <a:ext cx="2416988" cy="1133856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6" name="flow-1-head"/>
          <p:cNvSpPr txBox="1"/>
          <p:nvPr/>
        </p:nvSpPr>
        <p:spPr>
          <a:xfrm>
            <a:off x="3633140" y="4882896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타락</a:t>
            </a:r>
            <a:endParaRPr lang="en-US" sz="1600" dirty="0"/>
          </a:p>
        </p:txBody>
      </p:sp>
      <p:sp>
        <p:nvSpPr>
          <p:cNvPr id="27" name="flow-1-body"/>
          <p:cNvSpPr txBox="1"/>
          <p:nvPr/>
        </p:nvSpPr>
        <p:spPr>
          <a:xfrm>
            <a:off x="3614852" y="5303520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근원을 버리고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속으로 들어갔다</a:t>
            </a:r>
            <a:endParaRPr lang="en-US" sz="1250" dirty="0"/>
          </a:p>
        </p:txBody>
      </p:sp>
      <p:sp>
        <p:nvSpPr>
          <p:cNvPr id="28" name="flow-1-arrow"/>
          <p:cNvSpPr txBox="1"/>
          <p:nvPr/>
        </p:nvSpPr>
        <p:spPr>
          <a:xfrm>
            <a:off x="5903824" y="50657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29" name="flow-2"/>
          <p:cNvSpPr/>
          <p:nvPr/>
        </p:nvSpPr>
        <p:spPr>
          <a:xfrm>
            <a:off x="6287872" y="4700016"/>
            <a:ext cx="2416988" cy="1133856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0" name="flow-2-head"/>
          <p:cNvSpPr txBox="1"/>
          <p:nvPr/>
        </p:nvSpPr>
        <p:spPr>
          <a:xfrm>
            <a:off x="6434176" y="4882896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돌아섬</a:t>
            </a:r>
            <a:endParaRPr lang="en-US" sz="1600" dirty="0"/>
          </a:p>
        </p:txBody>
      </p:sp>
      <p:sp>
        <p:nvSpPr>
          <p:cNvPr id="31" name="flow-2-body"/>
          <p:cNvSpPr txBox="1"/>
          <p:nvPr/>
        </p:nvSpPr>
        <p:spPr>
          <a:xfrm>
            <a:off x="6415888" y="5303520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빛을 향해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돌아서는 길밖에 없다</a:t>
            </a:r>
            <a:endParaRPr lang="en-US" sz="1250" dirty="0"/>
          </a:p>
        </p:txBody>
      </p:sp>
      <p:sp>
        <p:nvSpPr>
          <p:cNvPr id="32" name="flow-2-arrow"/>
          <p:cNvSpPr txBox="1"/>
          <p:nvPr/>
        </p:nvSpPr>
        <p:spPr>
          <a:xfrm>
            <a:off x="8704859" y="50657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endParaRPr lang="en-US" sz="1500" dirty="0"/>
          </a:p>
        </p:txBody>
      </p:sp>
      <p:sp>
        <p:nvSpPr>
          <p:cNvPr id="33" name="flow-3"/>
          <p:cNvSpPr/>
          <p:nvPr/>
        </p:nvSpPr>
        <p:spPr>
          <a:xfrm>
            <a:off x="9088907" y="4700016"/>
            <a:ext cx="2416988" cy="1133856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4" name="flow-3-head"/>
          <p:cNvSpPr txBox="1"/>
          <p:nvPr/>
        </p:nvSpPr>
        <p:spPr>
          <a:xfrm>
            <a:off x="9235211" y="4882896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</a:t>
            </a:r>
            <a:endParaRPr lang="en-US" sz="1600" dirty="0"/>
          </a:p>
        </p:txBody>
      </p:sp>
      <p:sp>
        <p:nvSpPr>
          <p:cNvPr id="35" name="flow-3-body"/>
          <p:cNvSpPr txBox="1"/>
          <p:nvPr/>
        </p:nvSpPr>
        <p:spPr>
          <a:xfrm>
            <a:off x="9216923" y="5303520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생명이 그분 안에 있다</a:t>
            </a:r>
            <a:endParaRPr lang="en-US" sz="12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 안에서 삶이 보인다</a:t>
            </a:r>
            <a:endParaRPr lang="en-US" sz="1250" dirty="0"/>
          </a:p>
        </p:txBody>
      </p:sp>
      <p:sp>
        <p:nvSpPr>
          <p:cNvPr id="36" name="note"/>
          <p:cNvSpPr txBox="1"/>
          <p:nvPr/>
        </p:nvSpPr>
        <p:spPr>
          <a:xfrm>
            <a:off x="685800" y="592531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어둠은 빛을 이기지 못합니다 — 다만 깨닫지 못할 뿐입니다 (1:5)</a:t>
            </a:r>
            <a:endParaRPr lang="en-US" sz="1400" dirty="0"/>
          </a:p>
        </p:txBody>
      </p:sp>
      <p:sp>
        <p:nvSpPr>
          <p:cNvPr id="37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세례 요한의 자리, 그리고 ‘영접’의 뜻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31~35</a:t>
            </a:r>
            <a:endParaRPr lang="en-US" sz="1400" dirty="0"/>
          </a:p>
        </p:txBody>
      </p:sp>
      <p:sp>
        <p:nvSpPr>
          <p:cNvPr id="4" name="cmp-0"/>
          <p:cNvSpPr/>
          <p:nvPr/>
        </p:nvSpPr>
        <p:spPr>
          <a:xfrm>
            <a:off x="685800" y="1481328"/>
            <a:ext cx="5272888" cy="2432304"/>
          </a:xfrm>
          <a:prstGeom prst="roundRect">
            <a:avLst>
              <a:gd name="adj" fmla="val 22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mp-0-head"/>
          <p:cNvSpPr txBox="1"/>
          <p:nvPr/>
        </p:nvSpPr>
        <p:spPr>
          <a:xfrm>
            <a:off x="960120" y="1719072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 세례 요한의 사역 (6~8절)</a:t>
            </a:r>
            <a:endParaRPr lang="en-US" sz="2000" dirty="0"/>
          </a:p>
        </p:txBody>
      </p:sp>
      <p:sp>
        <p:nvSpPr>
          <p:cNvPr id="6" name="cmp-0-items"/>
          <p:cNvSpPr txBox="1"/>
          <p:nvPr/>
        </p:nvSpPr>
        <p:spPr>
          <a:xfrm>
            <a:off x="960120" y="2304288"/>
            <a:ext cx="47242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빛에 대해 증언해 예수님을 믿게 하는 것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“그는 빛이 아니요 이 빛에 대하여 증언하러 온 자라”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요한복음은 세례요한의 비중을 의도적으로 낮춘다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“그는 흥하여야 하겠고 나는 쇠하여야 하리라” (3:30)</a:t>
            </a:r>
            <a:endParaRPr lang="en-US" sz="1500" dirty="0"/>
          </a:p>
        </p:txBody>
      </p:sp>
      <p:sp>
        <p:nvSpPr>
          <p:cNvPr id="7" name="cmp-1"/>
          <p:cNvSpPr/>
          <p:nvPr/>
        </p:nvSpPr>
        <p:spPr>
          <a:xfrm>
            <a:off x="6233008" y="1481328"/>
            <a:ext cx="5272888" cy="2432304"/>
          </a:xfrm>
          <a:prstGeom prst="roundRect">
            <a:avLst>
              <a:gd name="adj" fmla="val 22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8" name="cmp-1-head"/>
          <p:cNvSpPr txBox="1"/>
          <p:nvPr/>
        </p:nvSpPr>
        <p:spPr>
          <a:xfrm>
            <a:off x="6507328" y="1719072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32~33. 영접 = 믿음 = 순종</a:t>
            </a:r>
            <a:endParaRPr lang="en-US" sz="2000" dirty="0"/>
          </a:p>
        </p:txBody>
      </p:sp>
      <p:sp>
        <p:nvSpPr>
          <p:cNvPr id="9" name="cmp-1-items"/>
          <p:cNvSpPr txBox="1"/>
          <p:nvPr/>
        </p:nvSpPr>
        <p:spPr>
          <a:xfrm>
            <a:off x="6507328" y="2304288"/>
            <a:ext cx="47242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영접 = 그 이름을 믿는 것 (1:12)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‘영접함’과 ‘믿음’이 같은 뜻으로 쓰인다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믿음 = 순종 (3:36)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요한복음의 믿음은 ‘행동하는 믿음’이다</a:t>
            </a:r>
            <a:endParaRPr lang="en-US" sz="1500" dirty="0"/>
          </a:p>
        </p:txBody>
      </p:sp>
      <p:sp>
        <p:nvSpPr>
          <p:cNvPr id="10" name="subhead-badge"/>
          <p:cNvSpPr/>
          <p:nvPr/>
        </p:nvSpPr>
        <p:spPr>
          <a:xfrm>
            <a:off x="685800" y="3959352"/>
            <a:ext cx="37545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subhead-badge-text"/>
          <p:cNvSpPr txBox="1"/>
          <p:nvPr/>
        </p:nvSpPr>
        <p:spPr>
          <a:xfrm>
            <a:off x="685800" y="3959352"/>
            <a:ext cx="3754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300" dirty="0"/>
          </a:p>
        </p:txBody>
      </p:sp>
      <p:sp>
        <p:nvSpPr>
          <p:cNvPr id="12" name="subhead-text"/>
          <p:cNvSpPr txBox="1"/>
          <p:nvPr/>
        </p:nvSpPr>
        <p:spPr>
          <a:xfrm>
            <a:off x="1189269" y="3950208"/>
            <a:ext cx="1031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13절 — 하나님의 자녀가 되는 길</a:t>
            </a:r>
            <a:endParaRPr lang="en-US" sz="1900" dirty="0"/>
          </a:p>
        </p:txBody>
      </p:sp>
      <p:sp>
        <p:nvSpPr>
          <p:cNvPr id="13" name="card-0"/>
          <p:cNvSpPr/>
          <p:nvPr/>
        </p:nvSpPr>
        <p:spPr>
          <a:xfrm>
            <a:off x="685800" y="4370832"/>
            <a:ext cx="2526716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4" name="card-0-badge"/>
          <p:cNvSpPr/>
          <p:nvPr/>
        </p:nvSpPr>
        <p:spPr>
          <a:xfrm>
            <a:off x="868680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ard-0-badge-text"/>
          <p:cNvSpPr txBox="1"/>
          <p:nvPr/>
        </p:nvSpPr>
        <p:spPr>
          <a:xfrm>
            <a:off x="86868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card-0-head"/>
          <p:cNvSpPr txBox="1"/>
          <p:nvPr/>
        </p:nvSpPr>
        <p:spPr>
          <a:xfrm>
            <a:off x="868680" y="5047488"/>
            <a:ext cx="216095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혈통이 아니라</a:t>
            </a:r>
            <a:endParaRPr lang="en-US" sz="1500" dirty="0"/>
          </a:p>
        </p:txBody>
      </p:sp>
      <p:sp>
        <p:nvSpPr>
          <p:cNvPr id="17" name="card-0-body"/>
          <p:cNvSpPr txBox="1"/>
          <p:nvPr/>
        </p:nvSpPr>
        <p:spPr>
          <a:xfrm>
            <a:off x="868680" y="5360670"/>
            <a:ext cx="216095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모태신앙이어서가 아니다</a:t>
            </a:r>
            <a:endParaRPr lang="en-US" sz="1300" dirty="0"/>
          </a:p>
        </p:txBody>
      </p:sp>
      <p:sp>
        <p:nvSpPr>
          <p:cNvPr id="18" name="card-1"/>
          <p:cNvSpPr/>
          <p:nvPr/>
        </p:nvSpPr>
        <p:spPr>
          <a:xfrm>
            <a:off x="3450260" y="4370832"/>
            <a:ext cx="2526716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9" name="card-1-badge"/>
          <p:cNvSpPr/>
          <p:nvPr/>
        </p:nvSpPr>
        <p:spPr>
          <a:xfrm>
            <a:off x="3633140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ard-1-badge-text"/>
          <p:cNvSpPr txBox="1"/>
          <p:nvPr/>
        </p:nvSpPr>
        <p:spPr>
          <a:xfrm>
            <a:off x="363314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card-1-head"/>
          <p:cNvSpPr txBox="1"/>
          <p:nvPr/>
        </p:nvSpPr>
        <p:spPr>
          <a:xfrm>
            <a:off x="3633140" y="5047488"/>
            <a:ext cx="216095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육정이 아니라</a:t>
            </a:r>
            <a:endParaRPr lang="en-US" sz="1500" dirty="0"/>
          </a:p>
        </p:txBody>
      </p:sp>
      <p:sp>
        <p:nvSpPr>
          <p:cNvPr id="22" name="card-1-body"/>
          <p:cNvSpPr txBox="1"/>
          <p:nvPr/>
        </p:nvSpPr>
        <p:spPr>
          <a:xfrm>
            <a:off x="3633140" y="5360670"/>
            <a:ext cx="216095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욕구나 노력이 아니다</a:t>
            </a:r>
            <a:endParaRPr lang="en-US" sz="1300" dirty="0"/>
          </a:p>
        </p:txBody>
      </p:sp>
      <p:sp>
        <p:nvSpPr>
          <p:cNvPr id="23" name="card-2"/>
          <p:cNvSpPr/>
          <p:nvPr/>
        </p:nvSpPr>
        <p:spPr>
          <a:xfrm>
            <a:off x="6214720" y="4370832"/>
            <a:ext cx="2526716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4" name="card-2-badge"/>
          <p:cNvSpPr/>
          <p:nvPr/>
        </p:nvSpPr>
        <p:spPr>
          <a:xfrm>
            <a:off x="6397600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ard-2-badge-text"/>
          <p:cNvSpPr txBox="1"/>
          <p:nvPr/>
        </p:nvSpPr>
        <p:spPr>
          <a:xfrm>
            <a:off x="63976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card-2-head"/>
          <p:cNvSpPr txBox="1"/>
          <p:nvPr/>
        </p:nvSpPr>
        <p:spPr>
          <a:xfrm>
            <a:off x="6397600" y="5047488"/>
            <a:ext cx="216095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뜻이 아니라</a:t>
            </a:r>
            <a:endParaRPr lang="en-US" sz="1500" dirty="0"/>
          </a:p>
        </p:txBody>
      </p:sp>
      <p:sp>
        <p:nvSpPr>
          <p:cNvPr id="27" name="card-2-body"/>
          <p:cNvSpPr txBox="1"/>
          <p:nvPr/>
        </p:nvSpPr>
        <p:spPr>
          <a:xfrm>
            <a:off x="6397600" y="5360670"/>
            <a:ext cx="216095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누군가의 결정으로 되지 않는다</a:t>
            </a:r>
            <a:endParaRPr lang="en-US" sz="1300" dirty="0"/>
          </a:p>
        </p:txBody>
      </p:sp>
      <p:sp>
        <p:nvSpPr>
          <p:cNvPr id="28" name="card-3"/>
          <p:cNvSpPr/>
          <p:nvPr/>
        </p:nvSpPr>
        <p:spPr>
          <a:xfrm>
            <a:off x="8979179" y="4370832"/>
            <a:ext cx="2526716" cy="1810512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9" name="card-3-badge"/>
          <p:cNvSpPr/>
          <p:nvPr/>
        </p:nvSpPr>
        <p:spPr>
          <a:xfrm>
            <a:off x="9162059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ard-3-badge-text"/>
          <p:cNvSpPr txBox="1"/>
          <p:nvPr/>
        </p:nvSpPr>
        <p:spPr>
          <a:xfrm>
            <a:off x="9162059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200" dirty="0"/>
          </a:p>
        </p:txBody>
      </p:sp>
      <p:sp>
        <p:nvSpPr>
          <p:cNvPr id="31" name="card-3-head"/>
          <p:cNvSpPr txBox="1"/>
          <p:nvPr/>
        </p:nvSpPr>
        <p:spPr>
          <a:xfrm>
            <a:off x="9162059" y="5047488"/>
            <a:ext cx="216095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하나님께로 난 자</a:t>
            </a:r>
            <a:endParaRPr lang="en-US" sz="1500" dirty="0"/>
          </a:p>
        </p:txBody>
      </p:sp>
      <p:sp>
        <p:nvSpPr>
          <p:cNvPr id="32" name="card-3-body"/>
          <p:cNvSpPr txBox="1"/>
          <p:nvPr/>
        </p:nvSpPr>
        <p:spPr>
          <a:xfrm>
            <a:off x="9162059" y="5360670"/>
            <a:ext cx="2160956" cy="23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하나님이 낳으셔야 한다</a:t>
            </a:r>
            <a:endParaRPr lang="en-US" sz="1300" dirty="0"/>
          </a:p>
        </p:txBody>
      </p:sp>
      <p:sp>
        <p:nvSpPr>
          <p:cNvPr id="33" name="card-3-foot"/>
          <p:cNvSpPr txBox="1"/>
          <p:nvPr/>
        </p:nvSpPr>
        <p:spPr>
          <a:xfrm>
            <a:off x="9162059" y="5633022"/>
            <a:ext cx="2160956" cy="4020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근원은 예수님 (35)</a:t>
            </a:r>
            <a:endParaRPr lang="en-US" sz="1150" dirty="0"/>
          </a:p>
        </p:txBody>
      </p:sp>
      <p:sp>
        <p:nvSpPr>
          <p:cNvPr id="34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· 질문 Q6 · Q7 · Q8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창조주 앞에서, 빛 앞에서</a:t>
            </a:r>
            <a:endParaRPr lang="en-US" sz="3800" dirty="0"/>
          </a:p>
        </p:txBody>
      </p:sp>
      <p:sp>
        <p:nvSpPr>
          <p:cNvPr id="4" name="card-0"/>
          <p:cNvSpPr/>
          <p:nvPr/>
        </p:nvSpPr>
        <p:spPr>
          <a:xfrm>
            <a:off x="685800" y="2212848"/>
            <a:ext cx="3448202" cy="3072384"/>
          </a:xfrm>
          <a:prstGeom prst="roundRect">
            <a:avLst>
              <a:gd name="adj" fmla="val 178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24505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Q6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2980944"/>
            <a:ext cx="2972714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예수님이 나의 창조주라는 사실</a:t>
            </a:r>
            <a:endParaRPr lang="en-US" sz="19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3662172"/>
            <a:ext cx="2972714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삶에 어떤 영향을 주나요?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창조하셨을까요?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우리와 교제하기 위해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그분은 나를 얼마나 아실까요?</a:t>
            </a:r>
            <a:endParaRPr lang="en-US" sz="1450" dirty="0"/>
          </a:p>
        </p:txBody>
      </p:sp>
      <p:sp>
        <p:nvSpPr>
          <p:cNvPr id="9" name="card-1"/>
          <p:cNvSpPr/>
          <p:nvPr/>
        </p:nvSpPr>
        <p:spPr>
          <a:xfrm>
            <a:off x="4371746" y="2212848"/>
            <a:ext cx="3448202" cy="3072384"/>
          </a:xfrm>
          <a:prstGeom prst="roundRect">
            <a:avLst>
              <a:gd name="adj" fmla="val 178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4609490" y="24505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460949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Q7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4609490" y="2980944"/>
            <a:ext cx="2972714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 세례요한은 누구였나</a:t>
            </a:r>
            <a:endParaRPr lang="en-US" sz="1900" dirty="0"/>
          </a:p>
        </p:txBody>
      </p:sp>
      <p:sp>
        <p:nvSpPr>
          <p:cNvPr id="13" name="card-1-body"/>
          <p:cNvSpPr txBox="1"/>
          <p:nvPr/>
        </p:nvSpPr>
        <p:spPr>
          <a:xfrm>
            <a:off x="4609490" y="3662172"/>
            <a:ext cx="2972714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예수님께로 가리켜 준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이름을 떠올려 봅시다.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— 나는 누구에게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 사람이 되려 합니까?</a:t>
            </a:r>
            <a:endParaRPr lang="en-US" sz="1450" dirty="0"/>
          </a:p>
        </p:txBody>
      </p:sp>
      <p:sp>
        <p:nvSpPr>
          <p:cNvPr id="14" name="card-2"/>
          <p:cNvSpPr/>
          <p:nvPr/>
        </p:nvSpPr>
        <p:spPr>
          <a:xfrm>
            <a:off x="8057693" y="2212848"/>
            <a:ext cx="3448202" cy="3072384"/>
          </a:xfrm>
          <a:prstGeom prst="roundRect">
            <a:avLst>
              <a:gd name="adj" fmla="val 178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ard-2-badge"/>
          <p:cNvSpPr/>
          <p:nvPr/>
        </p:nvSpPr>
        <p:spPr>
          <a:xfrm>
            <a:off x="8295437" y="24505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ard-2-badge-text"/>
          <p:cNvSpPr txBox="1"/>
          <p:nvPr/>
        </p:nvSpPr>
        <p:spPr>
          <a:xfrm>
            <a:off x="8295437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Q8</a:t>
            </a:r>
            <a:endParaRPr lang="en-US" sz="1300" dirty="0"/>
          </a:p>
        </p:txBody>
      </p:sp>
      <p:sp>
        <p:nvSpPr>
          <p:cNvPr id="17" name="card-2-head"/>
          <p:cNvSpPr txBox="1"/>
          <p:nvPr/>
        </p:nvSpPr>
        <p:spPr>
          <a:xfrm>
            <a:off x="8295437" y="2980944"/>
            <a:ext cx="2972714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세상에서 빛을 밝히려면</a:t>
            </a:r>
            <a:endParaRPr lang="en-US" sz="1900" dirty="0"/>
          </a:p>
        </p:txBody>
      </p:sp>
      <p:sp>
        <p:nvSpPr>
          <p:cNvPr id="18" name="card-2-body"/>
          <p:cNvSpPr txBox="1"/>
          <p:nvPr/>
        </p:nvSpPr>
        <p:spPr>
          <a:xfrm>
            <a:off x="8295437" y="3662172"/>
            <a:ext cx="2972714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일은?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실제로 할 수 있는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가지를 적어 봅시다.</a:t>
            </a:r>
            <a:endParaRPr lang="en-US" sz="1450" dirty="0"/>
          </a:p>
        </p:txBody>
      </p:sp>
      <p:sp>
        <p:nvSpPr>
          <p:cNvPr id="19" name="guide"/>
          <p:cNvSpPr txBox="1"/>
          <p:nvPr/>
        </p:nvSpPr>
        <p:spPr>
          <a:xfrm>
            <a:off x="685800" y="5413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조별 나눔 10분 → 전체 나눔 2명</a:t>
            </a:r>
            <a:endParaRPr lang="en-US" sz="14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하나님이신 예수님 (1:14~18) — 성육신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36~37</a:t>
            </a:r>
            <a:endParaRPr lang="en-US" sz="1400" dirty="0"/>
          </a:p>
        </p:txBody>
      </p:sp>
      <p:sp>
        <p:nvSpPr>
          <p:cNvPr id="4" name="scripture-text"/>
          <p:cNvSpPr txBox="1"/>
          <p:nvPr/>
        </p:nvSpPr>
        <p:spPr>
          <a:xfrm>
            <a:off x="685800" y="144475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“말씀이 육신이 되어 우리 가운데 거하시매 우리가 그의 영광을 보니 아버지의 독생자의 영광이요 은혜와 진리가 충만하더라”</a:t>
            </a:r>
            <a:endParaRPr lang="en-US" sz="1800" dirty="0"/>
          </a:p>
        </p:txBody>
      </p:sp>
      <p:sp>
        <p:nvSpPr>
          <p:cNvPr id="5" name="scripture-ref"/>
          <p:cNvSpPr txBox="1"/>
          <p:nvPr/>
        </p:nvSpPr>
        <p:spPr>
          <a:xfrm>
            <a:off x="685800" y="223113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1:14 — 요한복음에서 ‘영광’이 처음 등장하는 자리</a:t>
            </a:r>
            <a:endParaRPr lang="en-US" sz="1500" dirty="0"/>
          </a:p>
        </p:txBody>
      </p:sp>
      <p:sp>
        <p:nvSpPr>
          <p:cNvPr id="6" name="keyline"/>
          <p:cNvSpPr/>
          <p:nvPr/>
        </p:nvSpPr>
        <p:spPr>
          <a:xfrm>
            <a:off x="685800" y="2779776"/>
            <a:ext cx="1082009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7" name="keyline-text"/>
          <p:cNvSpPr txBox="1"/>
          <p:nvPr/>
        </p:nvSpPr>
        <p:spPr>
          <a:xfrm>
            <a:off x="960120" y="2779776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 말씀이 육신이 되었다 = 성육신(Incarnation)  ·  먼저 찾아와 주시는 하나님, 가까이 계시는 하나님</a:t>
            </a:r>
            <a:endParaRPr lang="en-US" sz="1700" dirty="0"/>
          </a:p>
        </p:txBody>
      </p:sp>
      <p:sp>
        <p:nvSpPr>
          <p:cNvPr id="8" name="subhead-badge"/>
          <p:cNvSpPr/>
          <p:nvPr/>
        </p:nvSpPr>
        <p:spPr>
          <a:xfrm>
            <a:off x="685800" y="3557016"/>
            <a:ext cx="375453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subhead-badge-text"/>
          <p:cNvSpPr txBox="1"/>
          <p:nvPr/>
        </p:nvSpPr>
        <p:spPr>
          <a:xfrm>
            <a:off x="685800" y="3557016"/>
            <a:ext cx="3754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300" dirty="0"/>
          </a:p>
        </p:txBody>
      </p:sp>
      <p:sp>
        <p:nvSpPr>
          <p:cNvPr id="10" name="subhead-text"/>
          <p:cNvSpPr txBox="1"/>
          <p:nvPr/>
        </p:nvSpPr>
        <p:spPr>
          <a:xfrm>
            <a:off x="1189269" y="3547872"/>
            <a:ext cx="10316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인간이 되기 위해 예수님이 포기하신 것, 그리고 그 이유</a:t>
            </a:r>
            <a:endParaRPr lang="en-US" sz="1900" dirty="0"/>
          </a:p>
        </p:txBody>
      </p:sp>
      <p:sp>
        <p:nvSpPr>
          <p:cNvPr id="11" name="cmp-0"/>
          <p:cNvSpPr/>
          <p:nvPr/>
        </p:nvSpPr>
        <p:spPr>
          <a:xfrm>
            <a:off x="685800" y="3931920"/>
            <a:ext cx="5272888" cy="197510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2" name="cmp-0-head"/>
          <p:cNvSpPr txBox="1"/>
          <p:nvPr/>
        </p:nvSpPr>
        <p:spPr>
          <a:xfrm>
            <a:off x="960120" y="4169664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포기하신 것</a:t>
            </a:r>
            <a:endParaRPr lang="en-US" sz="2000" dirty="0"/>
          </a:p>
        </p:txBody>
      </p:sp>
      <p:sp>
        <p:nvSpPr>
          <p:cNvPr id="13" name="cmp-0-items"/>
          <p:cNvSpPr txBox="1"/>
          <p:nvPr/>
        </p:nvSpPr>
        <p:spPr>
          <a:xfrm>
            <a:off x="960120" y="4754880"/>
            <a:ext cx="4724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하나님으로서의 영광 그 자체 (빌 2:6)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신적 특권 — 전능·전지의 사용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하나님과의 깊은 관계성</a:t>
            </a:r>
            <a:endParaRPr lang="en-US" sz="1350" dirty="0"/>
          </a:p>
        </p:txBody>
      </p:sp>
      <p:sp>
        <p:nvSpPr>
          <p:cNvPr id="14" name="cmp-1"/>
          <p:cNvSpPr/>
          <p:nvPr/>
        </p:nvSpPr>
        <p:spPr>
          <a:xfrm>
            <a:off x="6233008" y="3931920"/>
            <a:ext cx="5272888" cy="1975104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mp-1-head"/>
          <p:cNvSpPr txBox="1"/>
          <p:nvPr/>
        </p:nvSpPr>
        <p:spPr>
          <a:xfrm>
            <a:off x="6507328" y="4169664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포기하셨는가</a:t>
            </a:r>
            <a:endParaRPr lang="en-US" sz="2000" dirty="0"/>
          </a:p>
        </p:txBody>
      </p:sp>
      <p:sp>
        <p:nvSpPr>
          <p:cNvPr id="16" name="cmp-1-items"/>
          <p:cNvSpPr txBox="1"/>
          <p:nvPr/>
        </p:nvSpPr>
        <p:spPr>
          <a:xfrm>
            <a:off x="6507328" y="4754880"/>
            <a:ext cx="4724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자녀가 되는 권세를 주기 위해 (1:12)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구원의 놀라운 은혜를 주기 위해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“자기를 비워 종의 형체를 가지사” (빌 2:7)</a:t>
            </a:r>
            <a:endParaRPr lang="en-US" sz="1350" dirty="0"/>
          </a:p>
        </p:txBody>
      </p:sp>
      <p:sp>
        <p:nvSpPr>
          <p:cNvPr id="17" name="note"/>
          <p:cNvSpPr txBox="1"/>
          <p:nvPr/>
        </p:nvSpPr>
        <p:spPr>
          <a:xfrm>
            <a:off x="685800" y="5961888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 없는 사랑은 없습니다. 하나님이 먼저 포기하셨습니다.</a:t>
            </a:r>
            <a:endParaRPr lang="en-US" sz="15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율법과 은혜 (1:16~17)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38~40</a:t>
            </a:r>
            <a:endParaRPr lang="en-US" sz="1400" dirty="0"/>
          </a:p>
        </p:txBody>
      </p:sp>
      <p:sp>
        <p:nvSpPr>
          <p:cNvPr id="4" name="scripture-text"/>
          <p:cNvSpPr txBox="1"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7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“율법은 모세로 말미암아 주어진 것이요 은혜와 진리는 예수 그리스도로 말미암아 온 것이라”</a:t>
            </a:r>
            <a:endParaRPr lang="en-US" sz="1700" dirty="0"/>
          </a:p>
        </p:txBody>
      </p:sp>
      <p:sp>
        <p:nvSpPr>
          <p:cNvPr id="5" name="scripture-ref"/>
          <p:cNvSpPr txBox="1"/>
          <p:nvPr/>
        </p:nvSpPr>
        <p:spPr>
          <a:xfrm>
            <a:off x="685800" y="19933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1:17</a:t>
            </a:r>
            <a:endParaRPr lang="en-US" sz="1500" dirty="0"/>
          </a:p>
        </p:txBody>
      </p:sp>
      <p:sp>
        <p:nvSpPr>
          <p:cNvPr id="6" name="cmp-0"/>
          <p:cNvSpPr/>
          <p:nvPr/>
        </p:nvSpPr>
        <p:spPr>
          <a:xfrm>
            <a:off x="685800" y="2523744"/>
            <a:ext cx="5272888" cy="2432304"/>
          </a:xfrm>
          <a:prstGeom prst="roundRect">
            <a:avLst>
              <a:gd name="adj" fmla="val 22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mp-0-head"/>
          <p:cNvSpPr txBox="1"/>
          <p:nvPr/>
        </p:nvSpPr>
        <p:spPr>
          <a:xfrm>
            <a:off x="960120" y="2761488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율법의 역할</a:t>
            </a:r>
            <a:endParaRPr lang="en-US" sz="2000" dirty="0"/>
          </a:p>
        </p:txBody>
      </p:sp>
      <p:sp>
        <p:nvSpPr>
          <p:cNvPr id="8" name="cmp-0-items"/>
          <p:cNvSpPr txBox="1"/>
          <p:nvPr/>
        </p:nvSpPr>
        <p:spPr>
          <a:xfrm>
            <a:off x="960120" y="3346704"/>
            <a:ext cx="47242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죄를 깨닫게 하고 정죄한다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죄를 있는 그대로 보여주기 위해 주어졌다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진단은 하지만 치료는 못 한다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체온계와 같다 — 열이 있음을 알려주지만 열을 내리지는 못한다</a:t>
            </a:r>
            <a:endParaRPr lang="en-US" sz="1500" dirty="0"/>
          </a:p>
        </p:txBody>
      </p:sp>
      <p:sp>
        <p:nvSpPr>
          <p:cNvPr id="9" name="cmp-1"/>
          <p:cNvSpPr/>
          <p:nvPr/>
        </p:nvSpPr>
        <p:spPr>
          <a:xfrm>
            <a:off x="6233008" y="2523744"/>
            <a:ext cx="5272888" cy="2432304"/>
          </a:xfrm>
          <a:prstGeom prst="roundRect">
            <a:avLst>
              <a:gd name="adj" fmla="val 225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mp-1-head"/>
          <p:cNvSpPr txBox="1"/>
          <p:nvPr/>
        </p:nvSpPr>
        <p:spPr>
          <a:xfrm>
            <a:off x="6507328" y="2761488"/>
            <a:ext cx="472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은혜의 역할</a:t>
            </a:r>
            <a:endParaRPr lang="en-US" sz="2000" dirty="0"/>
          </a:p>
        </p:txBody>
      </p:sp>
      <p:sp>
        <p:nvSpPr>
          <p:cNvPr id="11" name="cmp-1-items"/>
          <p:cNvSpPr txBox="1"/>
          <p:nvPr/>
        </p:nvSpPr>
        <p:spPr>
          <a:xfrm>
            <a:off x="6507328" y="3346704"/>
            <a:ext cx="47242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죄인을 용서한다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죄의 치료이며 해결이다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노력이 아닌 하나님의 선물</a:t>
            </a:r>
            <a:endParaRPr lang="en-US" sz="15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십자가가 죄의 문제를 푸는 열쇠다</a:t>
            </a:r>
            <a:endParaRPr lang="en-US" sz="1500" dirty="0"/>
          </a:p>
        </p:txBody>
      </p:sp>
      <p:sp>
        <p:nvSpPr>
          <p:cNvPr id="12" name="keyline"/>
          <p:cNvSpPr/>
          <p:nvPr/>
        </p:nvSpPr>
        <p:spPr>
          <a:xfrm>
            <a:off x="685800" y="5138928"/>
            <a:ext cx="10820095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keyline-text"/>
          <p:cNvSpPr txBox="1"/>
          <p:nvPr/>
        </p:nvSpPr>
        <p:spPr>
          <a:xfrm>
            <a:off x="960120" y="5138928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 왜 비교되는가 — 유대인은 율법을 지킴으로 구원받는다고 생각했습니다.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누구도 완벽히 지킬 수 없기에, 하나님의 은혜로 용서받을 필요가 있습니다.</a:t>
            </a:r>
            <a:endParaRPr lang="en-US" sz="16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18절 — 아버지 품 속에 있는 독생하신 하나님</a:t>
            </a:r>
            <a:endParaRPr lang="en-US" sz="3200" dirty="0"/>
          </a:p>
        </p:txBody>
      </p:sp>
      <p:sp>
        <p:nvSpPr>
          <p:cNvPr id="3" name="qtag"/>
          <p:cNvSpPr txBox="1"/>
          <p:nvPr/>
        </p:nvSpPr>
        <p:spPr>
          <a:xfrm>
            <a:off x="9966960" y="420624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41</a:t>
            </a:r>
            <a:endParaRPr lang="en-US" sz="1400" dirty="0"/>
          </a:p>
        </p:txBody>
      </p:sp>
      <p:sp>
        <p:nvSpPr>
          <p:cNvPr id="4" name="scripture-text"/>
          <p:cNvSpPr txBox="1"/>
          <p:nvPr/>
        </p:nvSpPr>
        <p:spPr>
          <a:xfrm>
            <a:off x="685800" y="14813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“본래 하나님을 본 사람이 없으되 아버지 품 속에 있는 독생하신 하나님이 나타내셨느니라”</a:t>
            </a:r>
            <a:endParaRPr lang="en-US" sz="1800" dirty="0"/>
          </a:p>
        </p:txBody>
      </p:sp>
      <p:sp>
        <p:nvSpPr>
          <p:cNvPr id="5" name="scripture-ref"/>
          <p:cNvSpPr txBox="1"/>
          <p:nvPr/>
        </p:nvSpPr>
        <p:spPr>
          <a:xfrm>
            <a:off x="685800" y="2084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1:18</a:t>
            </a:r>
            <a:endParaRPr lang="en-US" sz="1500" dirty="0"/>
          </a:p>
        </p:txBody>
      </p:sp>
      <p:sp>
        <p:nvSpPr>
          <p:cNvPr id="6" name="card-0"/>
          <p:cNvSpPr/>
          <p:nvPr/>
        </p:nvSpPr>
        <p:spPr>
          <a:xfrm>
            <a:off x="685800" y="2651760"/>
            <a:ext cx="3448202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7" name="card-0-badge"/>
          <p:cNvSpPr/>
          <p:nvPr/>
        </p:nvSpPr>
        <p:spPr>
          <a:xfrm>
            <a:off x="923544" y="28895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ard-0-badge-text"/>
          <p:cNvSpPr txBox="1"/>
          <p:nvPr/>
        </p:nvSpPr>
        <p:spPr>
          <a:xfrm>
            <a:off x="923544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card-0-head"/>
          <p:cNvSpPr txBox="1"/>
          <p:nvPr/>
        </p:nvSpPr>
        <p:spPr>
          <a:xfrm>
            <a:off x="923544" y="341985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아버지 품 속 — 관계성</a:t>
            </a:r>
            <a:endParaRPr lang="en-US" sz="1700" dirty="0"/>
          </a:p>
        </p:txBody>
      </p:sp>
      <p:sp>
        <p:nvSpPr>
          <p:cNvPr id="10" name="card-0-body"/>
          <p:cNvSpPr txBox="1"/>
          <p:nvPr/>
        </p:nvSpPr>
        <p:spPr>
          <a:xfrm>
            <a:off x="923544" y="3765042"/>
            <a:ext cx="2972714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하나님과의 친밀한 인격적 관계를 뜻한다.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1절의 “하나님과 함께 계셨으니”와 같은 의미다.</a:t>
            </a:r>
            <a:endParaRPr lang="en-US" sz="1400" dirty="0"/>
          </a:p>
        </p:txBody>
      </p:sp>
      <p:sp>
        <p:nvSpPr>
          <p:cNvPr id="11" name="card-1"/>
          <p:cNvSpPr/>
          <p:nvPr/>
        </p:nvSpPr>
        <p:spPr>
          <a:xfrm>
            <a:off x="4371746" y="2651760"/>
            <a:ext cx="3448202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2" name="card-1-badge"/>
          <p:cNvSpPr/>
          <p:nvPr/>
        </p:nvSpPr>
        <p:spPr>
          <a:xfrm>
            <a:off x="4609490" y="28895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card-1-badge-text"/>
          <p:cNvSpPr txBox="1"/>
          <p:nvPr/>
        </p:nvSpPr>
        <p:spPr>
          <a:xfrm>
            <a:off x="460949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card-1-head"/>
          <p:cNvSpPr txBox="1"/>
          <p:nvPr/>
        </p:nvSpPr>
        <p:spPr>
          <a:xfrm>
            <a:off x="4609490" y="341985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독생하신 하나님 — 신성</a:t>
            </a:r>
            <a:endParaRPr lang="en-US" sz="1700" dirty="0"/>
          </a:p>
        </p:txBody>
      </p:sp>
      <p:sp>
        <p:nvSpPr>
          <p:cNvPr id="15" name="card-1-body"/>
          <p:cNvSpPr txBox="1"/>
          <p:nvPr/>
        </p:nvSpPr>
        <p:spPr>
          <a:xfrm>
            <a:off x="4609490" y="3765042"/>
            <a:ext cx="2972714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하나님과 동일한 속성을 가지셨다는 뜻이며,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피조된 분이 아님을 뜻한다.</a:t>
            </a:r>
            <a:endParaRPr lang="en-US" sz="1400" dirty="0"/>
          </a:p>
        </p:txBody>
      </p:sp>
      <p:sp>
        <p:nvSpPr>
          <p:cNvPr id="16" name="card-2"/>
          <p:cNvSpPr/>
          <p:nvPr/>
        </p:nvSpPr>
        <p:spPr>
          <a:xfrm>
            <a:off x="8057693" y="2651760"/>
            <a:ext cx="3448202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2-badge"/>
          <p:cNvSpPr/>
          <p:nvPr/>
        </p:nvSpPr>
        <p:spPr>
          <a:xfrm>
            <a:off x="8295437" y="28895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card-2-badge-text"/>
          <p:cNvSpPr txBox="1"/>
          <p:nvPr/>
        </p:nvSpPr>
        <p:spPr>
          <a:xfrm>
            <a:off x="8295437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300" dirty="0"/>
          </a:p>
        </p:txBody>
      </p:sp>
      <p:sp>
        <p:nvSpPr>
          <p:cNvPr id="19" name="card-2-head"/>
          <p:cNvSpPr txBox="1"/>
          <p:nvPr/>
        </p:nvSpPr>
        <p:spPr>
          <a:xfrm>
            <a:off x="8295437" y="3419856"/>
            <a:ext cx="297271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나타내셨느니라 — 계시</a:t>
            </a:r>
            <a:endParaRPr lang="en-US" sz="1700" dirty="0"/>
          </a:p>
        </p:txBody>
      </p:sp>
      <p:sp>
        <p:nvSpPr>
          <p:cNvPr id="20" name="card-2-body"/>
          <p:cNvSpPr txBox="1"/>
          <p:nvPr/>
        </p:nvSpPr>
        <p:spPr>
          <a:xfrm>
            <a:off x="8295437" y="3765042"/>
            <a:ext cx="2972714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보지 못한 하나님을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예수님이 보여주셨다.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요한복음은 이 계시에 대한 복음서다.</a:t>
            </a:r>
            <a:endParaRPr lang="en-US" sz="1400" dirty="0"/>
          </a:p>
        </p:txBody>
      </p:sp>
      <p:sp>
        <p:nvSpPr>
          <p:cNvPr id="21" name="bullets"/>
          <p:cNvSpPr txBox="1"/>
          <p:nvPr/>
        </p:nvSpPr>
        <p:spPr>
          <a:xfrm>
            <a:off x="685800" y="5084064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“하나님을 본 사람이 없다”면 모세는? — 모세도 하나님의 본체를 본 것이 아닙니다 (출 33:20~23).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유한하고 죄악된 인생이 하나님을 보는 것은 곧 죽음을 의미합니다. 그래서 하나님이 사람이 되어 오셨습니다.</a:t>
            </a:r>
            <a:endParaRPr lang="en-US" sz="1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나눔 · 질문 Q9 · Q10 · Q11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7899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말씀이 육신이 되셨다면, 나는</a:t>
            </a:r>
            <a:endParaRPr lang="en-US" sz="3800" dirty="0"/>
          </a:p>
        </p:txBody>
      </p:sp>
      <p:sp>
        <p:nvSpPr>
          <p:cNvPr id="4" name="card-0"/>
          <p:cNvSpPr/>
          <p:nvPr/>
        </p:nvSpPr>
        <p:spPr>
          <a:xfrm>
            <a:off x="685800" y="2286000"/>
            <a:ext cx="3448202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5" name="card-0-badge"/>
          <p:cNvSpPr/>
          <p:nvPr/>
        </p:nvSpPr>
        <p:spPr>
          <a:xfrm>
            <a:off x="923544" y="25237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card-0-badge-text"/>
          <p:cNvSpPr txBox="1"/>
          <p:nvPr/>
        </p:nvSpPr>
        <p:spPr>
          <a:xfrm>
            <a:off x="923544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Q9</a:t>
            </a:r>
            <a:endParaRPr lang="en-US" sz="1300" dirty="0"/>
          </a:p>
        </p:txBody>
      </p:sp>
      <p:sp>
        <p:nvSpPr>
          <p:cNvPr id="7" name="card-0-head"/>
          <p:cNvSpPr txBox="1"/>
          <p:nvPr/>
        </p:nvSpPr>
        <p:spPr>
          <a:xfrm>
            <a:off x="923544" y="3054096"/>
            <a:ext cx="29727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성육신의 의미</a:t>
            </a:r>
            <a:endParaRPr lang="en-US" sz="1800" dirty="0"/>
          </a:p>
        </p:txBody>
      </p:sp>
      <p:sp>
        <p:nvSpPr>
          <p:cNvPr id="8" name="card-0-body"/>
          <p:cNvSpPr txBox="1"/>
          <p:nvPr/>
        </p:nvSpPr>
        <p:spPr>
          <a:xfrm>
            <a:off x="923544" y="3415284"/>
            <a:ext cx="2972714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“말씀이 육신이 되셨다”는 것이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 어떤 의미입니까?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계시는 하나님 · 포기하시는 분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말씀의 능력</a:t>
            </a:r>
            <a:endParaRPr lang="en-US" sz="1450" dirty="0"/>
          </a:p>
        </p:txBody>
      </p:sp>
      <p:sp>
        <p:nvSpPr>
          <p:cNvPr id="9" name="card-1"/>
          <p:cNvSpPr/>
          <p:nvPr/>
        </p:nvSpPr>
        <p:spPr>
          <a:xfrm>
            <a:off x="4371746" y="2286000"/>
            <a:ext cx="3448202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4609490" y="2523744"/>
            <a:ext cx="471739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4609490" y="2523744"/>
            <a:ext cx="4717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Q10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4609490" y="3054096"/>
            <a:ext cx="29727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통해 알게 된 하나님</a:t>
            </a:r>
            <a:endParaRPr lang="en-US" sz="1800" dirty="0"/>
          </a:p>
        </p:txBody>
      </p:sp>
      <p:sp>
        <p:nvSpPr>
          <p:cNvPr id="13" name="card-1-body"/>
          <p:cNvSpPr txBox="1"/>
          <p:nvPr/>
        </p:nvSpPr>
        <p:spPr>
          <a:xfrm>
            <a:off x="4609490" y="3703320"/>
            <a:ext cx="297271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예수님을 통해 하나님의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부분을 알게 되었습니까?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구원의 뜻 · 진리 · 사랑</a:t>
            </a:r>
            <a:endParaRPr lang="en-US" sz="1450" dirty="0"/>
          </a:p>
        </p:txBody>
      </p:sp>
      <p:sp>
        <p:nvSpPr>
          <p:cNvPr id="14" name="card-2"/>
          <p:cNvSpPr/>
          <p:nvPr/>
        </p:nvSpPr>
        <p:spPr>
          <a:xfrm>
            <a:off x="8057693" y="2286000"/>
            <a:ext cx="3448202" cy="2834640"/>
          </a:xfrm>
          <a:prstGeom prst="roundRect">
            <a:avLst>
              <a:gd name="adj" fmla="val 193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5" name="card-2-badge"/>
          <p:cNvSpPr/>
          <p:nvPr/>
        </p:nvSpPr>
        <p:spPr>
          <a:xfrm>
            <a:off x="8295437" y="2523744"/>
            <a:ext cx="471739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card-2-badge-text"/>
          <p:cNvSpPr txBox="1"/>
          <p:nvPr/>
        </p:nvSpPr>
        <p:spPr>
          <a:xfrm>
            <a:off x="8295437" y="2523744"/>
            <a:ext cx="4717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Q11</a:t>
            </a:r>
            <a:endParaRPr lang="en-US" sz="1300" dirty="0"/>
          </a:p>
        </p:txBody>
      </p:sp>
      <p:sp>
        <p:nvSpPr>
          <p:cNvPr id="17" name="card-2-head"/>
          <p:cNvSpPr txBox="1"/>
          <p:nvPr/>
        </p:nvSpPr>
        <p:spPr>
          <a:xfrm>
            <a:off x="8295437" y="3054096"/>
            <a:ext cx="29727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무엇을 포기할 것인가</a:t>
            </a:r>
            <a:endParaRPr lang="en-US" sz="1800" dirty="0"/>
          </a:p>
        </p:txBody>
      </p:sp>
      <p:sp>
        <p:nvSpPr>
          <p:cNvPr id="18" name="card-2-body"/>
          <p:cNvSpPr txBox="1"/>
          <p:nvPr/>
        </p:nvSpPr>
        <p:spPr>
          <a:xfrm>
            <a:off x="8295437" y="3415284"/>
            <a:ext cx="2972714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이웃을 위해 무엇을 포기하시겠습니까?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· 돈 · 편안함 · 자존심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한 가지를 정해 봅시다.</a:t>
            </a:r>
            <a:endParaRPr lang="en-US" sz="1450" dirty="0"/>
          </a:p>
        </p:txBody>
      </p:sp>
      <p:sp>
        <p:nvSpPr>
          <p:cNvPr id="19" name="guide"/>
          <p:cNvSpPr txBox="1"/>
          <p:nvPr/>
        </p:nvSpPr>
        <p:spPr>
          <a:xfrm>
            <a:off x="685800" y="5376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조별 나눔 10분 → 전체 나눔 2명</a:t>
            </a:r>
            <a:endParaRPr lang="en-US" sz="14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685800" y="2148840"/>
            <a:ext cx="10820095" cy="3931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48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 한 장 정리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17904"/>
            <a:ext cx="5291176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923544" y="17556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923544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card-0-head"/>
          <p:cNvSpPr txBox="1"/>
          <p:nvPr/>
        </p:nvSpPr>
        <p:spPr>
          <a:xfrm>
            <a:off x="923544" y="2286000"/>
            <a:ext cx="4815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주제</a:t>
            </a:r>
            <a:endParaRPr lang="en-US" sz="1800" dirty="0"/>
          </a:p>
        </p:txBody>
      </p:sp>
      <p:sp>
        <p:nvSpPr>
          <p:cNvPr id="7" name="card-0-body"/>
          <p:cNvSpPr txBox="1"/>
          <p:nvPr/>
        </p:nvSpPr>
        <p:spPr>
          <a:xfrm>
            <a:off x="923544" y="2647188"/>
            <a:ext cx="481568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예수님은 누구신가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예수님의 신성(神性)에 초점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6214720" y="1517904"/>
            <a:ext cx="5291176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9" name="card-1-badge"/>
          <p:cNvSpPr/>
          <p:nvPr/>
        </p:nvSpPr>
        <p:spPr>
          <a:xfrm>
            <a:off x="6452464" y="17556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ard-1-badge-text"/>
          <p:cNvSpPr txBox="1"/>
          <p:nvPr/>
        </p:nvSpPr>
        <p:spPr>
          <a:xfrm>
            <a:off x="6452464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card-1-head"/>
          <p:cNvSpPr txBox="1"/>
          <p:nvPr/>
        </p:nvSpPr>
        <p:spPr>
          <a:xfrm>
            <a:off x="6452464" y="2286000"/>
            <a:ext cx="4815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기록목적 (20:31)</a:t>
            </a:r>
            <a:endParaRPr lang="en-US" sz="1800" dirty="0"/>
          </a:p>
        </p:txBody>
      </p:sp>
      <p:sp>
        <p:nvSpPr>
          <p:cNvPr id="12" name="card-1-body"/>
          <p:cNvSpPr txBox="1"/>
          <p:nvPr/>
        </p:nvSpPr>
        <p:spPr>
          <a:xfrm>
            <a:off x="6452464" y="2647188"/>
            <a:ext cx="481568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예수가 하나님의 아들이심을 믿고,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이름을 힘입어 생명을 얻게 함</a:t>
            </a:r>
            <a:endParaRPr lang="en-US" sz="1400" dirty="0"/>
          </a:p>
        </p:txBody>
      </p:sp>
      <p:sp>
        <p:nvSpPr>
          <p:cNvPr id="13" name="subhead-badge"/>
          <p:cNvSpPr/>
          <p:nvPr/>
        </p:nvSpPr>
        <p:spPr>
          <a:xfrm>
            <a:off x="685800" y="344728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ubhead-badge-text"/>
          <p:cNvSpPr txBox="1"/>
          <p:nvPr/>
        </p:nvSpPr>
        <p:spPr>
          <a:xfrm>
            <a:off x="68580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ubhead-text"/>
          <p:cNvSpPr txBox="1"/>
          <p:nvPr/>
        </p:nvSpPr>
        <p:spPr>
          <a:xfrm>
            <a:off x="1161288" y="3438144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신성의 근거 여섯 가지</a:t>
            </a:r>
            <a:endParaRPr lang="en-US" sz="1900" dirty="0"/>
          </a:p>
        </p:txBody>
      </p:sp>
      <p:sp>
        <p:nvSpPr>
          <p:cNvPr id="16" name="card-0"/>
          <p:cNvSpPr/>
          <p:nvPr/>
        </p:nvSpPr>
        <p:spPr>
          <a:xfrm>
            <a:off x="685800" y="3840480"/>
            <a:ext cx="1605229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7" name="card-0-head"/>
          <p:cNvSpPr txBox="1"/>
          <p:nvPr/>
        </p:nvSpPr>
        <p:spPr>
          <a:xfrm>
            <a:off x="850392" y="4005072"/>
            <a:ext cx="127604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자기선언</a:t>
            </a:r>
            <a:endParaRPr lang="en-US" sz="1350" dirty="0"/>
          </a:p>
        </p:txBody>
      </p:sp>
      <p:sp>
        <p:nvSpPr>
          <p:cNvPr id="18" name="card-0-body"/>
          <p:cNvSpPr txBox="1"/>
          <p:nvPr/>
        </p:nvSpPr>
        <p:spPr>
          <a:xfrm>
            <a:off x="850392" y="4294251"/>
            <a:ext cx="127604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 빛 문 목자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부활생명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길진리생명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포도나무</a:t>
            </a:r>
            <a:endParaRPr lang="en-US" sz="1200" dirty="0"/>
          </a:p>
        </p:txBody>
      </p:sp>
      <p:sp>
        <p:nvSpPr>
          <p:cNvPr id="19" name="card-1"/>
          <p:cNvSpPr/>
          <p:nvPr/>
        </p:nvSpPr>
        <p:spPr>
          <a:xfrm>
            <a:off x="2528773" y="3840480"/>
            <a:ext cx="1605229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0" name="card-1-head"/>
          <p:cNvSpPr txBox="1"/>
          <p:nvPr/>
        </p:nvSpPr>
        <p:spPr>
          <a:xfrm>
            <a:off x="2693365" y="4005072"/>
            <a:ext cx="127604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성령의 복음서</a:t>
            </a:r>
            <a:endParaRPr lang="en-US" sz="1350" dirty="0"/>
          </a:p>
        </p:txBody>
      </p:sp>
      <p:sp>
        <p:nvSpPr>
          <p:cNvPr id="21" name="card-1-body"/>
          <p:cNvSpPr txBox="1"/>
          <p:nvPr/>
        </p:nvSpPr>
        <p:spPr>
          <a:xfrm>
            <a:off x="2693365" y="4294251"/>
            <a:ext cx="127604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하나님은 영이시다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배에서 생수의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강이 흘러나리라</a:t>
            </a:r>
            <a:endParaRPr lang="en-US" sz="1200" dirty="0"/>
          </a:p>
        </p:txBody>
      </p:sp>
      <p:sp>
        <p:nvSpPr>
          <p:cNvPr id="22" name="card-2"/>
          <p:cNvSpPr/>
          <p:nvPr/>
        </p:nvSpPr>
        <p:spPr>
          <a:xfrm>
            <a:off x="4371746" y="3840480"/>
            <a:ext cx="1605229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3" name="card-2-head"/>
          <p:cNvSpPr txBox="1"/>
          <p:nvPr/>
        </p:nvSpPr>
        <p:spPr>
          <a:xfrm>
            <a:off x="4536338" y="4005072"/>
            <a:ext cx="127604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영광의 복음서</a:t>
            </a:r>
            <a:endParaRPr lang="en-US" sz="1350" dirty="0"/>
          </a:p>
        </p:txBody>
      </p:sp>
      <p:sp>
        <p:nvSpPr>
          <p:cNvPr id="24" name="card-2-body"/>
          <p:cNvSpPr txBox="1"/>
          <p:nvPr/>
        </p:nvSpPr>
        <p:spPr>
          <a:xfrm>
            <a:off x="4536338" y="4294251"/>
            <a:ext cx="127604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‘영광’이라는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표현이 많다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1:14 · 17장</a:t>
            </a:r>
            <a:endParaRPr lang="en-US" sz="1200" dirty="0"/>
          </a:p>
        </p:txBody>
      </p:sp>
      <p:sp>
        <p:nvSpPr>
          <p:cNvPr id="25" name="card-3"/>
          <p:cNvSpPr/>
          <p:nvPr/>
        </p:nvSpPr>
        <p:spPr>
          <a:xfrm>
            <a:off x="6214720" y="3840480"/>
            <a:ext cx="1605229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6" name="card-3-head"/>
          <p:cNvSpPr txBox="1"/>
          <p:nvPr/>
        </p:nvSpPr>
        <p:spPr>
          <a:xfrm>
            <a:off x="6379312" y="4005072"/>
            <a:ext cx="127604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사랑의 복음서</a:t>
            </a:r>
            <a:endParaRPr lang="en-US" sz="1350" dirty="0"/>
          </a:p>
        </p:txBody>
      </p:sp>
      <p:sp>
        <p:nvSpPr>
          <p:cNvPr id="27" name="card-3-body"/>
          <p:cNvSpPr txBox="1"/>
          <p:nvPr/>
        </p:nvSpPr>
        <p:spPr>
          <a:xfrm>
            <a:off x="6379312" y="4294251"/>
            <a:ext cx="127604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“내가 너희를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사랑한 것 같이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너희도 서로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사랑하라”</a:t>
            </a:r>
            <a:endParaRPr lang="en-US" sz="1200" dirty="0"/>
          </a:p>
        </p:txBody>
      </p:sp>
      <p:sp>
        <p:nvSpPr>
          <p:cNvPr id="28" name="card-4"/>
          <p:cNvSpPr/>
          <p:nvPr/>
        </p:nvSpPr>
        <p:spPr>
          <a:xfrm>
            <a:off x="8057693" y="3840480"/>
            <a:ext cx="1605229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9" name="card-4-head"/>
          <p:cNvSpPr txBox="1"/>
          <p:nvPr/>
        </p:nvSpPr>
        <p:spPr>
          <a:xfrm>
            <a:off x="8222285" y="4005072"/>
            <a:ext cx="127604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표적</a:t>
            </a:r>
            <a:endParaRPr lang="en-US" sz="1350" dirty="0"/>
          </a:p>
        </p:txBody>
      </p:sp>
      <p:sp>
        <p:nvSpPr>
          <p:cNvPr id="30" name="card-4-body"/>
          <p:cNvSpPr txBox="1"/>
          <p:nvPr/>
        </p:nvSpPr>
        <p:spPr>
          <a:xfrm>
            <a:off x="8222285" y="4294251"/>
            <a:ext cx="127604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가왕베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오물실나</a:t>
            </a:r>
            <a:endParaRPr lang="en-US" sz="1200" dirty="0"/>
          </a:p>
        </p:txBody>
      </p:sp>
      <p:sp>
        <p:nvSpPr>
          <p:cNvPr id="31" name="card-5"/>
          <p:cNvSpPr/>
          <p:nvPr/>
        </p:nvSpPr>
        <p:spPr>
          <a:xfrm>
            <a:off x="9900666" y="3840480"/>
            <a:ext cx="1605229" cy="1572768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32" name="card-5-head"/>
          <p:cNvSpPr txBox="1"/>
          <p:nvPr/>
        </p:nvSpPr>
        <p:spPr>
          <a:xfrm>
            <a:off x="10065258" y="4005072"/>
            <a:ext cx="127604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유대 중심 사역</a:t>
            </a:r>
            <a:endParaRPr lang="en-US" sz="1350" dirty="0"/>
          </a:p>
        </p:txBody>
      </p:sp>
      <p:sp>
        <p:nvSpPr>
          <p:cNvPr id="33" name="card-5-body"/>
          <p:cNvSpPr txBox="1"/>
          <p:nvPr/>
        </p:nvSpPr>
        <p:spPr>
          <a:xfrm>
            <a:off x="10065258" y="4294251"/>
            <a:ext cx="127604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명절마다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예루살렘으로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올라가심</a:t>
            </a:r>
            <a:endParaRPr lang="en-US" sz="1200" dirty="0"/>
          </a:p>
        </p:txBody>
      </p:sp>
      <p:sp>
        <p:nvSpPr>
          <p:cNvPr id="34" name="keyline"/>
          <p:cNvSpPr/>
          <p:nvPr/>
        </p:nvSpPr>
        <p:spPr>
          <a:xfrm>
            <a:off x="685800" y="5596128"/>
            <a:ext cx="10820095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/>
        </p:spPr>
      </p:sp>
      <p:sp>
        <p:nvSpPr>
          <p:cNvPr id="35" name="keyline-text"/>
          <p:cNvSpPr txBox="1"/>
          <p:nvPr/>
        </p:nvSpPr>
        <p:spPr>
          <a:xfrm>
            <a:off x="960120" y="5596128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구조  ·  신학적 서론(~1:18) → 유대·예루살렘 사역(1:19~12) → 다락방 강화(13~17) → 수난과 부활(18~20) → 갈릴리 현현(21)</a:t>
            </a:r>
            <a:endParaRPr lang="en-US" sz="1300" dirty="0"/>
          </a:p>
        </p:txBody>
      </p:sp>
      <p:sp>
        <p:nvSpPr>
          <p:cNvPr id="36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주까지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685800" y="1554480"/>
            <a:ext cx="2526716" cy="27432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4" name="card-0-badge"/>
          <p:cNvSpPr/>
          <p:nvPr/>
        </p:nvSpPr>
        <p:spPr>
          <a:xfrm>
            <a:off x="92354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ard-0-badge-text"/>
          <p:cNvSpPr txBox="1"/>
          <p:nvPr/>
        </p:nvSpPr>
        <p:spPr>
          <a:xfrm>
            <a:off x="92354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card-0-head"/>
          <p:cNvSpPr txBox="1"/>
          <p:nvPr/>
        </p:nvSpPr>
        <p:spPr>
          <a:xfrm>
            <a:off x="923544" y="2322576"/>
            <a:ext cx="20512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 소감문</a:t>
            </a:r>
            <a:endParaRPr lang="en-US" sz="1800" dirty="0"/>
          </a:p>
        </p:txBody>
      </p:sp>
      <p:sp>
        <p:nvSpPr>
          <p:cNvPr id="7" name="card-0-body"/>
          <p:cNvSpPr txBox="1"/>
          <p:nvPr/>
        </p:nvSpPr>
        <p:spPr>
          <a:xfrm>
            <a:off x="923544" y="2683764"/>
            <a:ext cx="2051228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강의에서 가장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남은 것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가지를 중심으로 작성</a:t>
            </a:r>
            <a:endParaRPr lang="en-US" sz="1400" dirty="0"/>
          </a:p>
        </p:txBody>
      </p:sp>
      <p:sp>
        <p:nvSpPr>
          <p:cNvPr id="8" name="card-0-foot"/>
          <p:cNvSpPr txBox="1"/>
          <p:nvPr/>
        </p:nvSpPr>
        <p:spPr>
          <a:xfrm>
            <a:off x="923544" y="36865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: 2주차</a:t>
            </a:r>
            <a:endParaRPr lang="en-US" sz="1200" dirty="0"/>
          </a:p>
        </p:txBody>
      </p:sp>
      <p:sp>
        <p:nvSpPr>
          <p:cNvPr id="9" name="card-1"/>
          <p:cNvSpPr/>
          <p:nvPr/>
        </p:nvSpPr>
        <p:spPr>
          <a:xfrm>
            <a:off x="3450260" y="1554480"/>
            <a:ext cx="2526716" cy="27432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0" name="card-1-badge"/>
          <p:cNvSpPr/>
          <p:nvPr/>
        </p:nvSpPr>
        <p:spPr>
          <a:xfrm>
            <a:off x="368800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ard-1-badge-text"/>
          <p:cNvSpPr txBox="1"/>
          <p:nvPr/>
        </p:nvSpPr>
        <p:spPr>
          <a:xfrm>
            <a:off x="368800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card-1-head"/>
          <p:cNvSpPr txBox="1"/>
          <p:nvPr/>
        </p:nvSpPr>
        <p:spPr>
          <a:xfrm>
            <a:off x="3688004" y="2322576"/>
            <a:ext cx="20512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제2과 예습</a:t>
            </a:r>
            <a:endParaRPr lang="en-US" sz="1800" dirty="0"/>
          </a:p>
        </p:txBody>
      </p:sp>
      <p:sp>
        <p:nvSpPr>
          <p:cNvPr id="13" name="card-1-body"/>
          <p:cNvSpPr txBox="1"/>
          <p:nvPr/>
        </p:nvSpPr>
        <p:spPr>
          <a:xfrm>
            <a:off x="3688004" y="2683764"/>
            <a:ext cx="2051228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1:19~4:42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교재 질문에 미리 답해 보기</a:t>
            </a:r>
            <a:endParaRPr lang="en-US" sz="1400" dirty="0"/>
          </a:p>
        </p:txBody>
      </p:sp>
      <p:sp>
        <p:nvSpPr>
          <p:cNvPr id="14" name="card-1-foot"/>
          <p:cNvSpPr txBox="1"/>
          <p:nvPr/>
        </p:nvSpPr>
        <p:spPr>
          <a:xfrm>
            <a:off x="3688004" y="36865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제2과 영광이 드러나다</a:t>
            </a:r>
            <a:endParaRPr lang="en-US" sz="1200" dirty="0"/>
          </a:p>
        </p:txBody>
      </p:sp>
      <p:sp>
        <p:nvSpPr>
          <p:cNvPr id="15" name="card-2"/>
          <p:cNvSpPr/>
          <p:nvPr/>
        </p:nvSpPr>
        <p:spPr>
          <a:xfrm>
            <a:off x="6214720" y="1554480"/>
            <a:ext cx="2526716" cy="27432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16" name="card-2-badge"/>
          <p:cNvSpPr/>
          <p:nvPr/>
        </p:nvSpPr>
        <p:spPr>
          <a:xfrm>
            <a:off x="6452464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ard-2-badge-text"/>
          <p:cNvSpPr txBox="1"/>
          <p:nvPr/>
        </p:nvSpPr>
        <p:spPr>
          <a:xfrm>
            <a:off x="645246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card-2-head"/>
          <p:cNvSpPr txBox="1"/>
          <p:nvPr/>
        </p:nvSpPr>
        <p:spPr>
          <a:xfrm>
            <a:off x="6452464" y="2322576"/>
            <a:ext cx="20512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통독</a:t>
            </a:r>
            <a:endParaRPr lang="en-US" sz="1800" dirty="0"/>
          </a:p>
        </p:txBody>
      </p:sp>
      <p:sp>
        <p:nvSpPr>
          <p:cNvPr id="19" name="card-2-body"/>
          <p:cNvSpPr txBox="1"/>
          <p:nvPr/>
        </p:nvSpPr>
        <p:spPr>
          <a:xfrm>
            <a:off x="6452464" y="2683764"/>
            <a:ext cx="2051228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주에 21장 일독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쭉 읽어 보기</a:t>
            </a:r>
            <a:endParaRPr lang="en-US" sz="1400" dirty="0"/>
          </a:p>
        </p:txBody>
      </p:sp>
      <p:sp>
        <p:nvSpPr>
          <p:cNvPr id="20" name="card-2-foot"/>
          <p:cNvSpPr txBox="1"/>
          <p:nvPr/>
        </p:nvSpPr>
        <p:spPr>
          <a:xfrm>
            <a:off x="6452464" y="36865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</a:t>
            </a:r>
            <a:endParaRPr lang="en-US" sz="1200" dirty="0"/>
          </a:p>
        </p:txBody>
      </p:sp>
      <p:sp>
        <p:nvSpPr>
          <p:cNvPr id="21" name="card-3"/>
          <p:cNvSpPr/>
          <p:nvPr/>
        </p:nvSpPr>
        <p:spPr>
          <a:xfrm>
            <a:off x="8979179" y="1554480"/>
            <a:ext cx="2526716" cy="2743200"/>
          </a:xfrm>
          <a:prstGeom prst="roundRect">
            <a:avLst>
              <a:gd name="adj" fmla="val 21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25400" dir="5400000">
              <a:srgbClr val="0E1826">
                <a:alpha val="10000"/>
              </a:srgbClr>
            </a:outerShdw>
          </a:effectLst>
        </p:spPr>
      </p:sp>
      <p:sp>
        <p:nvSpPr>
          <p:cNvPr id="22" name="card-3-badge"/>
          <p:cNvSpPr/>
          <p:nvPr/>
        </p:nvSpPr>
        <p:spPr>
          <a:xfrm>
            <a:off x="9216923" y="1792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card-3-badge-text"/>
          <p:cNvSpPr txBox="1"/>
          <p:nvPr/>
        </p:nvSpPr>
        <p:spPr>
          <a:xfrm>
            <a:off x="9216923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card-3-head"/>
          <p:cNvSpPr txBox="1"/>
          <p:nvPr/>
        </p:nvSpPr>
        <p:spPr>
          <a:xfrm>
            <a:off x="9216923" y="2322576"/>
            <a:ext cx="20512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성구 암송</a:t>
            </a:r>
            <a:endParaRPr lang="en-US" sz="1800" dirty="0"/>
          </a:p>
        </p:txBody>
      </p:sp>
      <p:sp>
        <p:nvSpPr>
          <p:cNvPr id="25" name="card-3-body"/>
          <p:cNvSpPr txBox="1"/>
          <p:nvPr/>
        </p:nvSpPr>
        <p:spPr>
          <a:xfrm>
            <a:off x="9216923" y="2683764"/>
            <a:ext cx="2051228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1:12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20:31</a:t>
            </a:r>
            <a:endParaRPr lang="en-US" sz="1400" dirty="0"/>
          </a:p>
        </p:txBody>
      </p:sp>
      <p:sp>
        <p:nvSpPr>
          <p:cNvPr id="26" name="card-3-foot"/>
          <p:cNvSpPr txBox="1"/>
          <p:nvPr/>
        </p:nvSpPr>
        <p:spPr>
          <a:xfrm>
            <a:off x="9216923" y="3686556"/>
            <a:ext cx="2051228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</a:t>
            </a:r>
            <a:endParaRPr lang="en-US" sz="1200" dirty="0"/>
          </a:p>
        </p:txBody>
      </p:sp>
      <p:sp>
        <p:nvSpPr>
          <p:cNvPr id="27" name="scripture-text"/>
          <p:cNvSpPr txBox="1"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2100" i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“영접하는 자 곧 그 이름을 믿는 자들에게는 하나님의 자녀가 되는 권세를 주셨으니”</a:t>
            </a:r>
            <a:endParaRPr lang="en-US" sz="2100" dirty="0"/>
          </a:p>
        </p:txBody>
      </p:sp>
      <p:sp>
        <p:nvSpPr>
          <p:cNvPr id="28" name="scripture-ref"/>
          <p:cNvSpPr txBox="1"/>
          <p:nvPr/>
        </p:nvSpPr>
        <p:spPr>
          <a:xfrm>
            <a:off x="685800" y="52669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1:12 — 이번 주 암송 구절</a:t>
            </a:r>
            <a:endParaRPr lang="en-US" sz="15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938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제1강을 마칩니다</a:t>
            </a:r>
            <a:endParaRPr lang="en-US" sz="15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60120" y="2395728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예수</a:t>
            </a:r>
            <a:endParaRPr lang="en-US" sz="5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4041648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“오직 이것을 기록함은 너희로 예수께서 하나님의 아들 그리스도이심을 믿게 하려 함이요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너희로 믿고 그 이름을 힘입어 생명을 얻게 하려 함이니라”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요한복음 20:31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20624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— 요한복음을 더 깊이 읽는 자료</a:t>
            </a:r>
            <a:endParaRPr lang="en-US" sz="3200" dirty="0"/>
          </a:p>
        </p:txBody>
      </p:sp>
      <p:sp>
        <p:nvSpPr>
          <p:cNvPr id="3" name="ap-0.75-0"/>
          <p:cNvSpPr/>
          <p:nvPr/>
        </p:nvSpPr>
        <p:spPr>
          <a:xfrm>
            <a:off x="685800" y="1499616"/>
            <a:ext cx="5577840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4" name="ap-0.75-0-k"/>
          <p:cNvSpPr txBox="1"/>
          <p:nvPr/>
        </p:nvSpPr>
        <p:spPr>
          <a:xfrm>
            <a:off x="868680" y="1554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성령의 상징</a:t>
            </a:r>
            <a:endParaRPr lang="en-US" sz="1250" dirty="0"/>
          </a:p>
        </p:txBody>
      </p:sp>
      <p:sp>
        <p:nvSpPr>
          <p:cNvPr id="5" name="ap-0.75-0-v"/>
          <p:cNvSpPr txBox="1"/>
          <p:nvPr/>
        </p:nvSpPr>
        <p:spPr>
          <a:xfrm>
            <a:off x="868680" y="1810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바람(3장) · 비둘기(1:32) · 물(7장)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기름(눅 4장) · 인(엡 1장) · 불(행 2장)</a:t>
            </a:r>
            <a:endParaRPr lang="en-US" sz="1150" dirty="0"/>
          </a:p>
        </p:txBody>
      </p:sp>
      <p:sp>
        <p:nvSpPr>
          <p:cNvPr id="6" name="ap-0.75-1"/>
          <p:cNvSpPr/>
          <p:nvPr/>
        </p:nvSpPr>
        <p:spPr>
          <a:xfrm>
            <a:off x="685800" y="2459736"/>
            <a:ext cx="5577840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7" name="ap-0.75-1-k"/>
          <p:cNvSpPr txBox="1"/>
          <p:nvPr/>
        </p:nvSpPr>
        <p:spPr>
          <a:xfrm>
            <a:off x="868680" y="2514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안식일 치유 6</a:t>
            </a:r>
            <a:endParaRPr lang="en-US" sz="1250" dirty="0"/>
          </a:p>
        </p:txBody>
      </p:sp>
      <p:sp>
        <p:nvSpPr>
          <p:cNvPr id="8" name="ap-0.75-1-v"/>
          <p:cNvSpPr txBox="1"/>
          <p:nvPr/>
        </p:nvSpPr>
        <p:spPr>
          <a:xfrm>
            <a:off x="868680" y="27706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마른 자 · 꼬부라진 여인(눅 13) · 수종병자(눅 14)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베데스다 병자(요 5) · 실로암 맹인(요 9) · 가버나움 회당 축귀</a:t>
            </a:r>
            <a:endParaRPr lang="en-US" sz="1150" dirty="0"/>
          </a:p>
        </p:txBody>
      </p:sp>
      <p:sp>
        <p:nvSpPr>
          <p:cNvPr id="9" name="ap-0.75-2"/>
          <p:cNvSpPr/>
          <p:nvPr/>
        </p:nvSpPr>
        <p:spPr>
          <a:xfrm>
            <a:off x="685800" y="3419856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0" name="ap-0.75-2-k"/>
          <p:cNvSpPr txBox="1"/>
          <p:nvPr/>
        </p:nvSpPr>
        <p:spPr>
          <a:xfrm>
            <a:off x="868680" y="3474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“다시는 죄를 범하지 말라”</a:t>
            </a:r>
            <a:endParaRPr lang="en-US" sz="1250" dirty="0"/>
          </a:p>
        </p:txBody>
      </p:sp>
      <p:sp>
        <p:nvSpPr>
          <p:cNvPr id="11" name="ap-0.75-2-v"/>
          <p:cNvSpPr txBox="1"/>
          <p:nvPr/>
        </p:nvSpPr>
        <p:spPr>
          <a:xfrm>
            <a:off x="868680" y="37307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간음한 여인(요 8:11) · 베데스다 못가 병자(요 5:14)</a:t>
            </a:r>
            <a:endParaRPr lang="en-US" sz="1150" dirty="0"/>
          </a:p>
        </p:txBody>
      </p:sp>
      <p:sp>
        <p:nvSpPr>
          <p:cNvPr id="12" name="ap-0.75-3"/>
          <p:cNvSpPr/>
          <p:nvPr/>
        </p:nvSpPr>
        <p:spPr>
          <a:xfrm>
            <a:off x="685800" y="4160520"/>
            <a:ext cx="55778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3" name="ap-0.75-3-k"/>
          <p:cNvSpPr txBox="1"/>
          <p:nvPr/>
        </p:nvSpPr>
        <p:spPr>
          <a:xfrm>
            <a:off x="868680" y="42153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출교(쫓아냄)</a:t>
            </a:r>
            <a:endParaRPr lang="en-US" sz="1250" dirty="0"/>
          </a:p>
        </p:txBody>
      </p:sp>
      <p:sp>
        <p:nvSpPr>
          <p:cNvPr id="14" name="ap-0.75-3-v"/>
          <p:cNvSpPr txBox="1"/>
          <p:nvPr/>
        </p:nvSpPr>
        <p:spPr>
          <a:xfrm>
            <a:off x="868680" y="44714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9:22 · 12:42 · 16:2 — 당시 유대 공동체의 실제 위협</a:t>
            </a:r>
            <a:endParaRPr lang="en-US" sz="1150" dirty="0"/>
          </a:p>
        </p:txBody>
      </p:sp>
      <p:sp>
        <p:nvSpPr>
          <p:cNvPr id="15" name="ap-0.75-4"/>
          <p:cNvSpPr/>
          <p:nvPr/>
        </p:nvSpPr>
        <p:spPr>
          <a:xfrm>
            <a:off x="685800" y="4901184"/>
            <a:ext cx="5577840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/>
        </p:spPr>
      </p:sp>
      <p:sp>
        <p:nvSpPr>
          <p:cNvPr id="16" name="ap-0.75-4-k"/>
          <p:cNvSpPr txBox="1"/>
          <p:nvPr/>
        </p:nvSpPr>
        <p:spPr>
          <a:xfrm>
            <a:off x="868680" y="4956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 구도</a:t>
            </a:r>
            <a:endParaRPr lang="en-US" sz="1250" dirty="0"/>
          </a:p>
        </p:txBody>
      </p:sp>
      <p:sp>
        <p:nvSpPr>
          <p:cNvPr id="17" name="ap-0.75-4-v"/>
          <p:cNvSpPr txBox="1"/>
          <p:nvPr/>
        </p:nvSpPr>
        <p:spPr>
          <a:xfrm>
            <a:off x="868680" y="5212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 / 어두움 (1장) · 하늘 / 땅, 영 / 육 (3장)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진리 / 거짓 (8장) · 자유 / 종 (8장)</a:t>
            </a:r>
            <a:endParaRPr lang="en-US" sz="1150" dirty="0"/>
          </a:p>
        </p:txBody>
      </p:sp>
      <p:sp>
        <p:nvSpPr>
          <p:cNvPr id="18" name="ap-7.08-0"/>
          <p:cNvSpPr/>
          <p:nvPr/>
        </p:nvSpPr>
        <p:spPr>
          <a:xfrm>
            <a:off x="6473952" y="14996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9" name="ap-7.08-0-k"/>
          <p:cNvSpPr txBox="1"/>
          <p:nvPr/>
        </p:nvSpPr>
        <p:spPr>
          <a:xfrm>
            <a:off x="6656832" y="1554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제6시</a:t>
            </a:r>
            <a:endParaRPr lang="en-US" sz="1250" dirty="0"/>
          </a:p>
        </p:txBody>
      </p:sp>
      <p:sp>
        <p:nvSpPr>
          <p:cNvPr id="20" name="ap-7.08-0-v"/>
          <p:cNvSpPr txBox="1"/>
          <p:nvPr/>
        </p:nvSpPr>
        <p:spPr>
          <a:xfrm>
            <a:off x="6656832" y="18105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수가성 여인(4장) · 십자가의 어둠 · 베드로의 환상(행 10)</a:t>
            </a:r>
            <a:endParaRPr lang="en-US" sz="1150" dirty="0"/>
          </a:p>
        </p:txBody>
      </p:sp>
      <p:sp>
        <p:nvSpPr>
          <p:cNvPr id="21" name="ap-7.08-1"/>
          <p:cNvSpPr/>
          <p:nvPr/>
        </p:nvSpPr>
        <p:spPr>
          <a:xfrm>
            <a:off x="6473952" y="21854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2" name="ap-7.08-1-k"/>
          <p:cNvSpPr txBox="1"/>
          <p:nvPr/>
        </p:nvSpPr>
        <p:spPr>
          <a:xfrm>
            <a:off x="6656832" y="2240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제3시</a:t>
            </a:r>
            <a:endParaRPr lang="en-US" sz="1250" dirty="0"/>
          </a:p>
        </p:txBody>
      </p:sp>
      <p:sp>
        <p:nvSpPr>
          <p:cNvPr id="23" name="ap-7.08-1-v"/>
          <p:cNvSpPr txBox="1"/>
          <p:nvPr/>
        </p:nvSpPr>
        <p:spPr>
          <a:xfrm>
            <a:off x="6656832" y="24963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십자가에 못 박히심(막) · 성령 강림(행 2)</a:t>
            </a:r>
            <a:endParaRPr lang="en-US" sz="1150" dirty="0"/>
          </a:p>
        </p:txBody>
      </p:sp>
      <p:sp>
        <p:nvSpPr>
          <p:cNvPr id="24" name="ap-7.08-2"/>
          <p:cNvSpPr/>
          <p:nvPr/>
        </p:nvSpPr>
        <p:spPr>
          <a:xfrm>
            <a:off x="6473952" y="28712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5" name="ap-7.08-2-k"/>
          <p:cNvSpPr txBox="1"/>
          <p:nvPr/>
        </p:nvSpPr>
        <p:spPr>
          <a:xfrm>
            <a:off x="6656832" y="2926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제7시</a:t>
            </a:r>
            <a:endParaRPr lang="en-US" sz="1250" dirty="0"/>
          </a:p>
        </p:txBody>
      </p:sp>
      <p:sp>
        <p:nvSpPr>
          <p:cNvPr id="26" name="ap-7.08-2-v"/>
          <p:cNvSpPr txBox="1"/>
          <p:nvPr/>
        </p:nvSpPr>
        <p:spPr>
          <a:xfrm>
            <a:off x="6656832" y="31821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왕의 신하 아들의 열이 내림(요 4:52)</a:t>
            </a:r>
            <a:endParaRPr lang="en-US" sz="1150" dirty="0"/>
          </a:p>
        </p:txBody>
      </p:sp>
      <p:sp>
        <p:nvSpPr>
          <p:cNvPr id="27" name="ap-7.08-3"/>
          <p:cNvSpPr/>
          <p:nvPr/>
        </p:nvSpPr>
        <p:spPr>
          <a:xfrm>
            <a:off x="6473952" y="35570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28" name="ap-7.08-3-k"/>
          <p:cNvSpPr txBox="1"/>
          <p:nvPr/>
        </p:nvSpPr>
        <p:spPr>
          <a:xfrm>
            <a:off x="6656832" y="3611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제9시</a:t>
            </a:r>
            <a:endParaRPr lang="en-US" sz="1250" dirty="0"/>
          </a:p>
        </p:txBody>
      </p:sp>
      <p:sp>
        <p:nvSpPr>
          <p:cNvPr id="29" name="ap-7.08-3-v"/>
          <p:cNvSpPr txBox="1"/>
          <p:nvPr/>
        </p:nvSpPr>
        <p:spPr>
          <a:xfrm>
            <a:off x="6656832" y="38679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예수님의 죽음 · 미문의 앉은뱅이 치유(행 3) · 고넬료의 환상(행 10)</a:t>
            </a:r>
            <a:endParaRPr lang="en-US" sz="1150" dirty="0"/>
          </a:p>
        </p:txBody>
      </p:sp>
      <p:sp>
        <p:nvSpPr>
          <p:cNvPr id="30" name="ap-7.08-4"/>
          <p:cNvSpPr/>
          <p:nvPr/>
        </p:nvSpPr>
        <p:spPr>
          <a:xfrm>
            <a:off x="6473952" y="42428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31" name="ap-7.08-4-k"/>
          <p:cNvSpPr txBox="1"/>
          <p:nvPr/>
        </p:nvSpPr>
        <p:spPr>
          <a:xfrm>
            <a:off x="6656832" y="42976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제10시</a:t>
            </a:r>
            <a:endParaRPr lang="en-US" sz="1250" dirty="0"/>
          </a:p>
        </p:txBody>
      </p:sp>
      <p:sp>
        <p:nvSpPr>
          <p:cNvPr id="32" name="ap-7.08-4-v"/>
          <p:cNvSpPr txBox="1"/>
          <p:nvPr/>
        </p:nvSpPr>
        <p:spPr>
          <a:xfrm>
            <a:off x="6656832" y="45537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안드레의 부르심(요 1:39)</a:t>
            </a:r>
            <a:endParaRPr lang="en-US" sz="1150" dirty="0"/>
          </a:p>
        </p:txBody>
      </p:sp>
      <p:sp>
        <p:nvSpPr>
          <p:cNvPr id="33" name="ap-7.08-5"/>
          <p:cNvSpPr/>
          <p:nvPr/>
        </p:nvSpPr>
        <p:spPr>
          <a:xfrm>
            <a:off x="6473952" y="49286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34" name="ap-7.08-5-k"/>
          <p:cNvSpPr txBox="1"/>
          <p:nvPr/>
        </p:nvSpPr>
        <p:spPr>
          <a:xfrm>
            <a:off x="6656832" y="4983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사경</a:t>
            </a:r>
            <a:endParaRPr lang="en-US" sz="1250" dirty="0"/>
          </a:p>
        </p:txBody>
      </p:sp>
      <p:sp>
        <p:nvSpPr>
          <p:cNvPr id="35" name="ap-7.08-5-v"/>
          <p:cNvSpPr txBox="1"/>
          <p:nvPr/>
        </p:nvSpPr>
        <p:spPr>
          <a:xfrm>
            <a:off x="6656832" y="52395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예수님이 바다 위를 걸으심(요 6, 마 14)</a:t>
            </a:r>
            <a:endParaRPr lang="en-US" sz="1150" dirty="0"/>
          </a:p>
        </p:txBody>
      </p:sp>
      <p:sp>
        <p:nvSpPr>
          <p:cNvPr id="36" name="ap-7.08-6"/>
          <p:cNvSpPr/>
          <p:nvPr/>
        </p:nvSpPr>
        <p:spPr>
          <a:xfrm>
            <a:off x="6473952" y="5614416"/>
            <a:ext cx="5577840" cy="566928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37" name="ap-7.08-6-k"/>
          <p:cNvSpPr txBox="1"/>
          <p:nvPr/>
        </p:nvSpPr>
        <p:spPr>
          <a:xfrm>
            <a:off x="6656832" y="5669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부활 현현 3장면</a:t>
            </a:r>
            <a:endParaRPr lang="en-US" sz="1250" dirty="0"/>
          </a:p>
        </p:txBody>
      </p:sp>
      <p:sp>
        <p:nvSpPr>
          <p:cNvPr id="38" name="ap-7.08-6-v"/>
          <p:cNvSpPr txBox="1"/>
          <p:nvPr/>
        </p:nvSpPr>
        <p:spPr>
          <a:xfrm>
            <a:off x="6656832" y="592531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안식 후 첫날 저녁(20:19) · 도마의 회심(20:26) · 153마리(21:1)</a:t>
            </a:r>
            <a:endParaRPr lang="en-US" sz="1150" dirty="0"/>
          </a:p>
        </p:txBody>
      </p:sp>
      <p:sp>
        <p:nvSpPr>
          <p:cNvPr id="39" name="note"/>
          <p:cNvSpPr txBox="1"/>
          <p:nvPr/>
        </p:nvSpPr>
        <p:spPr>
          <a:xfrm>
            <a:off x="685800" y="57607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시간은 유대식 시간 — 제6시는 정오, 제9시는 오후 3시입니다.</a:t>
            </a:r>
            <a:endParaRPr lang="en-US" sz="1150" dirty="0"/>
          </a:p>
        </p:txBody>
      </p:sp>
      <p:sp>
        <p:nvSpPr>
          <p:cNvPr id="40" name="Text 0"/>
          <p:cNvSpPr/>
          <p:nvPr>
            <p:ph idx="101" type="body" hasCustomPrompt="1"/>
          </p:nvPr>
        </p:nvSpPr>
        <p:spPr>
          <a:xfrm>
            <a:off x="685800" y="1426464"/>
            <a:ext cx="10820095" cy="4846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9C4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ry - Gospel of John">
  <a:themeElements>
    <a:clrScheme name="Glory - Gospel of John">
      <a:dk1>
        <a:srgbClr val="17202B"/>
      </a:dk1>
      <a:lt1>
        <a:srgbClr val="FFFFFF"/>
      </a:lt1>
      <a:dk2>
        <a:srgbClr val="0E1826"/>
      </a:dk2>
      <a:lt2>
        <a:srgbClr val="F1F4F7"/>
      </a:lt2>
      <a:accent1>
        <a:srgbClr val="C19A4B"/>
      </a:accent1>
      <a:accent2>
        <a:srgbClr val="1F3A52"/>
      </a:accent2>
      <a:accent3>
        <a:srgbClr val="5E7488"/>
      </a:accent3>
      <a:accent4>
        <a:srgbClr val="AEB9C4"/>
      </a:accent4>
      <a:accent5>
        <a:srgbClr val="9A7628"/>
      </a:accent5>
      <a:accent6>
        <a:srgbClr val="E0CA9A"/>
      </a:accent6>
      <a:hlink>
        <a:srgbClr val="1F3A52"/>
      </a:hlink>
      <a:folHlink>
        <a:srgbClr val="5E7488"/>
      </a:folHlink>
    </a:clrScheme>
    <a:fontScheme name="Glory - Gospel of John">
      <a:majorFont>
        <a:latin typeface="맑은 고딕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요한복음 제1강 영광을 만나기 위한 준비</dc:title>
  <dc:subject>요한복음 제1과 · 요한복음 1:1~18</dc:subject>
  <dc:creator>박성은 목사</dc:creator>
  <cp:lastModifiedBy>박성은 목사</cp:lastModifiedBy>
  <cp:revision>1</cp:revision>
  <dcterms:created xsi:type="dcterms:W3CDTF">2026-10-23T15:52:26Z</dcterms:created>
  <dcterms:modified xsi:type="dcterms:W3CDTF">2026-10-23T15:52:26Z</dcterms:modified>
</cp:coreProperties>
</file>