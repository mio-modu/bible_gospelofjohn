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0dadda96-04b1-2863-1ef9-070cde99762b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cb6d9698-3847-0d23-a925-3a11ebb1e7b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ec389f8c-f565-1303-def5-43f0e94f67a0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1f89c1a3-49af-0938-c42a-e88d7f96cea1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2209b6a1-1277-f25f-c8cb-7fd7fe28c277}">
          <p14:sldIdLst>
            <p14:sldId id="299"/>
            <p14:sldId id="300"/>
            <p14:sldId id="301"/>
            <p14:sldId id="302"/>
          </p14:sldIdLst>
        </p14:section>
        <p14:section name="부록" id="{1f3508d5-8dc8-25e0-8c40-84c56ff5a037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500" dirty="0"/>
          </a:p>
        </p:txBody>
      </p:sp>
      <p:sp>
        <p:nvSpPr>
          <p:cNvPr id="5" name="subhead-text"/>
          <p:cNvSpPr txBox="1"/>
          <p:nvPr/>
        </p:nvSpPr>
        <p:spPr>
          <a:xfrm>
            <a:off x="1444752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32704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3270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5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232904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048256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04825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04825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596896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59689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59689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1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체크 · 삶 나눔(가볍게) · 소감문 나눔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38328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38328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38328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393192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393192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39319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480560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4805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4805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2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나눔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26694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26694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26694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41" name="tr-6"/>
          <p:cNvSpPr/>
          <p:nvPr/>
        </p:nvSpPr>
        <p:spPr>
          <a:xfrm>
            <a:off x="6473952" y="581558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2" name="tr-6-t"/>
          <p:cNvSpPr txBox="1"/>
          <p:nvPr/>
        </p:nvSpPr>
        <p:spPr>
          <a:xfrm>
            <a:off x="6675120" y="581558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3" name="tr-6-d"/>
          <p:cNvSpPr txBox="1"/>
          <p:nvPr/>
        </p:nvSpPr>
        <p:spPr>
          <a:xfrm>
            <a:off x="7955280" y="581558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673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252728" y="37856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9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9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9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81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252728" y="47000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9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252877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7507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7507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7507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7507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437174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1805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1805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1805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1805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500" dirty="0"/>
          </a:p>
        </p:txBody>
      </p:sp>
      <p:sp>
        <p:nvSpPr>
          <p:cNvPr id="18" name="card-3"/>
          <p:cNvSpPr/>
          <p:nvPr/>
        </p:nvSpPr>
        <p:spPr>
          <a:xfrm>
            <a:off x="621472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6102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6102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6102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6102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500" dirty="0"/>
          </a:p>
        </p:txBody>
      </p:sp>
      <p:sp>
        <p:nvSpPr>
          <p:cNvPr id="23" name="card-4"/>
          <p:cNvSpPr/>
          <p:nvPr/>
        </p:nvSpPr>
        <p:spPr>
          <a:xfrm>
            <a:off x="805769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0399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0399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0399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0399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500" dirty="0"/>
          </a:p>
        </p:txBody>
      </p:sp>
      <p:sp>
        <p:nvSpPr>
          <p:cNvPr id="28" name="card-5"/>
          <p:cNvSpPr/>
          <p:nvPr/>
        </p:nvSpPr>
        <p:spPr>
          <a:xfrm>
            <a:off x="990066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4697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4697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4697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4697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500" dirty="0"/>
          </a:p>
        </p:txBody>
      </p:sp>
      <p:sp>
        <p:nvSpPr>
          <p:cNvPr id="33" name="card-6"/>
          <p:cNvSpPr/>
          <p:nvPr/>
        </p:nvSpPr>
        <p:spPr>
          <a:xfrm>
            <a:off x="68580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3210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3210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83210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83210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500" dirty="0"/>
          </a:p>
        </p:txBody>
      </p:sp>
      <p:sp>
        <p:nvSpPr>
          <p:cNvPr id="38" name="card-7"/>
          <p:cNvSpPr/>
          <p:nvPr/>
        </p:nvSpPr>
        <p:spPr>
          <a:xfrm>
            <a:off x="252877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7507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7507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7507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7507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500" dirty="0"/>
          </a:p>
        </p:txBody>
      </p:sp>
      <p:sp>
        <p:nvSpPr>
          <p:cNvPr id="43" name="card-8"/>
          <p:cNvSpPr/>
          <p:nvPr/>
        </p:nvSpPr>
        <p:spPr>
          <a:xfrm>
            <a:off x="4371746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18050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1805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18050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6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18050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500" dirty="0"/>
          </a:p>
        </p:txBody>
      </p:sp>
      <p:sp>
        <p:nvSpPr>
          <p:cNvPr id="48" name="card-9"/>
          <p:cNvSpPr/>
          <p:nvPr/>
        </p:nvSpPr>
        <p:spPr>
          <a:xfrm>
            <a:off x="621472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6102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610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4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6102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6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6102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500" dirty="0"/>
          </a:p>
        </p:txBody>
      </p:sp>
      <p:sp>
        <p:nvSpPr>
          <p:cNvPr id="53" name="card-10"/>
          <p:cNvSpPr/>
          <p:nvPr/>
        </p:nvSpPr>
        <p:spPr>
          <a:xfrm>
            <a:off x="805769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0399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0399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4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0399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6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0399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5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08960"/>
            <a:ext cx="8001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08960"/>
            <a:ext cx="8001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650492" y="3127248"/>
            <a:ext cx="98554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급하고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: 서로 사랑하라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5471" y="4041648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7490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749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2728" y="3767328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5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5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5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074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5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255471" y="4425696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0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6692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6692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493008"/>
            <a:ext cx="73837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493008"/>
            <a:ext cx="7383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5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588770" y="3511296"/>
            <a:ext cx="99171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327355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252728" y="387705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4124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600" dirty="0"/>
          </a:p>
        </p:txBody>
      </p:sp>
      <p:sp>
        <p:nvSpPr>
          <p:cNvPr id="18" name="card-0-body"/>
          <p:cNvSpPr txBox="1"/>
          <p:nvPr/>
        </p:nvSpPr>
        <p:spPr>
          <a:xfrm>
            <a:off x="84124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500" dirty="0"/>
          </a:p>
        </p:txBody>
      </p:sp>
      <p:sp>
        <p:nvSpPr>
          <p:cNvPr id="19" name="card-1"/>
          <p:cNvSpPr/>
          <p:nvPr/>
        </p:nvSpPr>
        <p:spPr>
          <a:xfrm>
            <a:off x="252877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8422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6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8422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500" dirty="0"/>
          </a:p>
        </p:txBody>
      </p:sp>
      <p:sp>
        <p:nvSpPr>
          <p:cNvPr id="22" name="card-2"/>
          <p:cNvSpPr/>
          <p:nvPr/>
        </p:nvSpPr>
        <p:spPr>
          <a:xfrm>
            <a:off x="437174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2719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6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2719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500" dirty="0"/>
          </a:p>
        </p:txBody>
      </p:sp>
      <p:sp>
        <p:nvSpPr>
          <p:cNvPr id="25" name="card-3"/>
          <p:cNvSpPr/>
          <p:nvPr/>
        </p:nvSpPr>
        <p:spPr>
          <a:xfrm>
            <a:off x="621472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016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6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016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500" dirty="0"/>
          </a:p>
        </p:txBody>
      </p:sp>
      <p:sp>
        <p:nvSpPr>
          <p:cNvPr id="28" name="card-4"/>
          <p:cNvSpPr/>
          <p:nvPr/>
        </p:nvSpPr>
        <p:spPr>
          <a:xfrm>
            <a:off x="805769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1314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6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1314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500" dirty="0"/>
          </a:p>
        </p:txBody>
      </p:sp>
      <p:sp>
        <p:nvSpPr>
          <p:cNvPr id="31" name="card-5"/>
          <p:cNvSpPr/>
          <p:nvPr/>
        </p:nvSpPr>
        <p:spPr>
          <a:xfrm>
            <a:off x="990066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5611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6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5611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5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532888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295351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3694176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3776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 · 출교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11480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 : 9:22 · 12:42 · 16:2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4855464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49377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276088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532888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295351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456432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5387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3877056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379976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4622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480060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303520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3858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5724144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바다 위를 걸으심 (6장)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2026-10-25T01:02:51Z</dcterms:created>
  <dcterms:modified xsi:type="dcterms:W3CDTF">2026-10-25T01:02:51Z</dcterms:modified>
</cp:coreProperties>
</file>