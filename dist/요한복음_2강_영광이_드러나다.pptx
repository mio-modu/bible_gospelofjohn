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여는 말" id="{61244b12-d607-57ce-7398-676f8235761d}">
          <p14:sldIdLst>
            <p14:sldId id="256"/>
            <p14:sldId id="257"/>
            <p14:sldId id="258"/>
          </p14:sldIdLst>
        </p14:section>
        <p14:section name="세례 요한의 증언" id="{86db6b21-6f1e-8465-f697-78574d6beeb6}">
          <p14:sldIdLst>
            <p14:sldId id="259"/>
            <p14:sldId id="260"/>
            <p14:sldId id="261"/>
            <p14:sldId id="262"/>
            <p14:sldId id="263"/>
            <p14:sldId id="264"/>
            <p14:sldId id="265"/>
            <p14:sldId id="266"/>
            <p14:sldId id="267"/>
          </p14:sldIdLst>
        </p14:section>
        <p14:section name="첫 제자들" id="{360bfeb2-9a7c-236f-ac48-637962a8577d}">
          <p14:sldIdLst>
            <p14:sldId id="268"/>
            <p14:sldId id="269"/>
            <p14:sldId id="270"/>
            <p14:sldId id="271"/>
            <p14:sldId id="272"/>
            <p14:sldId id="273"/>
          </p14:sldIdLst>
        </p14:section>
        <p14:section name="제자들에게 드러난 영광" id="{36392ad6-625b-f1bd-94c5-f4032ba6d041}">
          <p14:sldIdLst>
            <p14:sldId id="274"/>
            <p14:sldId id="275"/>
            <p14:sldId id="276"/>
            <p14:sldId id="277"/>
            <p14:sldId id="278"/>
            <p14:sldId id="279"/>
          </p14:sldIdLst>
        </p14:section>
        <p14:section name="니고데모에게 드러난 영광" id="{b2a28826-4631-3653-8942-faf38877453d}">
          <p14:sldIdLst>
            <p14:sldId id="280"/>
            <p14:sldId id="281"/>
            <p14:sldId id="282"/>
            <p14:sldId id="283"/>
            <p14:sldId id="284"/>
            <p14:sldId id="285"/>
            <p14:sldId id="286"/>
          </p14:sldIdLst>
        </p14:section>
        <p14:section name="사마리아에 드러난 영광" id="{b0b4f1e0-edf9-608a-b9a6-2953d977efb3}">
          <p14:sldIdLst>
            <p14:sldId id="287"/>
            <p14:sldId id="288"/>
            <p14:sldId id="289"/>
            <p14:sldId id="290"/>
            <p14:sldId id="291"/>
            <p14:sldId id="292"/>
            <p14:sldId id="293"/>
          </p14:sldIdLst>
        </p14:section>
        <p14:section name="마무리" id="{50f1cc15-b7e5-4227-29e0-652e129be2f2}">
          <p14:sldIdLst>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 소감문 나눔 → 1강 복습 → 2과 본론.
2과는 범위가 넓습니다(1:19~4:54). 다 설명하려 하지 말고 네 장면만 붙드십시오 — 세례 요한의 증언, 첫 제자들, 가나와 성전, 니고데모와 수가성 여인.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1강 복습을 길게 하지 마십시오. 이 한 장으로 충분합니다.
1강은 '예수님은 누구신가'에 답했습니다 — 태초부터 계신 말씀, 만물을 지으신 창조주, 어둠을 비추는 빛이자 인도자, 그리고 육신이 되어 오신 하나님.
2과는 그다음 질문입니다. 그 영광이 실제로 어떻게, 누구에게 드러나는가. 오늘 보실 것은 그 영광이 사람들 앞에 처음 드러나기 시작하는 장면들입니다.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2과의 구조를 한 번에 보여주는 장입니다.
주목할 점은 영광이 드러나는 '대상'입니다. 처음에는 제자들에게(2장), 다음은 유대 최고의 종교 지도자에게(3장), 그다음은 유대인이 상종하지 않던 사마리아 여인에게(4장) 드러납니다.
안에서 밖으로, 중심에서 변두리로 퍼져 갑니다. 이것이 2과 전체를 꿰는 흐름입니다. 4장 끝의 왕의 신하 아들 치유(두 번째 표적)까지 가면 이방 지역까지 닿습니다.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배경을 먼저 깔아 주십시오.
말라기 이후 400년 동안 이스라엘에 예언자가 없었습니다. 침묵의 400년입니다. 그런데 광야에서 한 사람이 나타나 회개를 선포하고 세례를 베풉니다. 예언자 같은 사람이 나타난 겁니다.
유대교 지도자들이 가만히 있을 수 없었습니다. 예루살렘에서 공식 조사단(제사장과 레위인)을 파송합니다. 24절을 보면 바리새인들이 보낸 자들입니다.
'네가 누구냐'는 단순한 호기심이 아닙니다. 의구심과 기대가 동시에 담긴 질문입니다 — 혹시 메시야인가? 아니면 혹세무민하는 자인가?
이 긴장을 살려 주시면 다음 장의 세 번의 부정이 훨씬 또렷해집니다.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그리스도냐 — 가장 먼저, 가장 분명하게 부정합니다. 20절 '드러내어 말하고 숨기지 아니하니'. 이 대답의 무게가 큽니다. 자신도 그리스도가 필요한 존재임을, 즉 자신이 피조물임을 인정한 것입니다. 여기가 신앙의 출발점입니다.
② 엘리야냐 — 말라기 4:5의 예언 때문에 묻습니다. 유대인들은 하늘로 올라간 그 엘리야가 그대로 다시 올 것으로 기대했습니다. 요한은 '그 엘리야'가 아니라고 답한 겁니다.
그런데 예수님은 마 11:14, 17:12에서 요한을 엘리야라고 인정하십니다. 모순이 아닙니다. 요한은 엘리야 본인은 아니지만 엘리야의 심령과 능력으로 온 사람이었습니다(눅 1:17). 자신은 그 사실을 자각하지 못했을 수 있습니다.
③ 그 선지자냐 — 신 18:15의 '나와 같은 선지자'를 메시야로 이해했기에 묻습니다. 요한은 일관되게 아니라고 합니다.
세 번 다 '아니다'입니다. 이 사람이 얼마나 자기를 비우고 있는지 보십시오.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이 단락의 적용 포인트입니다.
요한은 자기를 '아무것도 아니다'라고 했는데, 예수님은 '그가 엘리야다, 여자가 낳은 자 중에 그보다 큰 이가 없다'고 하셨습니다(마 11:11).
우리는 보통 두 가지 평가 사이에서 흔들립니다. 내가 나를 보는 평가와, 남이 나를 보는 평가. 그런데 정작 결정적인 것은 세 번째입니다 — 예수님의 평가.
나눔 질문 Q1~Q3으로 이어가십시오.
Q1 나는 나를 어떻게 평가합니까? 예수님의 평가와 가깝습니까?
Q2 타인의 평가에 얼마나 민감합니까?
Q3 예수님께 좋은 평가를 받으려면 무엇을 고쳐야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요한은 자기를 '소리'라고 합니다. 사람이 아니라 소리. 소리는 들리고 사라집니다. 말씀(로고스)이신 분 앞에서 자기는 그 말씀을 전하는 소리일 뿐이라는 겁니다.
굽은 길을 어떻게 바로잡습니까 — 죄를 회개하도록 촉구함으로써입니다. 당시 종교적 관습으로 굽어진 길을 바로잡으라고 외친 것입니다.
회개란 무엇입니까. 감정이 아니라 결정입니다. 잘못된 길을 떠나 바른 길을 선택하겠다는 근본적인 마음의 결정입니다.
세례는 무엇입니까. 회개를 통해 변화했다는 '표시'입니다. 세례 자체가 구원의 조건이 아닙니다. 이 구분을 분명히 해 주십시오 — 나중에 니고데모의 '물과 성령' 해석에서 다시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요한의 자기 증언에서 끌어낼 수 있는 결론입니다.
'나는 그리스도가 아니다'라는 고백 안에 두 가지가 다 들어 있습니다. 그리스도가 따로 계시다는 것(창조주 인식), 그리고 나도 그분이 필요하다는 것(죄인 인식).
순서가 중요합니다. 창조주를 먼저 알아야 내가 피조물임을 알고, 그래야 내가 죄인임이 보입니다. 하나님을 모르면 죄도 보이지 않습니다. 기준이 없으니까요.
Q4   내 길 가운데 하나님께서 원하지 않으시는 길은 무엇입니까? 돌이키고 싶습니까? 어떤 회개와 결심이 필요합니까?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증언을 하나씩 짚으십시오.
① 하나님의 어린양 (29, 36절) — 다음 장에서 자세히.
② 나보다 먼저 계신 분 (30절) — 누가복음 1장을 보면 요한이 여섯 달 먼저 태어났습니다. 그런데 '먼저 계시다'고 합니다. 선재(先在)를 말하는 겁니다. 예수님은 태초부터 계신 삼위 하나님 중 한 분이시고, 말씀으로 창조에 관여하셨습니다. 1강에서 다룬 내용과 연결됩니다.
③ 성령으로 세례를 베푸시는 분 (33절) — 요 15:26에서 성령께서 오셔서 예수님을 증언하신다고 하십니다. 왜 증언하십니까? 예수님이 그리스도이심을 믿게 하기 위해서입니다. 고전 12:3 '성령으로 아니하고는 누구든지 예수를 주라 할 수 없느니라.' 구원은 내 의지적 결단 '이전에' 하나님의 은혜로 믿음을 주셔서 이루어진다는 뜻입니다.
④ 하나님의 아들 (34절) — 1:1의 '이 말씀은 곧 하나님이시니라'와 같은 선언입니다. 앞의 세 가지가 다 이 네 번째 위에 서 있습니다. 하나님이시기에 어린양이 되실 수 있고, 먼저 계셨고, 성령을 주실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구약의 제물 전통이 여기서 한 점으로 모입니다.
왜 하필 '어린양'인가 — 가장 익숙하고 가장 많이 드려진 제물이기 때문입니다. 특히 유월절 어린양을 가리킵니다. 그 피로 이스라엘 민족이 구원받았습니다(출 12장). 문설주에 피를 바른 집은 죽음이 넘어갔습니다.
예수님은 우리를 하나님의 심판으로부터 구원하시는 유월절 양이십니다. 이사야 53장이 이것을 가장 자세히 설명합니다.
죄(하마르티아)의 뜻 — 활을 쏘았는데 '과녁에서 벗어남'입니다. 하나님의 기준에서 벗어난 것이 죄입니다. 세상 죄란 구체적으로 교만, 불순종, 범법함입니다.
핵심: 예수님은 죄의 문제를 해결하기 위해 하나님의 뜻을 따라 오신 분이고, 대신 형벌을 받으심으로 죄의 값을 치르셨기에 우리 죄가 용서받습니다.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3:22~36의 장면입니다. 제자들이 와서 불평합니다 — '선생님이 증언하시던 그이가 세례를 베푸는데 사람이 다 그에게로 가더이다'(3:26). 요즘 말로 하면 '우리 교회 사람들이 저쪽으로 다 빠져나갑니다'입니다.
요한의 대답이 세 겹입니다.
첫째, '하늘에서 주신 바 아니면 사람이 아무것도 받을 수 없다'(27절) — 예수님의 권세는 하늘이 주신 것.
둘째, '나는 그리스도가 아니요 그 앞에 보내심을 받은 자'(28절) — 자기 자리를 다시 확인.
셋째, 신랑의 비유(29절) — 나는 신랑의 친구다. 신랑의 음성을 듣는 친구가 크게 기뻐한다.
여기가 핵심입니다. 요한의 기쁨은 '내가 잘되는 것'이 아니라 '신랑이 기뻐하는 것'이었습니다. 그래서 30절, '그는 흥하여야 하겠고 나는 쇠하여야 하리라'가 억지가 아니라 기쁨의 고백이 됩니다.
Q18   지난 한 주 내게 가장 큰 기쁨을 준 일은 무엇입니까? 요한의 기쁨과 비교하면 어느 쪽이 더 큽니까?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1장에 다섯 사람이 제자가 됩니다. 길은 다 다른데 도착점은 같습니다.
① 증언형 — 안드레와 요한. 세례 요한의 '보라 하나님의 어린양'이라는 한마디가 두 사람을 움직였습니다(36~37절). 증언 한마디의 힘입니다.
참고로 이름이 밝혀지지 않은 다른 한 사람을 많은 학자들이 저자 요한으로 봅니다. 39절 '때가 열 시쯤 되었더라'는 목격자만 기억할 디테일입니다.
② 직접 부르심 — 빌립(43절). 예수님이 찾아가 만나시고 '나를 따르라' 하십니다.
③ 데려옴 — 안드레가 형제 시몬을(41~42절), 빌립이 나다나엘을(45절) 데려옵니다. 가장 평범하면서 가장 강력한 전도입니다. 데려오기만 하면 됩니다.
Q7   나는 예수님을 모르는 사람에게 그분을 어떻게 소개하겠습니까?
적용 포인트: 전도는 내가 설득해서 믿게 만드는 게 아닙니다. '와서 보라'(46절) 하고 데려오면 됩니다. 나머지는 예수님이 하십니다.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작지만 놓치면 아까운 디테일입니다.
38절, 두 제자가 예수님을 처음 부른 호칭은 '랍비'입니다. 요한이 친절하게 '랍비는 번역하면 선생이라'고 설명까지 붙여 줍니다. 존경할 만한 선생님 정도입니다.
그런데 41절, 함께 하루를 지낸 뒤 안드레가 형에게 달려가 하는 말은 '우리가 메시야를 만났다'입니다. 호칭이 선생에서 그리스도로 바뀌었습니다.
무엇이 바뀌게 했습니까? 39절 '와서 보라… 그 날 함께 거하니.' 하루를 같이 보낸 것입니다. 설명이 아니라 동행이 호칭을 바꿉니다.
Q6   나는 처음에 예수님의 어떤 면에 호감이 갔습니까? 그분이 그리스도이심을 알게 된 결정적인 사건은 무엇이었습니까?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베드로의 그때 모습은 '반석'과 거리가 멀었습니다. 충동적이고 금방 무너지는 사람이었습니다. 세 번이나 주님을 부인하게 될 사람입니다.
그런데 예수님은 처음 만난 자리에서 '게바(반석)'라고 부르십니다. 현재가 아니라 미래를 부르신 겁니다.
후에 베드로는 '주는 그리스도시요 살아 계신 하나님의 아들이시니이다'라고 고백하고, 예수님은 그 신앙고백 위에 교회를 세우겠다고 하십니다(마 16:16~18).
예수님은 그가 장차 그런 반석 같은 고백을 할 것을 이미 알고 계셨습니다. 하나님과 함께 모든 것을 알고 계신 분이시기 때문입니다.
적용: 우리도 사람을 현재 모습으로만 부르지 말아야 합니다. Q10에서 가정·직장·교회에 이 원리를 어떻게 적용할지 나누게 하십시오.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나다나엘(바돌로매)은 편견을 가진 사람이었습니다. '나사렛에서 무슨 선한 것이 날 수 있느냐'(46절). 나사렛은 변변찮은 시골이었습니다.
빌립의 대응이 훌륭합니다. 논쟁하지 않습니다. '와서 보라'. 앞서 예수님이 안드레에게 하신 말씀과 같은 말입니다. 전도의 모범입니다.
예수님은 나다나엘이 오기도 전에 그가 어떤 사람인지 아십니다 — '참으로 이스라엘 사람이라 그 속에 간사한 것이 없도다'(47절). 그리고 '무화과나무 아래에 있을 때에 보았노라'(48절). 무화과나무 아래는 유대인이 기도하고 말씀을 묵상하던 자리입니다.
그 한마디에 나다나엘이 무너집니다. 그의 고백 '하나님의 아들이시요 이스라엘의 임금'은 단순한 존경이 아니라 신앙고백입니다.
Q8   예수님은 내 안에서 임금이십니까? 지난주에 내게 왕권을 행사하신 일이 있습니까? 복종했습니까?
Q9   예수님이 나의 모든 것을 알고 계신다는 사실이 내게 어떤 의미입니까?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51절은 창세기 28:12 야곱의 사다리 장면을 그대로 가져온 것입니다. 야곱이 벧엘에서 꿈에 본 그 사다리 — 하늘에 닿아 있고 하나님의 사자들이 오르락내리락하던 사다리.
그 사다리가 누구입니까. 예수님이십니다. 하나님께서 인간과 지속적으로 교통하시기 위한 길이 인자를 통해 열린다는 뜻입니다. 예수님은 우리를 하나님과 연결시키는 중보자이십니다. 하나님의 말씀을 전해 주시고, 우리를 위해 간구하시는 분입니다.
'인자(人子)'라는 호칭에 주목하십시오. 다니엘 7:13의 환상에서 메시야를 설명할 때 쓴 말입니다. '하나님의 아들'이 예수님의 신성을 보여주는 호칭이라면, '인자'는 인성을 보여주는 호칭입니다. 요한복음은 두 호칭을 함께 씁니다.
여기까지가 '영광이 드러나기 위한 준비'입니다. 다음 장부터 실제로 드러납니다.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인물별로 따라가면 메시지가 선명해집니다.
마리아 — 포도주가 떨어지자 곧장 예수님께 알립니다. 왜? 예수님이 무언가 하실 것을 알고 있었기 때문입니다. 예수님의 신성을 알고 믿고 확신한 겁니다.
'여자여 나와 무슨 상관이 있나이까 내 때가 아직 이르지 아니하였나이다'(4절)라고 거절당하는데도 물러서지 않고 하인들에게 '무슨 말씀을 하시든지 그대로 하라'고 합니다. 이것이 믿음으로 기대하는 태도입니다.
※ '여자여'라는 호칭 — 무례한 말이 아닙니다. 마리아의 아들이 아니라 하나님의 아들로서 공적 사역을 시작할 때가 되었음을 알리시려는 표현입니다. 요한복음에서 이 호칭은 가나(2:4)와 십자가(19:26) 두 번뿐입니다.
하인들 — 왜 빈 항아리에 물을 채우라고 하셨을까요. 사람의 순종을 보시기 위해서입니다. '아귀까지' 채웠습니다. 적당히가 아니라 끝까지 채웠습니다.
예수님 — 11절, '이 첫 표적을 갈릴리 가나에서 행하여 그의 영광을 나타내시매 제자들이 그를 믿으니라.' 표적의 목적이 분명합니다.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기적의 성격을 짚어 주시면 뒤의 적용이 훨씬 강해집니다.
포도주를 몰래 넣으셨을까요? 아닙니다. 진한 액기스를 타셨을까요? 그것도 아닙니다. 항아리는 이미 아귀까지 가득 차 있었습니다. 무엇을 넣으면 넘치고, 거짓임이 드러납니다.
그렇다면 물의 성분 자체를 바꾸신 것입니다. 물에 에탄올, 당, 산도, 탄닌, 폴리페놀 같은 성분이 가장 좋은 맛을 내는 비율로 새롭게 창조되어 재배치된 것입니다. 항아리의 부피를 계산해 그 물의 양에 꼭 맞는 비율로요.
연회장의 반응이 증거입니다 — '사람마다 먼저 좋은 포도주를 내고 취한 후에 낮은 것을 내거늘 그대는 지금까지 좋은 포도주를 두었도다'(10절). 최고급이었다는 뜻입니다.
이것은 질량보존의 법칙을 초월하는 일입니다. 창조주만 하실 수 있는 일이고, 1강에서 본 '창조주이신 예수님'이 여기서 실제로 확인됩니다.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단락의 메시지입니다. 여기서 시간을 좀 쓰셔도 좋습니다.
우리는 쉽게 말합니다. '사람 성격은 안 변해.' '저 사람은 글렀어.' '별 수단을 다 써봤는데 어느 정도까지는 변하는데 그 이상은 안 돼.'
그런데 그것은 매우 인간적인 생각이고, 성경과 예수님의 능력에 반하는 생각입니다. 물을 포도주로 바꾸신 것처럼 인간의 근본까지 바꾸시는 분이 우리 예수님이라는 것을 마음판에 새겨야 합니다.
다만 조건이 있습니다. 변화는 내 힘으로 되는 게 아닙니다. 마리아의 믿음 + 종들의 순종 + 하나님의 영광을 위한 순전한 목적, 이 셋이 어우러질 때 우리 안에 이루어집니다.
1강에서 본 요한의 변화(우레의 아들 → 사랑의 사도)와 연결하셔도 좋습니다.
Q11   내 삶에서 포도주가 떨어진 때는 언제였습니까? 예수님은 어떻게 채우셨습니까?
Q12   믿음을 키우기 위해 내가 한 일은 무엇입니까?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배경 설명을 짧게.
예수님 당시 성전은 헤롯이 유대인들의 환심을 사려고 지은 것입니다. 헬라어 '히에론'으로, 성전 건물 자체(나오스)보다 넓은 개념이라 마당(뜰)까지 포함합니다. 지성소 · 성소 · 제사장의 뜰 · 번제단 · 이스라엘의 뜰 · 여인의 뜰 · 이방인의 뜰 구조입니다.
폐단이 생긴 자리는 주로 이방인의 뜰입니다. 멀리서 오는 사람들은 제물을 가져올 수 없으니 사야 했고, 자연스레 판매처가 생겼습니다. 그런데 이게 변질됩니다. 제물값을 비싸게 받고, 가져온 제물은 흠을 잡아 싸게 사들여 비싸게 되팝니다. 환전상은 12.5%의 높은 수수료를 챙겼고, 유월절 20일 전부터 성전에 환전소가 설치되었습니다.
18절에서 유대인들이 '무슨 표적을 보이겠느냐'고 따지는 것을 보면, 이 상행위가 제사장들의 허락 아래 있었음이 분명합니다.
※ 요한복음만 이 사건을 초기에 기록합니다(공관복음은 수난 주간). 성전 중심의 종교적 부패를 처음부터 드러내어, 새로운 역할이 필연적이었음을 보여주려는 배치입니다.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성전 청결의 결론입니다.
예수님은 '이 성전을 헐라 내가 사흘 동안에 일으키리라'(19절) 하셨습니다. 유대인들은 46년 걸린 건물을 생각했지만, 21절이 설명합니다 — '예수는 성전된 자기 육체를 가리켜 말씀하신 것이라.' 부활 예언입니다.
22절, 제자들도 부활 후에야 알아들었습니다.
그래서 이제 성전은 공간이 아니라 몸입니다. 고전 3:16~17 — '하나님의 성전은 거룩하니 너희도 그러하니라.'
적용: 내 안의 성전을 재물에 대한 탐심, 자기만 생각하는 이기심, 교만으로 채우지 말고 오직 기도하며 하나님과의 교제에 집중해야 합니다. 육체를 내려놓고 허물면 주님이 다시 일으키시고 새 마음을 주십니다.
(예화로 쓰실 만한 것 — 처음에는 순수한 목적으로 시작한 교회 바자회가 점점 이윤 경쟁이 되어 주일마다 시장판이 되었던 일. 폐단을 깨닫고 없앤 것이 잘한 결정이었다는 이야기.)
Q13   예수님께서 내 성전에서 깨끗하게 하시기 원하는 영역은 무엇이며, 어떻게 하시겠습니까?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니고데모는 바리새인이자 유대인의 지도자, 산헤드린 공회원이었습니다. 당시 최고의 종교 엘리트입니다.
그가 밤에 찾아옵니다. 낮에 오기엔 눈치가 보였던 겁니다. 다만 이 사람, 끝까지 갑니다 — 7:50에서 예수님을 변호하고, 19:39에서 몰약과 침향 34킬로를 지고 와 장례를 치릅니다.
그가 온 이유는 '표적'입니다(2절). 그런데 예수님의 첫마디는 표적 이야기가 아니라 '거듭나지 아니하면 하나님의 나라를 볼 수 없느니라'입니다.
니고데모의 반응은 혼돈입니다. 예수님은 초자연적인 것을 말씀하시는데 그는 육신적으로 알아듣습니다. 이것이 믿음의 걸림돌입니다.
비유 — 맹인에게 빨간색을 설명하기는 쉽지 않습니다. 그렇다고 빨간색이 없는 건 아닙니다. 시각이 있어야 보이듯, 예수님의 말씀을 이해하려면 영적 감각이 있어야 합니다.
고전 2:14 '육에 속한 사람은 하나님의 성령의 일들을 받지 아니하나니… 그러한 일은 영적으로 분별되기 때문이라.'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한 장에 시간을 넉넉히 쓰십시오. 2과에서 가장 논쟁적인 구절입니다.
요 3:5 '사람이 물과 성령으로 나지 아니하면 하나님의 나라에 들어갈 수 없느니라.'
'성령'은 분명합니다. 문제는 '물'입니다.
1) 자연적 출생 — 바로 다음 절 6절이 '육으로 난 것은 육이요 영으로 난 것은 영이니'라고 대구를 이룹니다. 니고데모도 4절에서 모태 이야기를 했습니다. 사람 몸의 대부분이 물이고, 태중도 양수입니다. 창 1:20에서 생물을 물에서 나게 하셨습니다. 문맥상 가장 자연스럽습니다.
2) 성령과 같은 뜻 — '물 즉 성령'. 물은 흔히 성령을 뜻하며, 성령의 정화·성결케 하시는 사역을 표현한다고 봅니다.
3) 보혈 — 찬송 184장 '나의 죄를 씻기는 예수의 피밖에 없네', 204장 '성령과 피로써 거듭나니'. 물을 대체하는 단어가 '피'라는 관점입니다.
4) 물세례 — 가장 많은 사람이 생각하는 해석이지만 주의가 필요합니다. 이렇게 보면 물세례가 구원의 조건이 되어 형식주의로 흐릅니다. (앞서 세례 요한에게서 본 것 — 세례는 변화의 '표시'이지 구원의 조건이 아닙니다.)
5) 회개 — 역시 주의. 회개가 구원의 조건이 되면 율법주의 신앙이 됩니다.
6) 말씀 — 엡 5:26 '물로 씻어 말씀으로 깨끗하게 하사'를 근거로 봅니다. 다만 이단들이 많이 활용하는 해석이라 조심히 다루셔야 합니다.
하용조 목사님은 물을 성령 · 말씀 · 회개 등으로 중의적으로 해석하셨습니다. 딛 3:5 '중생의 씻음과 성령의 새롭게 하심'도 함께 보시면 좋습니다.
강의 결론: 어느 해석을 취하든 핵심은 같습니다. 거듭남에 물과 성령은 함께 필수적이며, 거듭남은 내가 만드는 것이 아니라 위로부터 주어지는 것입니다. '물'의 정답 찾기로 시간을 다 쓰지 마시고, 6절의 대구(육/영)로 정리하신 뒤 넘어가십시오.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3:8의 바람 비유입니다.
헬라어에서 바람과 성령은 같은 단어 '프뉴마'입니다. 말장난이 아니라 의도된 설명입니다.
바람은 형체가 없고, 어디서 와서 어디로 가는지 모릅니다. 그런데 분명히 인식됩니다. 나뭇잎이 흔들리고 소리가 들립니다. 성령도 그러합니다.
거듭난 사람은 자기가 거듭난 것은 압니다. 그런데 어떻게 그렇게 되었는지는 설명하지 못합니다. 성령은 느끼지 못할 사이에 사람을 감화시키고, 뒤집어 놓고, 변화시키십니다. 그것이 성령께서 일하시는 방식입니다.
성품도 보십시오. 우리를 구원하고 세계를 복음화하는 엄청난 사역을 하시면서 자신은 감추십니다. 자기보다 예수님을 드러내시고, 우리를 섬기시며, 우리 안에서 직접 역사하시는 하나님이십니다.
Q14   내가 거듭날 때 알 수 없었던 것은? 알 수 있었던 것은?
Q15   남이 알아줄 때와 그렇지 않을 때의 기분은 어떻습니까? 자신을 드러내지 않으시는 성령님의 성품은 내게 어떤 의미입니까?
(겸손과 세워줌. 다만 사람 사이에서는 인격적인 부분을 지지하고 때로는 대화가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3:12~21을 관통하는 단어가 '믿음'입니다. 일곱 번 반복됩니다. 반복되는 말이 그 본문의 주제입니다.
믿음과 거듭남의 관계 — 믿어야 거듭납니다.
용어 정리를 해 주십시오. 3절과 5절의 '하나님 나라를 보는 것 / 들어가는 것'이 본문에서는 '영생을 얻는 것'으로 표현됩니다. 결국 같은 말이고, 곧 '구원을 얻는 것'입니다.
15~18절에서 같은 뜻 두 가지 — 영생, 구원.
반대되는 뜻 두 가지 — 멸망, 심판.
14~15절에서 민수기 21:4~9의 놋뱀 사건을 예화로 쓰십니다. 광야에서 불뱀에 물린 사람들이 장대에 달린 놋뱀을 쳐다보면 살았습니다. 죄 가운데 심판받을 자들의 구원자가 되기 위해 인자도 '들려야' 한다는 예언이고, 믿음으로 십자가의 예수님을 바라보는 사람은 구원받는다는 설명입니다.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거듭남에 대한 설명이 3:16에서 절정을 이룹니다. 성경 66권의 요약이자 기독교의 정수로 불리는 구절입니다. 꼭 암송시키십시오.
표로 끊어 읽으면 복음의 구조가 그대로 보입니다.
근원은 하나님, 대상은 세상, 이유는 사랑, 하나님이 하신 일은 독생자를 주심, 우리가 할 일은 믿는 것, 그 결과는 멸망하지 않음과 영생입니다.
주목할 것 — 우리가 할 일은 '믿는 것' 하나뿐입니다. 나머지는 전부 하나님이 하셨습니다. 1강에서 본 '하나님이 먼저'와 같은 구조입니다.
17절도 함께 읽어 주십시오. '하나님이 그 아들을 세상에 보내신 것은 세상을 심판하려 하심이 아니요 그로 말미암아 세상이 구원을 받게 하려 하심이라.'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19~21절입니다. 여기서 '믿는다'는 것의 의미가 정의됩니다 — 진리를 따르는 것, 빛 곧 그리스도에게로 나아오는 것입니다.
진리를 따르는 것이 곧 믿는 것이고, 믿는 자는 빛으로 나옵니다. 빛으로 나올 때 그 행위가 빛(하나님) 안에서 드러나게 됩니다. 자신의 행동을 늘 하나님의 기준에 비추어 보고 그 기준에 맞는 삶을 사는 것입니다.
결론: 믿음은 행동의 변화를 수반합니다. 믿는다면서 변화가 없다면 다시 봐야 합니다.
19절도 꼭 짚어 주십시오 — '사람들이 자기 행위가 악하므로 빛보다 어둠을 더 사랑한 것이니라.' 어둠이 센 것이 아니라 어둠이 편한 겁니다. 안 보이니까요.
Q16   내가 빛으로 나와야 할 영역은 무엇입니까? (나 혼자 있는 시간 / 일을 마친 뒤의 시간)
Q17   지금 필요한, 믿음에 합당한 행동의 변화는 무엇입니까?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4:4의 '통과하여야 하겠으므로'에서 '하겠다'는 단순한 선택이 아니라 필연을 뜻합니다.
지리적으로 사마리아는 유대에서 갈릴리로 가는 최단 경로입니다. 하지만 유대인들은 일부러 요단 동편으로 돌아갔습니다. B.C. 722년 북이스라엘 멸망 이후 이방인들이 이주해 혼혈이 생기고 혼합종교가 자리잡았기 때문입니다. '유대인이 사마리아인과 상종하지 아니하므로'(4:9).
예수님은 그 길을 '가야 한다'고 하십니다. 한 여인을 만나기 위해서입니다.
요한복음의 구조를 보십시오. 3장은 유대 종교 지도자(남자, 엘리트, 밤), 4장은 사마리아 여인(여자, 소외된 자, 정오)입니다. 복음은 양 극단 모두에게 동일하게 필요하고, 동일하게 주어집니다.
적용 — 내가 '일부러 돌아가는 길'은 어디입니까? 예수님은 그 길로 들어가십니다.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대화의 흐름 자체가 전도의 교본입니다. 다섯 단계로 옮겨갑니다.
1) 우물물 — 예수님이 먼저 '물 좀 달라'고 부탁하십니다. 도움을 요청하며 대화를 여십니다. 상대를 낮추지 않으십니다.
2) 생수 — 눈에 보이는 물에서 영원한 생수로 주제를 옮기십니다. '내가 주는 물을 마시는 자는 영원히 목마르지 아니하리라'(4:14). 니고데모처럼 이 여인도 처음엔 육신적으로 알아듣습니다 — '그 물을 내게 주사 목마르지도 않고 여기 물 길으러 오지도 않게 하옵소서'(4:15).
3) 남편 — 가장 아픈 지점을 건드리십니다. '네 남편을 불러 오라.' 여인에게 남편이 다섯 있었고 지금 있는 자도 남편이 아닙니다. 정오에 혼자 물을 길으러 온 이유가 여기 있습니다. 사람을 피하고 있었던 겁니다. 그런데 예수님은 그 상처를 비난이 아니라 치유의 입구로 쓰십니다.
4) 예배 — 여인이 화제를 돌립니다. '우리 조상은 이 산에서, 당신들은 예루살렘에서.' 예수님은 피하지 않고 대답하십니다. 장소 논쟁이 아니라 '영과 진리로 예배할 때가 오나니'(4:23).
5) 메시아 — '내가 그라'(4:26). 요한복음에서 가장 분명한 자기 선언 중 하나이고, 그 대상이 사마리아 여인이라는 점이 놀랍습니다.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여인은 '어느 산에서 예배하느냐'를 물었습니다. 예수님은 '언제'로 답하십니다 — '아버지께 참되게 예배하는 자들이 영과 진리로 예배할 때가 오나니 곧 이 때라.'
'영으로' — 형식과 장소가 아니라 중심으로. 하나님은 영이시기 때문입니다.
'진리로' — 내 느낌이 아니라 하나님이 계시하신 그대로. 곧 예수 그리스도를 통해서입니다.
둘 중 하나만으로는 안 됩니다. 영만 있고 진리가 없으면 감정주의가 되고, 진리만 있고 영이 없으면 형식주의가 됩니다.
23절 '아버지께서 이렇게 자기에게 예배하는 자들을 찾으시느니라.' 하나님이 찾으십니다. 예배의 출발도 하나님이 먼저입니다 — 1강에서 본 그 구조입니다.
Q   내 예배는 장소와 형식에 매여 있지 않습니까? 영과 진리 중 무엇이 약합니까?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28절 '여자가 물동이를 버려두고 동네에 들어가서 사람들에게 이르되.'
물동이를 버려둔 것 — 물 길으러 온 목적을 잊었습니다. 더 큰 것을 얻었기 때문입니다.
동네로 들어간 것 — 사람을 피해 정오에 나왔던 그 여인이 이제 사람을 찾아 들어갑니다. 거듭남은 방향을 바꿉니다.
'와서 보라'(29절) — 1장에서 안드레가 베드로에게, 빌립이 나다나엘에게 한 바로 그 말입니다. 전도는 신학적 설명이 아니라 '와서 보라'입니다. 내가 만난 분을 소개하는 것이고, 나머지는 그분이 하십니다.
39절 '여자의 말로 인하여 그를 믿고', 42절 '우리가 친히 듣고 그가 참으로 세상의 구주신 줄 앎이라.' 여인의 증언으로 시작했지만, 그들은 결국 직접 만났습니다. 그것이 전도의 완성입니다.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4:31~38입니다. 여인이 동네로 간 사이, 제자들은 음식을 사 들고 돌아옵니다.
'랍비여 잡수소서.' 걱정은 진심이지만 시선이 다릅니다.
예수님의 양식은 '나를 보내신 이의 뜻을 행하며 그의 일을 온전히 이루는 것'(4:34)입니다. 사명이 양식입니다. 그 일을 할 때 힘이 생깁니다.
35절 '눈을 들어 밭을 보라 희어져 추수하게 되었도다.' 지금 동네에서 사람들이 몰려오고 있습니다. 제자들은 그것을 못 보고 도시락을 보고 있습니다.
36~38절 — 심는 자와 거두는 자가 함께 기뻐합니다. '너희는 너희가 수고하지 아니한 것을 거두러 보내졌노니.' 전도의 열매는 혼자의 공로가 아닙니다. 누군가 먼저 심었습니다.
Q18   내가 지금 '보고 있는 것'은 무엇입니까? 눈을 들어야 할 밭은 어디입니까?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2과의 마지막, 가나에서의 두 번째 표적입니다.
가버나움의 왕의 신하 — 헤롯의 고위 관리입니다. 아들이 죽어가자 가나까지 약 30km를 찾아옵니다. 권력도 돈도 소용없었던 겁니다.
그의 요청에는 조건이 붙어 있습니다 — '내려오소서.' 예수님이 직접 와서 손을 얹어야 낫는다고 생각했습니다. 방법을 자기가 정한 겁니다.
예수님은 가지 않으십니다. '가라 네 아들이 살아 있다'(50절). 말씀만 주십니다.
그런데 '그 사람이 예수께서 하신 말씀을 믿고 갔습니다.' 확인하지 않고, 증거를 보지 않고 돌아갑니다. 이것이 믿음입니다.
52~53절 — 열이 떨어진 시각이 예수님이 말씀하신 바로 그 시각이었습니다. '자기와 그 온 집안이 다 믿었더라.' 한 사람의 믿음이 집안을 살립니다.
48절도 짚어 주십시오 — '너희는 표적과 기사를 보지 못하면 도무지 믿지 아니하리라.' 표적 신앙에 대한 경고입니다. 2과 전체가 '표적을 보고 믿는 믿음'에서 '말씀을 듣고 믿는 믿음'으로 사람을 끌어올립니다.
Q   내 기도에 '이렇게 해 주세요'라는 조건이 붙어 있지 않습니까?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2과 전체를 한 장으로 되짚습니다. 각 장면이 결국 한 질문을 향합니다 — '이분이 누구신가.'
세례 요한은 자기를 비우며 가리켰고, 첫 제자들은 와서 보았고, 가나에서 영광이 처음 드러났고, 성전이 예수님 자신으로 옮겨졌고, 니고데모는 거듭남을, 사마리아 여인은 예배를, 왕의 신하는 말씀을 배웠습니다.
흐름 하나만 강조해 주십시오 — 표적을 보고 믿는 믿음에서 말씀을 듣고 믿는 믿음으로 올라갑니다.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2과의 제목이 '영광이 드러나다'입니다. 드러났는데 모두가 본 것은 아닙니다.
가나에서 하인들은 물을 길었고, 연회장은 맛만 알았고, 제자들은 영광을 보고 믿었습니다. 같은 자리, 같은 사건, 다른 결과입니다.
니고데모는 영적인 말씀을 육신으로 들었고, 사마리아 여인은 생수를 우물물로 들었습니다. 그런데 여인은 끝까지 대화를 이어가 메시아를 만났습니다.
결론 — 영광은 이미 드러나 있습니다. 문제는 보는 눈입니다. 그 눈은 거듭남으로 열립니다. 그래서 3장이 2과의 심장입니다.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소감문은 분량보다 한 장면에 집중하게 하십시오.
3:16은 반드시 암송하게 하십시오. 다음 주 시작할 때 함께 외우고 시작하면 좋습니다.
소그룹에서 나눌 질문 하나만 남겨 주십시오 — '이번 주, 내가 눈을 들어 보아야 할 밭은 어디입니까?'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마치며 2:11을 함께 읽고 기도로 마무리하십시오.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005840" y="1938528"/>
            <a:ext cx="9144000" cy="365760"/>
          </a:xfrm>
          <a:prstGeom prst="rect">
            <a:avLst/>
          </a:prstGeom>
          <a:noFill/>
          <a:ln/>
        </p:spPr>
        <p:txBody>
          <a:bodyPr wrap="square" rtlCol="0"/>
          <a:lstStyle>
            <a:lvl1pPr indent="0" marL="0">
              <a:buNone/>
              <a:defRPr lang="en-US" sz="1700" b="1" spc="400" kern="0" dirty="0">
                <a:solidFill>
                  <a:schemeClr val="accent1"/>
                </a:solidFill>
                <a:latin typeface="맑은 고딕" pitchFamily="34" charset="0"/>
                <a:ea typeface="맑은 고딕" pitchFamily="34" charset="-122"/>
                <a:cs typeface="맑은 고딕" pitchFamily="34" charset="-120"/>
              </a:defRPr>
            </a:lvl1pPr>
          </a:lstStyle>
          <a:p>
            <a:pPr indent="0" marL="0">
              <a:buNone/>
            </a:pPr>
            <a:endParaRPr lang="en-US" sz="1700" dirty="0"/>
          </a:p>
        </p:txBody>
      </p:sp>
      <p:sp>
        <p:nvSpPr>
          <p:cNvPr id="3" name="Text 0"/>
          <p:cNvSpPr/>
          <p:nvPr>
            <p:ph idx="101" type="title" hasCustomPrompt="1"/>
          </p:nvPr>
        </p:nvSpPr>
        <p:spPr>
          <a:xfrm>
            <a:off x="960120" y="2395728"/>
            <a:ext cx="10058400" cy="1600200"/>
          </a:xfrm>
          <a:prstGeom prst="rect">
            <a:avLst/>
          </a:prstGeom>
          <a:noFill/>
          <a:ln/>
        </p:spPr>
        <p:txBody>
          <a:bodyPr wrap="square" rtlCol="0"/>
          <a:lstStyle>
            <a:lvl1pPr algn="l" indent="0" marL="0">
              <a:buNone/>
              <a:defRPr lang="en-US" sz="5400" b="1" dirty="0">
                <a:solidFill>
                  <a:schemeClr val="bg1"/>
                </a:solidFill>
                <a:latin typeface="맑은 고딕" pitchFamily="34" charset="0"/>
                <a:ea typeface="맑은 고딕" pitchFamily="34" charset="-122"/>
                <a:cs typeface="맑은 고딕" pitchFamily="34" charset="-120"/>
              </a:defRPr>
            </a:lvl1pPr>
          </a:lstStyle>
          <a:p>
            <a:pPr algn="l" indent="0" marL="0">
              <a:buNone/>
            </a:pPr>
            <a:endParaRPr lang="en-US" sz="5400" dirty="0"/>
          </a:p>
        </p:txBody>
      </p:sp>
      <p:sp>
        <p:nvSpPr>
          <p:cNvPr id="4" name="Text 0"/>
          <p:cNvSpPr/>
          <p:nvPr>
            <p:ph idx="102" type="body" hasCustomPrompt="1"/>
          </p:nvPr>
        </p:nvSpPr>
        <p:spPr>
          <a:xfrm>
            <a:off x="1005840" y="4041648"/>
            <a:ext cx="9601200" cy="1371600"/>
          </a:xfrm>
          <a:prstGeom prst="rect">
            <a:avLst/>
          </a:prstGeom>
          <a:noFill/>
          <a:ln/>
        </p:spPr>
        <p:txBody>
          <a:bodyPr wrap="square" rtlCol="0"/>
          <a:lstStyle>
            <a:lvl1pPr indent="0" marL="0">
              <a:lnSpc>
                <a:spcPct val="135000"/>
              </a:lnSpc>
              <a:buNone/>
              <a:defRPr lang="en-US" sz="2000" dirty="0">
                <a:solidFill>
                  <a:schemeClr val="accent6"/>
                </a:solidFill>
                <a:latin typeface="맑은 고딕" pitchFamily="34" charset="0"/>
                <a:ea typeface="맑은 고딕" pitchFamily="34" charset="-122"/>
                <a:cs typeface="맑은 고딕" pitchFamily="34" charset="-120"/>
              </a:defRPr>
            </a:lvl1pPr>
          </a:lstStyle>
          <a:p>
            <a:pPr indent="0" marL="0">
              <a:lnSpc>
                <a:spcPct val="135000"/>
              </a:lnSpc>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60120" y="2011680"/>
            <a:ext cx="2011680" cy="1005840"/>
          </a:xfrm>
          <a:prstGeom prst="rect">
            <a:avLst/>
          </a:prstGeom>
          <a:noFill/>
          <a:ln/>
        </p:spPr>
        <p:txBody>
          <a:bodyPr wrap="square" rtlCol="0"/>
          <a:lstStyle>
            <a:lvl1pPr algn="l" indent="0" marL="0">
              <a:buNone/>
              <a:defRPr lang="en-US" sz="7200" b="1" dirty="0">
                <a:solidFill>
                  <a:schemeClr val="accent5"/>
                </a:solidFill>
                <a:latin typeface="맑은 고딕" pitchFamily="34" charset="0"/>
                <a:ea typeface="맑은 고딕" pitchFamily="34" charset="-122"/>
                <a:cs typeface="맑은 고딕" pitchFamily="34" charset="-120"/>
              </a:defRPr>
            </a:lvl1pPr>
          </a:lstStyle>
          <a:p>
            <a:pPr algn="l" indent="0" marL="0">
              <a:buNone/>
            </a:pPr>
            <a:endParaRPr lang="en-US" sz="7200" dirty="0"/>
          </a:p>
        </p:txBody>
      </p:sp>
      <p:sp>
        <p:nvSpPr>
          <p:cNvPr id="3" name="Text 0"/>
          <p:cNvSpPr/>
          <p:nvPr>
            <p:ph idx="101" type="title" hasCustomPrompt="1"/>
          </p:nvPr>
        </p:nvSpPr>
        <p:spPr>
          <a:xfrm>
            <a:off x="960120" y="3127248"/>
            <a:ext cx="9875520" cy="1005840"/>
          </a:xfrm>
          <a:prstGeom prst="rect">
            <a:avLst/>
          </a:prstGeom>
          <a:noFill/>
          <a:ln/>
        </p:spPr>
        <p:txBody>
          <a:bodyPr wrap="square" rtlCol="0"/>
          <a:lstStyle>
            <a:lvl1pPr algn="l" indent="0" marL="0">
              <a:buNone/>
              <a:defRPr lang="en-US" sz="4600" b="1" dirty="0">
                <a:solidFill>
                  <a:schemeClr val="bg1"/>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4" name="Text 0"/>
          <p:cNvSpPr/>
          <p:nvPr>
            <p:ph idx="102" type="body" hasCustomPrompt="1"/>
          </p:nvPr>
        </p:nvSpPr>
        <p:spPr>
          <a:xfrm>
            <a:off x="1005840" y="4206240"/>
            <a:ext cx="9144000" cy="822960"/>
          </a:xfrm>
          <a:prstGeom prst="rect">
            <a:avLst/>
          </a:prstGeom>
          <a:noFill/>
          <a:ln/>
        </p:spPr>
        <p:txBody>
          <a:bodyPr wrap="square" rtlCol="0"/>
          <a:lstStyle>
            <a:lvl1pPr indent="0" marL="0">
              <a:buNone/>
              <a:defRPr lang="en-US" sz="1900" dirty="0">
                <a:solidFill>
                  <a:schemeClr val="accent6"/>
                </a:solidFill>
                <a:latin typeface="맑은 고딕" pitchFamily="34" charset="0"/>
                <a:ea typeface="맑은 고딕" pitchFamily="34" charset="-122"/>
                <a:cs typeface="맑은 고딕" pitchFamily="34" charset="-120"/>
              </a:defRPr>
            </a:lvl1pPr>
          </a:lstStyle>
          <a:p>
            <a:pPr indent="0" marL="0">
              <a:buNone/>
            </a:pPr>
            <a:endParaRPr lang="en-US" sz="1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rtlCol="0"/>
          <a:lstStyle>
            <a:lvl1pPr algn="l" indent="0" marL="0">
              <a:buNone/>
              <a:defRPr lang="en-US" sz="4000" b="1" dirty="0">
                <a:solidFill>
                  <a:schemeClr val="tx1"/>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ph idx="101" type="body" hasCustomPrompt="1"/>
          </p:nvPr>
        </p:nvSpPr>
        <p:spPr>
          <a:xfrm>
            <a:off x="685800" y="1481328"/>
            <a:ext cx="10820095" cy="4791456"/>
          </a:xfrm>
          <a:prstGeom prst="rect">
            <a:avLst/>
          </a:prstGeom>
          <a:noFill/>
          <a:ln/>
        </p:spPr>
        <p:txBody>
          <a:bodyPr wrap="square" rtlCol="0"/>
          <a:lstStyle>
            <a:lvl1pPr indent="0" marL="0">
              <a:buNone/>
              <a:defRPr lang="en-US" sz="1800" dirty="0">
                <a:solidFill>
                  <a:schemeClr val="tx1"/>
                </a:solidFill>
                <a:latin typeface="맑은 고딕" pitchFamily="34" charset="0"/>
                <a:ea typeface="맑은 고딕" pitchFamily="34" charset="-122"/>
                <a:cs typeface="맑은 고딕" pitchFamily="34" charset="-120"/>
              </a:defRPr>
            </a:lvl1pPr>
          </a:lstStyle>
          <a:p>
            <a:pPr indent="0" marL="0">
              <a:buNone/>
            </a:pPr>
            <a:endParaRPr lang="en-US" sz="1800" dirty="0"/>
          </a:p>
        </p:txBody>
      </p:sp>
      <p:sp>
        <p:nvSpPr>
          <p:cNvPr id="4" name="Text 0"/>
          <p:cNvSpPr txBox="1"/>
          <p:nvPr/>
        </p:nvSpPr>
        <p:spPr>
          <a:xfrm>
            <a:off x="685800" y="6373368"/>
            <a:ext cx="7315200" cy="274320"/>
          </a:xfrm>
          <a:prstGeom prst="rect">
            <a:avLst/>
          </a:prstGeom>
          <a:noFill/>
          <a:ln/>
        </p:spPr>
        <p:txBody>
          <a:bodyPr wrap="square" lIns="0" tIns="0" rIns="0" bIns="0" rtlCol="0" anchor="ctr"/>
          <a:lstStyle/>
          <a:p>
            <a:pPr indent="0" marL="0">
              <a:buNone/>
            </a:pPr>
            <a:r>
              <a:rPr lang="en-US" sz="1100" dirty="0">
                <a:solidFill>
                  <a:schemeClr val="accent4"/>
                </a:solidFill>
                <a:latin typeface="맑은 고딕" pitchFamily="34" charset="0"/>
                <a:ea typeface="맑은 고딕" pitchFamily="34" charset="-122"/>
                <a:cs typeface="맑은 고딕" pitchFamily="34" charset="-120"/>
              </a:rPr>
              <a:t>요한복음 OBC · 제2강 영광이 드러나다</a:t>
            </a:r>
            <a:endParaRPr lang="en-US" sz="11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rtlCol="0"/>
          <a:lstStyle>
            <a:lvl1pPr algn="l" indent="0" marL="0">
              <a:buNone/>
              <a:defRPr lang="en-US" sz="4000" b="1" dirty="0">
                <a:solidFill>
                  <a:schemeClr val="bg1"/>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ph idx="101" type="body" hasCustomPrompt="1"/>
          </p:nvPr>
        </p:nvSpPr>
        <p:spPr>
          <a:xfrm>
            <a:off x="685800" y="1481328"/>
            <a:ext cx="10820095" cy="4791456"/>
          </a:xfrm>
          <a:prstGeom prst="rect">
            <a:avLst/>
          </a:prstGeom>
          <a:noFill/>
          <a:ln/>
        </p:spPr>
        <p:txBody>
          <a:bodyPr wrap="square" rtlCol="0"/>
          <a:lstStyle>
            <a:lvl1pPr indent="0" marL="0">
              <a:buNone/>
              <a:defRPr lang="en-US" sz="1800" dirty="0">
                <a:solidFill>
                  <a:schemeClr val="accent6"/>
                </a:solidFill>
                <a:latin typeface="맑은 고딕" pitchFamily="34" charset="0"/>
                <a:ea typeface="맑은 고딕" pitchFamily="34" charset="-122"/>
                <a:cs typeface="맑은 고딕" pitchFamily="34" charset="-120"/>
              </a:defRPr>
            </a:lvl1pPr>
          </a:lstStyle>
          <a:p>
            <a:pPr indent="0" marL="0">
              <a:buNone/>
            </a:pPr>
            <a:endParaRPr lang="en-US" sz="1800" dirty="0"/>
          </a:p>
        </p:txBody>
      </p:sp>
      <p:sp>
        <p:nvSpPr>
          <p:cNvPr id="4" name="Text 0"/>
          <p:cNvSpPr txBox="1"/>
          <p:nvPr/>
        </p:nvSpPr>
        <p:spPr>
          <a:xfrm>
            <a:off x="685800" y="6373368"/>
            <a:ext cx="7315200" cy="274320"/>
          </a:xfrm>
          <a:prstGeom prst="rect">
            <a:avLst/>
          </a:prstGeom>
          <a:noFill/>
          <a:ln/>
        </p:spPr>
        <p:txBody>
          <a:bodyPr wrap="square" lIns="0" tIns="0" rIns="0" bIns="0" rtlCol="0" anchor="ctr"/>
          <a:lstStyle/>
          <a:p>
            <a:pPr indent="0" marL="0">
              <a:buNone/>
            </a:pPr>
            <a:r>
              <a:rPr lang="en-US" sz="1100" dirty="0">
                <a:solidFill>
                  <a:schemeClr val="accent3"/>
                </a:solidFill>
                <a:latin typeface="맑은 고딕" pitchFamily="34" charset="0"/>
                <a:ea typeface="맑은 고딕" pitchFamily="34" charset="-122"/>
                <a:cs typeface="맑은 고딕" pitchFamily="34" charset="-120"/>
              </a:rPr>
              <a:t>요한복음 OBC · 제2강 영광이 드러나다</a:t>
            </a:r>
            <a:endParaRPr lang="en-US" sz="11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HARE">
    <p:bg>
      <p:bgPr>
        <a:solidFill>
          <a:schemeClr val="accent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58368"/>
            <a:ext cx="7315200" cy="365760"/>
          </a:xfrm>
          <a:prstGeom prst="rect">
            <a:avLst/>
          </a:prstGeom>
          <a:noFill/>
          <a:ln/>
        </p:spPr>
        <p:txBody>
          <a:bodyPr wrap="square" rtlCol="0"/>
          <a:lstStyle>
            <a:lvl1pPr indent="0" marL="0">
              <a:buNone/>
              <a:defRPr lang="en-US" sz="1600" b="1" spc="300" kern="0" dirty="0">
                <a:solidFill>
                  <a:schemeClr val="accent6"/>
                </a:solidFill>
                <a:latin typeface="맑은 고딕" pitchFamily="34" charset="0"/>
                <a:ea typeface="맑은 고딕" pitchFamily="34" charset="-122"/>
                <a:cs typeface="맑은 고딕" pitchFamily="34" charset="-120"/>
              </a:defRPr>
            </a:lvl1pPr>
          </a:lstStyle>
          <a:p>
            <a:pPr indent="0" marL="0">
              <a:buNone/>
            </a:pPr>
            <a:endParaRPr lang="en-US" sz="1600" dirty="0"/>
          </a:p>
        </p:txBody>
      </p:sp>
      <p:sp>
        <p:nvSpPr>
          <p:cNvPr id="3" name="Text 0"/>
          <p:cNvSpPr/>
          <p:nvPr>
            <p:ph idx="101" type="title" hasCustomPrompt="1"/>
          </p:nvPr>
        </p:nvSpPr>
        <p:spPr>
          <a:xfrm>
            <a:off x="685800" y="1078992"/>
            <a:ext cx="10820095" cy="868680"/>
          </a:xfrm>
          <a:prstGeom prst="rect">
            <a:avLst/>
          </a:prstGeom>
          <a:noFill/>
          <a:ln/>
        </p:spPr>
        <p:txBody>
          <a:bodyPr wrap="square" rtlCol="0"/>
          <a:lstStyle>
            <a:lvl1pPr algn="l" indent="0" marL="0">
              <a:buNone/>
              <a:defRPr lang="en-US" sz="4200" b="1" dirty="0">
                <a:solidFill>
                  <a:schemeClr val="bg1"/>
                </a:solidFill>
                <a:latin typeface="맑은 고딕" pitchFamily="34" charset="0"/>
                <a:ea typeface="맑은 고딕" pitchFamily="34" charset="-122"/>
                <a:cs typeface="맑은 고딕" pitchFamily="34" charset="-120"/>
              </a:defRPr>
            </a:lvl1pPr>
          </a:lstStyle>
          <a:p>
            <a:pPr algn="l" indent="0" marL="0">
              <a:buNone/>
            </a:pPr>
            <a:endParaRPr lang="en-US" sz="4200" dirty="0"/>
          </a:p>
        </p:txBody>
      </p:sp>
      <p:sp>
        <p:nvSpPr>
          <p:cNvPr id="4" name="Text 0"/>
          <p:cNvSpPr/>
          <p:nvPr>
            <p:ph idx="102" type="body" hasCustomPrompt="1"/>
          </p:nvPr>
        </p:nvSpPr>
        <p:spPr>
          <a:xfrm>
            <a:off x="685800" y="2148840"/>
            <a:ext cx="10820095" cy="3931920"/>
          </a:xfrm>
          <a:prstGeom prst="rect">
            <a:avLst/>
          </a:prstGeom>
          <a:noFill/>
          <a:ln/>
        </p:spPr>
        <p:txBody>
          <a:bodyPr wrap="square" rtlCol="0"/>
          <a:lstStyle>
            <a:lvl1pPr indent="0" marL="0">
              <a:buNone/>
              <a:defRPr lang="en-US" sz="2000" dirty="0">
                <a:solidFill>
                  <a:schemeClr val="bg1"/>
                </a:solidFill>
                <a:latin typeface="맑은 고딕" pitchFamily="34" charset="0"/>
                <a:ea typeface="맑은 고딕" pitchFamily="34" charset="-122"/>
                <a:cs typeface="맑은 고딕" pitchFamily="34" charset="-120"/>
              </a:defRPr>
            </a:lvl1pPr>
          </a:lstStyle>
          <a:p>
            <a:pPr indent="0" marL="0">
              <a:buNone/>
            </a:pPr>
            <a:endParaRPr lang="en-US" sz="2000" dirty="0"/>
          </a:p>
        </p:txBody>
      </p:sp>
      <p:sp>
        <p:nvSpPr>
          <p:cNvPr id="5" name="Text 0"/>
          <p:cNvSpPr txBox="1"/>
          <p:nvPr/>
        </p:nvSpPr>
        <p:spPr>
          <a:xfrm>
            <a:off x="685800" y="6373368"/>
            <a:ext cx="7315200" cy="274320"/>
          </a:xfrm>
          <a:prstGeom prst="rect">
            <a:avLst/>
          </a:prstGeom>
          <a:noFill/>
          <a:ln/>
        </p:spPr>
        <p:txBody>
          <a:bodyPr wrap="square" lIns="0" tIns="0" rIns="0" bIns="0" rtlCol="0" anchor="ctr"/>
          <a:lstStyle/>
          <a:p>
            <a:pPr indent="0" marL="0">
              <a:buNone/>
            </a:pPr>
            <a:r>
              <a:rPr lang="en-US" sz="1100" dirty="0">
                <a:solidFill>
                  <a:schemeClr val="accent3"/>
                </a:solidFill>
                <a:latin typeface="맑은 고딕" pitchFamily="34" charset="0"/>
                <a:ea typeface="맑은 고딕" pitchFamily="34" charset="-122"/>
                <a:cs typeface="맑은 고딕" pitchFamily="34" charset="-120"/>
              </a:rPr>
              <a:t>요한복음 OBC · 제2강 영광이 드러나다</a:t>
            </a:r>
            <a:endParaRPr lang="en-US" sz="11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AB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rtlCol="0"/>
          <a:lstStyle>
            <a:lvl1pPr algn="l" indent="0" marL="0">
              <a:buNone/>
              <a:defRPr lang="en-US" sz="4000" b="1" dirty="0">
                <a:solidFill>
                  <a:schemeClr val="tx1"/>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txBox="1"/>
          <p:nvPr/>
        </p:nvSpPr>
        <p:spPr>
          <a:xfrm>
            <a:off x="685800" y="6373368"/>
            <a:ext cx="7315200" cy="274320"/>
          </a:xfrm>
          <a:prstGeom prst="rect">
            <a:avLst/>
          </a:prstGeom>
          <a:noFill/>
          <a:ln/>
        </p:spPr>
        <p:txBody>
          <a:bodyPr wrap="square" lIns="0" tIns="0" rIns="0" bIns="0" rtlCol="0" anchor="ctr"/>
          <a:lstStyle/>
          <a:p>
            <a:pPr indent="0" marL="0">
              <a:buNone/>
            </a:pPr>
            <a:r>
              <a:rPr lang="en-US" sz="1100" dirty="0">
                <a:solidFill>
                  <a:schemeClr val="accent4"/>
                </a:solidFill>
                <a:latin typeface="맑은 고딕" pitchFamily="34" charset="0"/>
                <a:ea typeface="맑은 고딕" pitchFamily="34" charset="-122"/>
                <a:cs typeface="맑은 고딕" pitchFamily="34" charset="-120"/>
              </a:rPr>
              <a:t>요한복음 OBC · 제2강 영광이 드러나다</a:t>
            </a:r>
            <a:endParaRPr lang="en-US" sz="11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1005840" y="1938528"/>
            <a:ext cx="9144000" cy="365760"/>
          </a:xfrm>
          <a:prstGeom prst="rect">
            <a:avLst/>
          </a:prstGeom>
          <a:noFill/>
          <a:ln/>
        </p:spPr>
        <p:txBody>
          <a:bodyPr wrap="square" lIns="0" tIns="0" rIns="0" bIns="0" rtlCol="0"/>
          <a:lstStyle/>
          <a:p>
            <a:pPr indent="0" marL="0">
              <a:buNone/>
            </a:pPr>
            <a:r>
              <a:rPr lang="en-US" sz="1700" b="1" spc="400" kern="0" dirty="0">
                <a:solidFill>
                  <a:schemeClr val="accent1"/>
                </a:solidFill>
                <a:latin typeface="맑은 고딕" pitchFamily="34" charset="0"/>
                <a:ea typeface="맑은 고딕" pitchFamily="34" charset="-122"/>
                <a:cs typeface="맑은 고딕" pitchFamily="34" charset="-120"/>
              </a:rPr>
              <a:t>OBC 요한복음 · 제 2 강</a:t>
            </a:r>
            <a:endParaRPr lang="en-US" sz="1700" dirty="0"/>
          </a:p>
        </p:txBody>
      </p:sp>
      <p:sp>
        <p:nvSpPr>
          <p:cNvPr id="3" name="Text 0"/>
          <p:cNvSpPr/>
          <p:nvPr>
            <p:ph idx="101" type="title" hasCustomPrompt="1"/>
          </p:nvPr>
        </p:nvSpPr>
        <p:spPr>
          <a:xfrm>
            <a:off x="960120" y="2395728"/>
            <a:ext cx="10058400" cy="1600200"/>
          </a:xfrm>
          <a:prstGeom prst="rect">
            <a:avLst/>
          </a:prstGeom>
          <a:noFill/>
          <a:ln/>
        </p:spPr>
        <p:txBody>
          <a:bodyPr wrap="square" lIns="0" tIns="0" rIns="0" bIns="0" rtlCol="0" anchor="t"/>
          <a:lstStyle/>
          <a:p>
            <a:pPr algn="l" indent="0" marL="0">
              <a:buNone/>
            </a:pPr>
            <a:r>
              <a:rPr lang="en-US" sz="5400" b="1" dirty="0">
                <a:solidFill>
                  <a:schemeClr val="bg1"/>
                </a:solidFill>
                <a:latin typeface="맑은 고딕" pitchFamily="34" charset="0"/>
                <a:ea typeface="맑은 고딕" pitchFamily="34" charset="-122"/>
                <a:cs typeface="맑은 고딕" pitchFamily="34" charset="-120"/>
              </a:rPr>
              <a:t>영광이 드러나다</a:t>
            </a:r>
            <a:endParaRPr lang="en-US" sz="5400" dirty="0"/>
          </a:p>
        </p:txBody>
      </p:sp>
      <p:sp>
        <p:nvSpPr>
          <p:cNvPr id="4" name="Text 0"/>
          <p:cNvSpPr/>
          <p:nvPr>
            <p:ph idx="102" type="body" hasCustomPrompt="1"/>
          </p:nvPr>
        </p:nvSpPr>
        <p:spPr>
          <a:xfrm>
            <a:off x="1005840" y="4041648"/>
            <a:ext cx="9601200" cy="1371600"/>
          </a:xfrm>
          <a:prstGeom prst="rect">
            <a:avLst/>
          </a:prstGeom>
          <a:noFill/>
          <a:ln/>
        </p:spPr>
        <p:txBody>
          <a:bodyPr wrap="square" lIns="0" tIns="0" rIns="0" bIns="0" rtlCol="0"/>
          <a:lstStyle/>
          <a:p>
            <a:pPr indent="0" marL="0">
              <a:lnSpc>
                <a:spcPct val="135000"/>
              </a:lnSpc>
              <a:buNone/>
            </a:pPr>
            <a:r>
              <a:rPr lang="en-US" sz="2000" b="1" dirty="0">
                <a:solidFill>
                  <a:schemeClr val="accent6"/>
                </a:solidFill>
                <a:latin typeface="맑은 고딕" pitchFamily="34" charset="0"/>
                <a:ea typeface="맑은 고딕" pitchFamily="34" charset="-122"/>
                <a:cs typeface="맑은 고딕" pitchFamily="34" charset="-120"/>
              </a:rPr>
              <a:t>요한복음 1:19 ~ 4:54</a:t>
            </a:r>
            <a:endParaRPr lang="en-US" sz="2000" dirty="0"/>
          </a:p>
          <a:p>
            <a:pPr indent="0" marL="0">
              <a:lnSpc>
                <a:spcPct val="135000"/>
              </a:lnSpc>
              <a:buNone/>
            </a:pPr>
            <a:r>
              <a:rPr lang="en-US" sz="1700" dirty="0">
                <a:solidFill>
                  <a:schemeClr val="accent6"/>
                </a:solidFill>
                <a:latin typeface="맑은 고딕" pitchFamily="34" charset="0"/>
                <a:ea typeface="맑은 고딕" pitchFamily="34" charset="-122"/>
                <a:cs typeface="맑은 고딕" pitchFamily="34" charset="-120"/>
              </a:rPr>
              <a:t>BEE Korea 교재 제2과</a:t>
            </a:r>
            <a:endParaRPr lang="en-US" sz="2000" dirty="0"/>
          </a:p>
          <a:p>
            <a:pPr indent="0" marL="0">
              <a:lnSpc>
                <a:spcPct val="135000"/>
              </a:lnSpc>
              <a:buNone/>
            </a:pPr>
            <a:r>
              <a:rPr lang="en-US" sz="1700" b="1" dirty="0">
                <a:solidFill>
                  <a:schemeClr val="accent1"/>
                </a:solidFill>
                <a:latin typeface="맑은 고딕" pitchFamily="34" charset="0"/>
                <a:ea typeface="맑은 고딕" pitchFamily="34" charset="-122"/>
                <a:cs typeface="맑은 고딕" pitchFamily="34" charset="-120"/>
              </a:rPr>
              <a:t>박성은 목사</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지난 주</a:t>
            </a:r>
            <a:endParaRPr lang="en-US" sz="4000" dirty="0"/>
          </a:p>
        </p:txBody>
      </p:sp>
      <p:sp>
        <p:nvSpPr>
          <p:cNvPr id="3" name="stmt-text"/>
          <p:cNvSpPr txBox="1"/>
          <p:nvPr/>
        </p:nvSpPr>
        <p:spPr>
          <a:xfrm>
            <a:off x="685800" y="2103120"/>
            <a:ext cx="10820095" cy="748792"/>
          </a:xfrm>
          <a:prstGeom prst="rect">
            <a:avLst/>
          </a:prstGeom>
          <a:noFill/>
          <a:ln/>
        </p:spPr>
        <p:txBody>
          <a:bodyPr wrap="square" lIns="0" tIns="0" rIns="0" bIns="0" rtlCol="0" anchor="t"/>
          <a:lstStyle/>
          <a:p>
            <a:pPr algn="l" indent="0" marL="0">
              <a:lnSpc>
                <a:spcPct val="134000"/>
              </a:lnSpc>
              <a:buNone/>
            </a:pPr>
            <a:r>
              <a:rPr lang="en-US" sz="4400" b="1" dirty="0">
                <a:solidFill>
                  <a:schemeClr val="bg1"/>
                </a:solidFill>
                <a:latin typeface="맑은 고딕" pitchFamily="34" charset="0"/>
                <a:ea typeface="맑은 고딕" pitchFamily="34" charset="-122"/>
                <a:cs typeface="맑은 고딕" pitchFamily="34" charset="-120"/>
              </a:rPr>
              <a:t>예수님은 누구신가</a:t>
            </a:r>
            <a:endParaRPr lang="en-US" sz="4400" dirty="0"/>
          </a:p>
        </p:txBody>
      </p:sp>
      <p:sp>
        <p:nvSpPr>
          <p:cNvPr id="4" name="stmt-sub"/>
          <p:cNvSpPr txBox="1"/>
          <p:nvPr/>
        </p:nvSpPr>
        <p:spPr>
          <a:xfrm>
            <a:off x="685800" y="3053080"/>
            <a:ext cx="10820095" cy="406806"/>
          </a:xfrm>
          <a:prstGeom prst="rect">
            <a:avLst/>
          </a:prstGeom>
          <a:noFill/>
          <a:ln/>
        </p:spPr>
        <p:txBody>
          <a:bodyPr wrap="square" lIns="0" tIns="0" rIns="0" bIns="0" rtlCol="0" anchor="t"/>
          <a:lstStyle/>
          <a:p>
            <a:pPr algn="l" indent="0" marL="0">
              <a:lnSpc>
                <a:spcPct val="130000"/>
              </a:lnSpc>
              <a:buNone/>
            </a:pPr>
            <a:r>
              <a:rPr lang="en-US" sz="2500" dirty="0">
                <a:solidFill>
                  <a:schemeClr val="accent6"/>
                </a:solidFill>
                <a:latin typeface="맑은 고딕" pitchFamily="34" charset="0"/>
                <a:ea typeface="맑은 고딕" pitchFamily="34" charset="-122"/>
                <a:cs typeface="맑은 고딕" pitchFamily="34" charset="-120"/>
              </a:rPr>
              <a:t>말씀 · 창조주 · 인도자 · 하나님</a:t>
            </a:r>
            <a:endParaRPr lang="en-US" sz="2500" dirty="0"/>
          </a:p>
        </p:txBody>
      </p:sp>
      <p:sp>
        <p:nvSpPr>
          <p:cNvPr id="5" name="stmt-ref"/>
          <p:cNvSpPr txBox="1"/>
          <p:nvPr/>
        </p:nvSpPr>
        <p:spPr>
          <a:xfrm>
            <a:off x="685800" y="3606190"/>
            <a:ext cx="10820095" cy="402336"/>
          </a:xfrm>
          <a:prstGeom prst="rect">
            <a:avLst/>
          </a:prstGeom>
          <a:noFill/>
          <a:ln/>
        </p:spPr>
        <p:txBody>
          <a:bodyPr wrap="square" lIns="0" tIns="0" rIns="0" bIns="0" rtlCol="0" anchor="ctr"/>
          <a:lstStyle/>
          <a:p>
            <a:pPr algn="l" indent="0" marL="0">
              <a:buNone/>
            </a:pPr>
            <a:r>
              <a:rPr lang="en-US" sz="2200" b="1" dirty="0">
                <a:solidFill>
                  <a:schemeClr val="accent1"/>
                </a:solidFill>
                <a:latin typeface="맑은 고딕" pitchFamily="34" charset="0"/>
                <a:ea typeface="맑은 고딕" pitchFamily="34" charset="-122"/>
                <a:cs typeface="맑은 고딕" pitchFamily="34" charset="-120"/>
              </a:rPr>
              <a:t>요한복음 1:1~18</a:t>
            </a:r>
            <a:endParaRPr lang="en-US" sz="2200" dirty="0"/>
          </a:p>
        </p:txBody>
      </p:sp>
      <p:sp>
        <p:nvSpPr>
          <p:cNvPr id="6" name="keyline"/>
          <p:cNvSpPr/>
          <p:nvPr/>
        </p:nvSpPr>
        <p:spPr>
          <a:xfrm>
            <a:off x="685800" y="4937760"/>
            <a:ext cx="10820095" cy="914400"/>
          </a:xfrm>
          <a:prstGeom prst="roundRect">
            <a:avLst>
              <a:gd name="adj" fmla="val 10000"/>
            </a:avLst>
          </a:prstGeom>
          <a:solidFill>
            <a:schemeClr val="tx2"/>
          </a:solidFill>
          <a:ln/>
        </p:spPr>
      </p:sp>
      <p:sp>
        <p:nvSpPr>
          <p:cNvPr id="7" name="keyline-text"/>
          <p:cNvSpPr txBox="1"/>
          <p:nvPr/>
        </p:nvSpPr>
        <p:spPr>
          <a:xfrm>
            <a:off x="960120" y="4937760"/>
            <a:ext cx="10271455" cy="91440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그러면 그 영광은 어떻게 드러나는가</a:t>
            </a:r>
            <a:endParaRPr lang="en-US" sz="28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오늘의 네 장면</a:t>
            </a:r>
            <a:endParaRPr lang="en-US" sz="4000" dirty="0"/>
          </a:p>
        </p:txBody>
      </p:sp>
      <p:sp>
        <p:nvSpPr>
          <p:cNvPr id="3" name="rows-0-tag"/>
          <p:cNvSpPr txBox="1"/>
          <p:nvPr/>
        </p:nvSpPr>
        <p:spPr>
          <a:xfrm>
            <a:off x="685800" y="1819656"/>
            <a:ext cx="731520" cy="432054"/>
          </a:xfrm>
          <a:prstGeom prst="rect">
            <a:avLst/>
          </a:prstGeom>
          <a:noFill/>
          <a:ln/>
        </p:spPr>
        <p:txBody>
          <a:bodyPr wrap="square" lIns="0" tIns="0" rIns="0" bIns="0" rtlCol="0" anchor="t"/>
          <a:lstStyle/>
          <a:p>
            <a:pPr indent="0" marL="0">
              <a:buNone/>
            </a:pPr>
            <a:r>
              <a:rPr lang="en-US" sz="2700" b="1" dirty="0">
                <a:solidFill>
                  <a:schemeClr val="accent1"/>
                </a:solidFill>
                <a:latin typeface="맑은 고딕" pitchFamily="34" charset="0"/>
                <a:ea typeface="맑은 고딕" pitchFamily="34" charset="-122"/>
                <a:cs typeface="맑은 고딕" pitchFamily="34" charset="-120"/>
              </a:rPr>
              <a:t>1</a:t>
            </a:r>
            <a:endParaRPr lang="en-US" sz="2700" dirty="0"/>
          </a:p>
        </p:txBody>
      </p:sp>
      <p:sp>
        <p:nvSpPr>
          <p:cNvPr id="4" name="rows-0-head"/>
          <p:cNvSpPr txBox="1"/>
          <p:nvPr/>
        </p:nvSpPr>
        <p:spPr>
          <a:xfrm>
            <a:off x="1600200" y="1819656"/>
            <a:ext cx="9905695" cy="432054"/>
          </a:xfrm>
          <a:prstGeom prst="rect">
            <a:avLst/>
          </a:prstGeom>
          <a:noFill/>
          <a:ln/>
        </p:spPr>
        <p:txBody>
          <a:bodyPr wrap="square" lIns="0" tIns="0" rIns="0" bIns="0" rtlCol="0" anchor="t"/>
          <a:lstStyle/>
          <a:p>
            <a:pPr indent="0" marL="0">
              <a:buNone/>
            </a:pPr>
            <a:r>
              <a:rPr lang="en-US" sz="2700" b="1" dirty="0">
                <a:solidFill>
                  <a:schemeClr val="tx1"/>
                </a:solidFill>
                <a:latin typeface="맑은 고딕" pitchFamily="34" charset="0"/>
                <a:ea typeface="맑은 고딕" pitchFamily="34" charset="-122"/>
                <a:cs typeface="맑은 고딕" pitchFamily="34" charset="-120"/>
              </a:rPr>
              <a:t>준비</a:t>
            </a:r>
            <a:endParaRPr lang="en-US" sz="2700" dirty="0"/>
          </a:p>
        </p:txBody>
      </p:sp>
      <p:sp>
        <p:nvSpPr>
          <p:cNvPr id="5" name="rows-0-body"/>
          <p:cNvSpPr txBox="1"/>
          <p:nvPr/>
        </p:nvSpPr>
        <p:spPr>
          <a:xfrm>
            <a:off x="1600200" y="2324862"/>
            <a:ext cx="990569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세례 요한의 증언 · 첫 제자들   1:19~51</a:t>
            </a:r>
            <a:endParaRPr lang="en-US" sz="1800" dirty="0"/>
          </a:p>
        </p:txBody>
      </p:sp>
      <p:sp>
        <p:nvSpPr>
          <p:cNvPr id="6" name="rows-0-rule"/>
          <p:cNvSpPr/>
          <p:nvPr/>
        </p:nvSpPr>
        <p:spPr>
          <a:xfrm>
            <a:off x="685800" y="2731770"/>
            <a:ext cx="10820095" cy="10973"/>
          </a:xfrm>
          <a:prstGeom prst="rect">
            <a:avLst/>
          </a:prstGeom>
          <a:solidFill>
            <a:srgbClr val="E4E9EE"/>
          </a:solidFill>
          <a:ln/>
        </p:spPr>
      </p:sp>
      <p:sp>
        <p:nvSpPr>
          <p:cNvPr id="7" name="rows-1-tag"/>
          <p:cNvSpPr txBox="1"/>
          <p:nvPr/>
        </p:nvSpPr>
        <p:spPr>
          <a:xfrm>
            <a:off x="685800" y="2887218"/>
            <a:ext cx="731520" cy="432054"/>
          </a:xfrm>
          <a:prstGeom prst="rect">
            <a:avLst/>
          </a:prstGeom>
          <a:noFill/>
          <a:ln/>
        </p:spPr>
        <p:txBody>
          <a:bodyPr wrap="square" lIns="0" tIns="0" rIns="0" bIns="0" rtlCol="0" anchor="t"/>
          <a:lstStyle/>
          <a:p>
            <a:pPr indent="0" marL="0">
              <a:buNone/>
            </a:pPr>
            <a:r>
              <a:rPr lang="en-US" sz="2700" b="1" dirty="0">
                <a:solidFill>
                  <a:schemeClr val="accent1"/>
                </a:solidFill>
                <a:latin typeface="맑은 고딕" pitchFamily="34" charset="0"/>
                <a:ea typeface="맑은 고딕" pitchFamily="34" charset="-122"/>
                <a:cs typeface="맑은 고딕" pitchFamily="34" charset="-120"/>
              </a:rPr>
              <a:t>2</a:t>
            </a:r>
            <a:endParaRPr lang="en-US" sz="2700" dirty="0"/>
          </a:p>
        </p:txBody>
      </p:sp>
      <p:sp>
        <p:nvSpPr>
          <p:cNvPr id="8" name="rows-1-head"/>
          <p:cNvSpPr txBox="1"/>
          <p:nvPr/>
        </p:nvSpPr>
        <p:spPr>
          <a:xfrm>
            <a:off x="1600200" y="2887218"/>
            <a:ext cx="9905695" cy="432054"/>
          </a:xfrm>
          <a:prstGeom prst="rect">
            <a:avLst/>
          </a:prstGeom>
          <a:noFill/>
          <a:ln/>
        </p:spPr>
        <p:txBody>
          <a:bodyPr wrap="square" lIns="0" tIns="0" rIns="0" bIns="0" rtlCol="0" anchor="t"/>
          <a:lstStyle/>
          <a:p>
            <a:pPr indent="0" marL="0">
              <a:buNone/>
            </a:pPr>
            <a:r>
              <a:rPr lang="en-US" sz="2700" b="1" dirty="0">
                <a:solidFill>
                  <a:schemeClr val="tx1"/>
                </a:solidFill>
                <a:latin typeface="맑은 고딕" pitchFamily="34" charset="0"/>
                <a:ea typeface="맑은 고딕" pitchFamily="34" charset="-122"/>
                <a:cs typeface="맑은 고딕" pitchFamily="34" charset="-120"/>
              </a:rPr>
              <a:t>제자들에게</a:t>
            </a:r>
            <a:endParaRPr lang="en-US" sz="2700" dirty="0"/>
          </a:p>
        </p:txBody>
      </p:sp>
      <p:sp>
        <p:nvSpPr>
          <p:cNvPr id="9" name="rows-1-body"/>
          <p:cNvSpPr txBox="1"/>
          <p:nvPr/>
        </p:nvSpPr>
        <p:spPr>
          <a:xfrm>
            <a:off x="1600200" y="3392424"/>
            <a:ext cx="990569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가나의 혼인잔치 · 성전 청결   2장</a:t>
            </a:r>
            <a:endParaRPr lang="en-US" sz="1800" dirty="0"/>
          </a:p>
        </p:txBody>
      </p:sp>
      <p:sp>
        <p:nvSpPr>
          <p:cNvPr id="10" name="rows-1-rule"/>
          <p:cNvSpPr/>
          <p:nvPr/>
        </p:nvSpPr>
        <p:spPr>
          <a:xfrm>
            <a:off x="685800" y="3799332"/>
            <a:ext cx="10820095" cy="10973"/>
          </a:xfrm>
          <a:prstGeom prst="rect">
            <a:avLst/>
          </a:prstGeom>
          <a:solidFill>
            <a:srgbClr val="E4E9EE"/>
          </a:solidFill>
          <a:ln/>
        </p:spPr>
      </p:sp>
      <p:sp>
        <p:nvSpPr>
          <p:cNvPr id="11" name="rows-2-tag"/>
          <p:cNvSpPr txBox="1"/>
          <p:nvPr/>
        </p:nvSpPr>
        <p:spPr>
          <a:xfrm>
            <a:off x="685800" y="3954780"/>
            <a:ext cx="731520" cy="432054"/>
          </a:xfrm>
          <a:prstGeom prst="rect">
            <a:avLst/>
          </a:prstGeom>
          <a:noFill/>
          <a:ln/>
        </p:spPr>
        <p:txBody>
          <a:bodyPr wrap="square" lIns="0" tIns="0" rIns="0" bIns="0" rtlCol="0" anchor="t"/>
          <a:lstStyle/>
          <a:p>
            <a:pPr indent="0" marL="0">
              <a:buNone/>
            </a:pPr>
            <a:r>
              <a:rPr lang="en-US" sz="2700" b="1" dirty="0">
                <a:solidFill>
                  <a:schemeClr val="accent1"/>
                </a:solidFill>
                <a:latin typeface="맑은 고딕" pitchFamily="34" charset="0"/>
                <a:ea typeface="맑은 고딕" pitchFamily="34" charset="-122"/>
                <a:cs typeface="맑은 고딕" pitchFamily="34" charset="-120"/>
              </a:rPr>
              <a:t>3</a:t>
            </a:r>
            <a:endParaRPr lang="en-US" sz="2700" dirty="0"/>
          </a:p>
        </p:txBody>
      </p:sp>
      <p:sp>
        <p:nvSpPr>
          <p:cNvPr id="12" name="rows-2-head"/>
          <p:cNvSpPr txBox="1"/>
          <p:nvPr/>
        </p:nvSpPr>
        <p:spPr>
          <a:xfrm>
            <a:off x="1600200" y="3954780"/>
            <a:ext cx="9905695" cy="432054"/>
          </a:xfrm>
          <a:prstGeom prst="rect">
            <a:avLst/>
          </a:prstGeom>
          <a:noFill/>
          <a:ln/>
        </p:spPr>
        <p:txBody>
          <a:bodyPr wrap="square" lIns="0" tIns="0" rIns="0" bIns="0" rtlCol="0" anchor="t"/>
          <a:lstStyle/>
          <a:p>
            <a:pPr indent="0" marL="0">
              <a:buNone/>
            </a:pPr>
            <a:r>
              <a:rPr lang="en-US" sz="2700" b="1" dirty="0">
                <a:solidFill>
                  <a:schemeClr val="tx1"/>
                </a:solidFill>
                <a:latin typeface="맑은 고딕" pitchFamily="34" charset="0"/>
                <a:ea typeface="맑은 고딕" pitchFamily="34" charset="-122"/>
                <a:cs typeface="맑은 고딕" pitchFamily="34" charset="-120"/>
              </a:rPr>
              <a:t>니고데모에게</a:t>
            </a:r>
            <a:endParaRPr lang="en-US" sz="2700" dirty="0"/>
          </a:p>
        </p:txBody>
      </p:sp>
      <p:sp>
        <p:nvSpPr>
          <p:cNvPr id="13" name="rows-2-body"/>
          <p:cNvSpPr txBox="1"/>
          <p:nvPr/>
        </p:nvSpPr>
        <p:spPr>
          <a:xfrm>
            <a:off x="1600200" y="4459986"/>
            <a:ext cx="990569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거듭남 · 믿음   3장</a:t>
            </a:r>
            <a:endParaRPr lang="en-US" sz="1800" dirty="0"/>
          </a:p>
        </p:txBody>
      </p:sp>
      <p:sp>
        <p:nvSpPr>
          <p:cNvPr id="14" name="rows-2-rule"/>
          <p:cNvSpPr/>
          <p:nvPr/>
        </p:nvSpPr>
        <p:spPr>
          <a:xfrm>
            <a:off x="685800" y="4866894"/>
            <a:ext cx="10820095" cy="10973"/>
          </a:xfrm>
          <a:prstGeom prst="rect">
            <a:avLst/>
          </a:prstGeom>
          <a:solidFill>
            <a:srgbClr val="E4E9EE"/>
          </a:solidFill>
          <a:ln/>
        </p:spPr>
      </p:sp>
      <p:sp>
        <p:nvSpPr>
          <p:cNvPr id="15" name="rows-3-tag"/>
          <p:cNvSpPr txBox="1"/>
          <p:nvPr/>
        </p:nvSpPr>
        <p:spPr>
          <a:xfrm>
            <a:off x="685800" y="5022342"/>
            <a:ext cx="731520" cy="432054"/>
          </a:xfrm>
          <a:prstGeom prst="rect">
            <a:avLst/>
          </a:prstGeom>
          <a:noFill/>
          <a:ln/>
        </p:spPr>
        <p:txBody>
          <a:bodyPr wrap="square" lIns="0" tIns="0" rIns="0" bIns="0" rtlCol="0" anchor="t"/>
          <a:lstStyle/>
          <a:p>
            <a:pPr indent="0" marL="0">
              <a:buNone/>
            </a:pPr>
            <a:r>
              <a:rPr lang="en-US" sz="2700" b="1" dirty="0">
                <a:solidFill>
                  <a:schemeClr val="accent1"/>
                </a:solidFill>
                <a:latin typeface="맑은 고딕" pitchFamily="34" charset="0"/>
                <a:ea typeface="맑은 고딕" pitchFamily="34" charset="-122"/>
                <a:cs typeface="맑은 고딕" pitchFamily="34" charset="-120"/>
              </a:rPr>
              <a:t>4</a:t>
            </a:r>
            <a:endParaRPr lang="en-US" sz="2700" dirty="0"/>
          </a:p>
        </p:txBody>
      </p:sp>
      <p:sp>
        <p:nvSpPr>
          <p:cNvPr id="16" name="rows-3-head"/>
          <p:cNvSpPr txBox="1"/>
          <p:nvPr/>
        </p:nvSpPr>
        <p:spPr>
          <a:xfrm>
            <a:off x="1600200" y="5022342"/>
            <a:ext cx="9905695" cy="432054"/>
          </a:xfrm>
          <a:prstGeom prst="rect">
            <a:avLst/>
          </a:prstGeom>
          <a:noFill/>
          <a:ln/>
        </p:spPr>
        <p:txBody>
          <a:bodyPr wrap="square" lIns="0" tIns="0" rIns="0" bIns="0" rtlCol="0" anchor="t"/>
          <a:lstStyle/>
          <a:p>
            <a:pPr indent="0" marL="0">
              <a:buNone/>
            </a:pPr>
            <a:r>
              <a:rPr lang="en-US" sz="2700" b="1" dirty="0">
                <a:solidFill>
                  <a:schemeClr val="tx1"/>
                </a:solidFill>
                <a:latin typeface="맑은 고딕" pitchFamily="34" charset="0"/>
                <a:ea typeface="맑은 고딕" pitchFamily="34" charset="-122"/>
                <a:cs typeface="맑은 고딕" pitchFamily="34" charset="-120"/>
              </a:rPr>
              <a:t>사마리아인에게</a:t>
            </a:r>
            <a:endParaRPr lang="en-US" sz="2700" dirty="0"/>
          </a:p>
        </p:txBody>
      </p:sp>
      <p:sp>
        <p:nvSpPr>
          <p:cNvPr id="17" name="rows-3-body"/>
          <p:cNvSpPr txBox="1"/>
          <p:nvPr/>
        </p:nvSpPr>
        <p:spPr>
          <a:xfrm>
            <a:off x="1600200" y="5527548"/>
            <a:ext cx="990569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수가성 여인 · 영과 진리의 예배   4장</a:t>
            </a:r>
            <a:endParaRPr lang="en-US" sz="1800" dirty="0"/>
          </a:p>
        </p:txBody>
      </p:sp>
      <p:sp>
        <p:nvSpPr>
          <p:cNvPr id="1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960120" y="2011680"/>
            <a:ext cx="2011680" cy="1005840"/>
          </a:xfrm>
          <a:prstGeom prst="rect">
            <a:avLst/>
          </a:prstGeom>
          <a:noFill/>
          <a:ln/>
        </p:spPr>
        <p:txBody>
          <a:bodyPr wrap="square" lIns="0" tIns="0" rIns="0" bIns="0" rtlCol="0"/>
          <a:lstStyle/>
          <a:p>
            <a:pPr algn="l" indent="0" marL="0">
              <a:buNone/>
            </a:pPr>
            <a:r>
              <a:rPr lang="en-US" sz="7200" b="1" dirty="0">
                <a:solidFill>
                  <a:schemeClr val="accent5"/>
                </a:solidFill>
                <a:latin typeface="맑은 고딕" pitchFamily="34" charset="0"/>
                <a:ea typeface="맑은 고딕" pitchFamily="34" charset="-122"/>
                <a:cs typeface="맑은 고딕" pitchFamily="34" charset="-120"/>
              </a:rPr>
              <a:t>01</a:t>
            </a:r>
            <a:endParaRPr lang="en-US" sz="7200" dirty="0"/>
          </a:p>
        </p:txBody>
      </p:sp>
      <p:sp>
        <p:nvSpPr>
          <p:cNvPr id="3" name="Text 0"/>
          <p:cNvSpPr/>
          <p:nvPr>
            <p:ph idx="101" type="title" hasCustomPrompt="1"/>
          </p:nvPr>
        </p:nvSpPr>
        <p:spPr>
          <a:xfrm>
            <a:off x="960120" y="3127248"/>
            <a:ext cx="9875520" cy="1005840"/>
          </a:xfrm>
          <a:prstGeom prst="rect">
            <a:avLst/>
          </a:prstGeom>
          <a:noFill/>
          <a:ln/>
        </p:spPr>
        <p:txBody>
          <a:bodyPr wrap="square" lIns="0" tIns="0" rIns="0" bIns="0" rtlCol="0" anchor="t"/>
          <a:lstStyle/>
          <a:p>
            <a:pPr algn="l" indent="0" marL="0">
              <a:buNone/>
            </a:pPr>
            <a:r>
              <a:rPr lang="en-US" sz="4600" b="1" dirty="0">
                <a:solidFill>
                  <a:schemeClr val="bg1"/>
                </a:solidFill>
                <a:latin typeface="맑은 고딕" pitchFamily="34" charset="0"/>
                <a:ea typeface="맑은 고딕" pitchFamily="34" charset="-122"/>
                <a:cs typeface="맑은 고딕" pitchFamily="34" charset="-120"/>
              </a:rPr>
              <a:t>세례 요한의 증언</a:t>
            </a:r>
            <a:endParaRPr lang="en-US" sz="4600" dirty="0"/>
          </a:p>
        </p:txBody>
      </p:sp>
      <p:sp>
        <p:nvSpPr>
          <p:cNvPr id="4" name="Text 0"/>
          <p:cNvSpPr/>
          <p:nvPr>
            <p:ph idx="102" type="body" hasCustomPrompt="1"/>
          </p:nvPr>
        </p:nvSpPr>
        <p:spPr>
          <a:xfrm>
            <a:off x="1005840" y="4206240"/>
            <a:ext cx="9144000" cy="822960"/>
          </a:xfrm>
          <a:prstGeom prst="rect">
            <a:avLst/>
          </a:prstGeom>
          <a:noFill/>
          <a:ln/>
        </p:spPr>
        <p:txBody>
          <a:bodyPr wrap="square" lIns="0" tIns="0" rIns="0" bIns="0" rtlCol="0"/>
          <a:lstStyle/>
          <a:p>
            <a:pPr indent="0" marL="0">
              <a:buNone/>
            </a:pPr>
            <a:r>
              <a:rPr lang="en-US" sz="1900" dirty="0">
                <a:solidFill>
                  <a:schemeClr val="accent6"/>
                </a:solidFill>
                <a:latin typeface="맑은 고딕" pitchFamily="34" charset="0"/>
                <a:ea typeface="맑은 고딕" pitchFamily="34" charset="-122"/>
                <a:cs typeface="맑은 고딕" pitchFamily="34" charset="-120"/>
              </a:rPr>
              <a:t>요한복음 1:19~34</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400년 만에 나타난 사람</a:t>
            </a:r>
            <a:endParaRPr lang="en-US" sz="4000" dirty="0"/>
          </a:p>
        </p:txBody>
      </p:sp>
      <p:sp>
        <p:nvSpPr>
          <p:cNvPr id="3" name="stmt-text"/>
          <p:cNvSpPr txBox="1"/>
          <p:nvPr/>
        </p:nvSpPr>
        <p:spPr>
          <a:xfrm>
            <a:off x="685800" y="2103120"/>
            <a:ext cx="10820095" cy="680720"/>
          </a:xfrm>
          <a:prstGeom prst="rect">
            <a:avLst/>
          </a:prstGeom>
          <a:noFill/>
          <a:ln/>
        </p:spPr>
        <p:txBody>
          <a:bodyPr wrap="square" lIns="0" tIns="0" rIns="0" bIns="0" rtlCol="0" anchor="t"/>
          <a:lstStyle/>
          <a:p>
            <a:pPr algn="l" indent="0" marL="0">
              <a:lnSpc>
                <a:spcPct val="134000"/>
              </a:lnSpc>
              <a:buNone/>
            </a:pPr>
            <a:r>
              <a:rPr lang="en-US" sz="4000" b="1" dirty="0">
                <a:solidFill>
                  <a:schemeClr val="tx1"/>
                </a:solidFill>
                <a:latin typeface="맑은 고딕" pitchFamily="34" charset="0"/>
                <a:ea typeface="맑은 고딕" pitchFamily="34" charset="-122"/>
                <a:cs typeface="맑은 고딕" pitchFamily="34" charset="-120"/>
              </a:rPr>
              <a:t>“네가 누구냐”</a:t>
            </a:r>
            <a:endParaRPr lang="en-US" sz="4000" dirty="0"/>
          </a:p>
        </p:txBody>
      </p:sp>
      <p:sp>
        <p:nvSpPr>
          <p:cNvPr id="4" name="stmt-sub"/>
          <p:cNvSpPr txBox="1"/>
          <p:nvPr/>
        </p:nvSpPr>
        <p:spPr>
          <a:xfrm>
            <a:off x="685800" y="2985008"/>
            <a:ext cx="10820095" cy="369824"/>
          </a:xfrm>
          <a:prstGeom prst="rect">
            <a:avLst/>
          </a:prstGeom>
          <a:noFill/>
          <a:ln/>
        </p:spPr>
        <p:txBody>
          <a:bodyPr wrap="square" lIns="0" tIns="0" rIns="0" bIns="0" rtlCol="0" anchor="t"/>
          <a:lstStyle/>
          <a:p>
            <a:pPr algn="l" indent="0" marL="0">
              <a:lnSpc>
                <a:spcPct val="130000"/>
              </a:lnSpc>
              <a:buNone/>
            </a:pPr>
            <a:r>
              <a:rPr lang="en-US" sz="2200" dirty="0">
                <a:solidFill>
                  <a:schemeClr val="accent3"/>
                </a:solidFill>
                <a:latin typeface="맑은 고딕" pitchFamily="34" charset="0"/>
                <a:ea typeface="맑은 고딕" pitchFamily="34" charset="-122"/>
                <a:cs typeface="맑은 고딕" pitchFamily="34" charset="-120"/>
              </a:rPr>
              <a:t>예루살렘에서 제사장과 레위인을 보내어 묻습니다</a:t>
            </a:r>
            <a:endParaRPr lang="en-US" sz="2200" dirty="0"/>
          </a:p>
        </p:txBody>
      </p:sp>
      <p:sp>
        <p:nvSpPr>
          <p:cNvPr id="5" name="stmt-ref"/>
          <p:cNvSpPr txBox="1"/>
          <p:nvPr/>
        </p:nvSpPr>
        <p:spPr>
          <a:xfrm>
            <a:off x="685800" y="3501136"/>
            <a:ext cx="10820095" cy="402336"/>
          </a:xfrm>
          <a:prstGeom prst="rect">
            <a:avLst/>
          </a:prstGeom>
          <a:noFill/>
          <a:ln/>
        </p:spPr>
        <p:txBody>
          <a:bodyPr wrap="square" lIns="0" tIns="0" rIns="0" bIns="0" rtlCol="0" anchor="ctr"/>
          <a:lstStyle/>
          <a:p>
            <a:pPr algn="l" indent="0" marL="0">
              <a:buNone/>
            </a:pPr>
            <a:r>
              <a:rPr lang="en-US" sz="2000" b="1" dirty="0">
                <a:solidFill>
                  <a:schemeClr val="accent1"/>
                </a:solidFill>
                <a:latin typeface="맑은 고딕" pitchFamily="34" charset="0"/>
                <a:ea typeface="맑은 고딕" pitchFamily="34" charset="-122"/>
                <a:cs typeface="맑은 고딕" pitchFamily="34" charset="-120"/>
              </a:rPr>
              <a:t>요한복음 1:19</a:t>
            </a:r>
            <a:endParaRPr lang="en-US" sz="2000" dirty="0"/>
          </a:p>
        </p:txBody>
      </p:sp>
      <p:sp>
        <p:nvSpPr>
          <p:cNvPr id="6" name="keyline"/>
          <p:cNvSpPr/>
          <p:nvPr/>
        </p:nvSpPr>
        <p:spPr>
          <a:xfrm>
            <a:off x="685800" y="5029200"/>
            <a:ext cx="10820095" cy="822960"/>
          </a:xfrm>
          <a:prstGeom prst="roundRect">
            <a:avLst>
              <a:gd name="adj" fmla="val 11111"/>
            </a:avLst>
          </a:prstGeom>
          <a:solidFill>
            <a:schemeClr val="tx2"/>
          </a:solidFill>
          <a:ln/>
        </p:spPr>
      </p:sp>
      <p:sp>
        <p:nvSpPr>
          <p:cNvPr id="7" name="keyline-text"/>
          <p:cNvSpPr txBox="1"/>
          <p:nvPr/>
        </p:nvSpPr>
        <p:spPr>
          <a:xfrm>
            <a:off x="960120" y="5029200"/>
            <a:ext cx="10271455" cy="82296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혹시 이 사람이 메시야가 아닐까</a:t>
            </a:r>
            <a:endParaRPr lang="en-US" sz="26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세 번 묻고, 세 번 아니라고 답합니다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1~4</a:t>
            </a:r>
            <a:endParaRPr lang="en-US" sz="1700" dirty="0"/>
          </a:p>
        </p:txBody>
      </p:sp>
      <p:sp>
        <p:nvSpPr>
          <p:cNvPr id="4" name="rows-0-tag"/>
          <p:cNvSpPr txBox="1"/>
          <p:nvPr/>
        </p:nvSpPr>
        <p:spPr>
          <a:xfrm>
            <a:off x="685800" y="1883664"/>
            <a:ext cx="64008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①</a:t>
            </a:r>
            <a:endParaRPr lang="en-US" sz="2800" dirty="0"/>
          </a:p>
        </p:txBody>
      </p:sp>
      <p:sp>
        <p:nvSpPr>
          <p:cNvPr id="5" name="rows-0-head"/>
          <p:cNvSpPr txBox="1"/>
          <p:nvPr/>
        </p:nvSpPr>
        <p:spPr>
          <a:xfrm>
            <a:off x="1508760" y="1883664"/>
            <a:ext cx="999713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그리스도냐</a:t>
            </a:r>
            <a:endParaRPr lang="en-US" sz="2800" dirty="0"/>
          </a:p>
        </p:txBody>
      </p:sp>
      <p:sp>
        <p:nvSpPr>
          <p:cNvPr id="6" name="rows-0-body"/>
          <p:cNvSpPr txBox="1"/>
          <p:nvPr/>
        </p:nvSpPr>
        <p:spPr>
          <a:xfrm>
            <a:off x="1508760" y="2404872"/>
            <a:ext cx="999713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나는 아니다</a:t>
            </a:r>
            <a:endParaRPr lang="en-US" sz="1900" dirty="0"/>
          </a:p>
        </p:txBody>
      </p:sp>
      <p:sp>
        <p:nvSpPr>
          <p:cNvPr id="7" name="rows-0-rule"/>
          <p:cNvSpPr/>
          <p:nvPr/>
        </p:nvSpPr>
        <p:spPr>
          <a:xfrm>
            <a:off x="685800" y="2855214"/>
            <a:ext cx="10820095" cy="10973"/>
          </a:xfrm>
          <a:prstGeom prst="rect">
            <a:avLst/>
          </a:prstGeom>
          <a:solidFill>
            <a:srgbClr val="E4E9EE"/>
          </a:solidFill>
          <a:ln/>
        </p:spPr>
      </p:sp>
      <p:sp>
        <p:nvSpPr>
          <p:cNvPr id="8" name="rows-1-tag"/>
          <p:cNvSpPr txBox="1"/>
          <p:nvPr/>
        </p:nvSpPr>
        <p:spPr>
          <a:xfrm>
            <a:off x="685800" y="3038094"/>
            <a:ext cx="64008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②</a:t>
            </a:r>
            <a:endParaRPr lang="en-US" sz="2800" dirty="0"/>
          </a:p>
        </p:txBody>
      </p:sp>
      <p:sp>
        <p:nvSpPr>
          <p:cNvPr id="9" name="rows-1-head"/>
          <p:cNvSpPr txBox="1"/>
          <p:nvPr/>
        </p:nvSpPr>
        <p:spPr>
          <a:xfrm>
            <a:off x="1508760" y="3038094"/>
            <a:ext cx="999713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엘리야냐</a:t>
            </a:r>
            <a:endParaRPr lang="en-US" sz="2800" dirty="0"/>
          </a:p>
        </p:txBody>
      </p:sp>
      <p:sp>
        <p:nvSpPr>
          <p:cNvPr id="10" name="rows-1-body"/>
          <p:cNvSpPr txBox="1"/>
          <p:nvPr/>
        </p:nvSpPr>
        <p:spPr>
          <a:xfrm>
            <a:off x="1508760" y="3559302"/>
            <a:ext cx="999713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나는 아니다   —   그러나 예수님은 그를 엘리야라 하심</a:t>
            </a:r>
            <a:endParaRPr lang="en-US" sz="1900" dirty="0"/>
          </a:p>
        </p:txBody>
      </p:sp>
      <p:sp>
        <p:nvSpPr>
          <p:cNvPr id="11" name="rows-1-rule"/>
          <p:cNvSpPr/>
          <p:nvPr/>
        </p:nvSpPr>
        <p:spPr>
          <a:xfrm>
            <a:off x="685800" y="4009644"/>
            <a:ext cx="10820095" cy="10973"/>
          </a:xfrm>
          <a:prstGeom prst="rect">
            <a:avLst/>
          </a:prstGeom>
          <a:solidFill>
            <a:srgbClr val="E4E9EE"/>
          </a:solidFill>
          <a:ln/>
        </p:spPr>
      </p:sp>
      <p:sp>
        <p:nvSpPr>
          <p:cNvPr id="12" name="rows-2-tag"/>
          <p:cNvSpPr txBox="1"/>
          <p:nvPr/>
        </p:nvSpPr>
        <p:spPr>
          <a:xfrm>
            <a:off x="685800" y="4192524"/>
            <a:ext cx="64008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③</a:t>
            </a:r>
            <a:endParaRPr lang="en-US" sz="2800" dirty="0"/>
          </a:p>
        </p:txBody>
      </p:sp>
      <p:sp>
        <p:nvSpPr>
          <p:cNvPr id="13" name="rows-2-head"/>
          <p:cNvSpPr txBox="1"/>
          <p:nvPr/>
        </p:nvSpPr>
        <p:spPr>
          <a:xfrm>
            <a:off x="1508760" y="4192524"/>
            <a:ext cx="999713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그 선지자냐</a:t>
            </a:r>
            <a:endParaRPr lang="en-US" sz="2800" dirty="0"/>
          </a:p>
        </p:txBody>
      </p:sp>
      <p:sp>
        <p:nvSpPr>
          <p:cNvPr id="14" name="rows-2-body"/>
          <p:cNvSpPr txBox="1"/>
          <p:nvPr/>
        </p:nvSpPr>
        <p:spPr>
          <a:xfrm>
            <a:off x="1508760" y="4713732"/>
            <a:ext cx="999713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나는 아니다</a:t>
            </a:r>
            <a:endParaRPr lang="en-US" sz="1900" dirty="0"/>
          </a:p>
        </p:txBody>
      </p:sp>
      <p:sp>
        <p:nvSpPr>
          <p:cNvPr id="15" name="keyline"/>
          <p:cNvSpPr/>
          <p:nvPr/>
        </p:nvSpPr>
        <p:spPr>
          <a:xfrm>
            <a:off x="685800" y="5438394"/>
            <a:ext cx="10820095" cy="822960"/>
          </a:xfrm>
          <a:prstGeom prst="roundRect">
            <a:avLst>
              <a:gd name="adj" fmla="val 11111"/>
            </a:avLst>
          </a:prstGeom>
          <a:solidFill>
            <a:schemeClr val="tx2"/>
          </a:solidFill>
          <a:ln/>
        </p:spPr>
      </p:sp>
      <p:sp>
        <p:nvSpPr>
          <p:cNvPr id="16" name="keyline-text"/>
          <p:cNvSpPr txBox="1"/>
          <p:nvPr/>
        </p:nvSpPr>
        <p:spPr>
          <a:xfrm>
            <a:off x="960120" y="5438394"/>
            <a:ext cx="10271455" cy="82296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나도 그리스도가 필요한 사람입니다</a:t>
            </a:r>
            <a:endParaRPr lang="en-US" sz="26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나의 평가, 남의 평가</a:t>
            </a:r>
            <a:endParaRPr lang="en-US" sz="4000" dirty="0"/>
          </a:p>
        </p:txBody>
      </p:sp>
      <p:sp>
        <p:nvSpPr>
          <p:cNvPr id="3" name="stmt-text"/>
          <p:cNvSpPr txBox="1"/>
          <p:nvPr/>
        </p:nvSpPr>
        <p:spPr>
          <a:xfrm>
            <a:off x="685800" y="2103120"/>
            <a:ext cx="10820095" cy="1361440"/>
          </a:xfrm>
          <a:prstGeom prst="rect">
            <a:avLst/>
          </a:prstGeom>
          <a:noFill/>
          <a:ln/>
        </p:spPr>
        <p:txBody>
          <a:bodyPr wrap="square" lIns="0" tIns="0" rIns="0" bIns="0" rtlCol="0" anchor="t"/>
          <a:lstStyle/>
          <a:p>
            <a:pPr algn="l" indent="0" marL="0">
              <a:lnSpc>
                <a:spcPct val="134000"/>
              </a:lnSpc>
              <a:buNone/>
            </a:pPr>
            <a:r>
              <a:rPr lang="en-US" sz="4000" b="1" dirty="0">
                <a:solidFill>
                  <a:schemeClr val="bg1"/>
                </a:solidFill>
                <a:latin typeface="맑은 고딕" pitchFamily="34" charset="0"/>
                <a:ea typeface="맑은 고딕" pitchFamily="34" charset="-122"/>
                <a:cs typeface="맑은 고딕" pitchFamily="34" charset="-120"/>
              </a:rPr>
              <a:t>요한은 아니라고 했고</a:t>
            </a:r>
            <a:endParaRPr lang="en-US" sz="4000" dirty="0"/>
          </a:p>
          <a:p>
            <a:pPr algn="l" indent="0" marL="0">
              <a:lnSpc>
                <a:spcPct val="134000"/>
              </a:lnSpc>
              <a:buNone/>
            </a:pPr>
            <a:r>
              <a:rPr lang="en-US" sz="4000" b="1" dirty="0">
                <a:solidFill>
                  <a:schemeClr val="bg1"/>
                </a:solidFill>
                <a:latin typeface="맑은 고딕" pitchFamily="34" charset="0"/>
                <a:ea typeface="맑은 고딕" pitchFamily="34" charset="-122"/>
                <a:cs typeface="맑은 고딕" pitchFamily="34" charset="-120"/>
              </a:rPr>
              <a:t>예수님은 맞다고 하셨습니다</a:t>
            </a:r>
            <a:endParaRPr lang="en-US" sz="4000" dirty="0"/>
          </a:p>
        </p:txBody>
      </p:sp>
      <p:sp>
        <p:nvSpPr>
          <p:cNvPr id="4" name="keyline"/>
          <p:cNvSpPr/>
          <p:nvPr/>
        </p:nvSpPr>
        <p:spPr>
          <a:xfrm>
            <a:off x="685800" y="4937760"/>
            <a:ext cx="10820095" cy="914400"/>
          </a:xfrm>
          <a:prstGeom prst="roundRect">
            <a:avLst>
              <a:gd name="adj" fmla="val 10000"/>
            </a:avLst>
          </a:prstGeom>
          <a:solidFill>
            <a:schemeClr val="tx2"/>
          </a:solidFill>
          <a:ln/>
        </p:spPr>
      </p:sp>
      <p:sp>
        <p:nvSpPr>
          <p:cNvPr id="5" name="keyline-text"/>
          <p:cNvSpPr txBox="1"/>
          <p:nvPr/>
        </p:nvSpPr>
        <p:spPr>
          <a:xfrm>
            <a:off x="960120" y="4937760"/>
            <a:ext cx="10271455" cy="91440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중요한 것은 예수님의 평가입니다</a:t>
            </a:r>
            <a:endParaRPr lang="en-US" sz="2800" dirty="0"/>
          </a:p>
        </p:txBody>
      </p:sp>
      <p:sp>
        <p:nvSpPr>
          <p:cNvPr id="7"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그러면 너는 누구냐</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5~6</a:t>
            </a:r>
            <a:endParaRPr lang="en-US" sz="1700" dirty="0"/>
          </a:p>
        </p:txBody>
      </p:sp>
      <p:sp>
        <p:nvSpPr>
          <p:cNvPr id="4" name="scripture-text"/>
          <p:cNvSpPr txBox="1"/>
          <p:nvPr/>
        </p:nvSpPr>
        <p:spPr>
          <a:xfrm>
            <a:off x="685800" y="1828800"/>
            <a:ext cx="10789920" cy="1371600"/>
          </a:xfrm>
          <a:prstGeom prst="rect">
            <a:avLst/>
          </a:prstGeom>
          <a:noFill/>
          <a:ln/>
        </p:spPr>
        <p:txBody>
          <a:bodyPr wrap="square" lIns="0" tIns="0" rIns="0" bIns="0" rtlCol="0" anchor="t"/>
          <a:lstStyle/>
          <a:p>
            <a:pPr indent="0" marL="0">
              <a:lnSpc>
                <a:spcPct val="142000"/>
              </a:lnSpc>
              <a:buNone/>
            </a:pPr>
            <a:r>
              <a:rPr lang="en-US" sz="3000" i="1" dirty="0">
                <a:solidFill>
                  <a:schemeClr val="tx1"/>
                </a:solidFill>
                <a:latin typeface="맑은 고딕" pitchFamily="34" charset="0"/>
                <a:ea typeface="맑은 고딕" pitchFamily="34" charset="-122"/>
                <a:cs typeface="맑은 고딕" pitchFamily="34" charset="-120"/>
              </a:rPr>
              <a:t>“주의 길을 곧게 하라고 광야에서 외치는 자의 소리”</a:t>
            </a:r>
            <a:endParaRPr lang="en-US" sz="3000" dirty="0"/>
          </a:p>
        </p:txBody>
      </p:sp>
      <p:sp>
        <p:nvSpPr>
          <p:cNvPr id="5" name="scripture-ref"/>
          <p:cNvSpPr txBox="1"/>
          <p:nvPr/>
        </p:nvSpPr>
        <p:spPr>
          <a:xfrm>
            <a:off x="685800" y="3255264"/>
            <a:ext cx="10789920" cy="365760"/>
          </a:xfrm>
          <a:prstGeom prst="rect">
            <a:avLst/>
          </a:prstGeom>
          <a:noFill/>
          <a:ln/>
        </p:spPr>
        <p:txBody>
          <a:bodyPr wrap="square" lIns="0" tIns="0" rIns="0" bIns="0" rtlCol="0" anchor="ctr"/>
          <a:lstStyle/>
          <a:p>
            <a:pPr indent="0" marL="0">
              <a:buNone/>
            </a:pPr>
            <a:r>
              <a:rPr lang="en-US" sz="1500" b="1" dirty="0">
                <a:solidFill>
                  <a:schemeClr val="accent1"/>
                </a:solidFill>
                <a:latin typeface="맑은 고딕" pitchFamily="34" charset="0"/>
                <a:ea typeface="맑은 고딕" pitchFamily="34" charset="-122"/>
                <a:cs typeface="맑은 고딕" pitchFamily="34" charset="-120"/>
              </a:rPr>
              <a:t>요한복음 1:23  ·  이사야 40:3</a:t>
            </a:r>
            <a:endParaRPr lang="en-US" sz="1500" dirty="0"/>
          </a:p>
        </p:txBody>
      </p:sp>
      <p:sp>
        <p:nvSpPr>
          <p:cNvPr id="6" name="keyline"/>
          <p:cNvSpPr/>
          <p:nvPr/>
        </p:nvSpPr>
        <p:spPr>
          <a:xfrm>
            <a:off x="685800" y="4297680"/>
            <a:ext cx="10820095" cy="1371600"/>
          </a:xfrm>
          <a:prstGeom prst="roundRect">
            <a:avLst>
              <a:gd name="adj" fmla="val 6667"/>
            </a:avLst>
          </a:prstGeom>
          <a:solidFill>
            <a:schemeClr val="tx2"/>
          </a:solidFill>
          <a:ln/>
        </p:spPr>
      </p:sp>
      <p:sp>
        <p:nvSpPr>
          <p:cNvPr id="7" name="keyline-text"/>
          <p:cNvSpPr txBox="1"/>
          <p:nvPr/>
        </p:nvSpPr>
        <p:spPr>
          <a:xfrm>
            <a:off x="960120" y="4297680"/>
            <a:ext cx="10271455" cy="137160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요한은 ‘주의 길을 곧게 하는 자’였지</a:t>
            </a:r>
            <a:endParaRPr lang="en-US" sz="2800" dirty="0"/>
          </a:p>
          <a:p>
            <a:pPr indent="0" marL="0">
              <a:buNone/>
            </a:pPr>
            <a:r>
              <a:rPr lang="en-US" sz="2800" b="1" dirty="0">
                <a:solidFill>
                  <a:schemeClr val="accent6"/>
                </a:solidFill>
                <a:latin typeface="맑은 고딕" pitchFamily="34" charset="0"/>
                <a:ea typeface="맑은 고딕" pitchFamily="34" charset="-122"/>
                <a:cs typeface="맑은 고딕" pitchFamily="34" charset="-120"/>
              </a:rPr>
              <a:t>‘주의 길’ 자체는 아니었습니다</a:t>
            </a:r>
            <a:endParaRPr lang="en-US" sz="28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신앙은 두 가지를 아는 데서 시작합니다</a:t>
            </a:r>
            <a:endParaRPr lang="en-US" sz="4000" dirty="0"/>
          </a:p>
        </p:txBody>
      </p:sp>
      <p:sp>
        <p:nvSpPr>
          <p:cNvPr id="3" name="card-0"/>
          <p:cNvSpPr/>
          <p:nvPr/>
        </p:nvSpPr>
        <p:spPr>
          <a:xfrm>
            <a:off x="685800" y="2194560"/>
            <a:ext cx="5291176" cy="2651760"/>
          </a:xfrm>
          <a:prstGeom prst="roundRect">
            <a:avLst>
              <a:gd name="adj" fmla="val 2069"/>
            </a:avLst>
          </a:prstGeom>
          <a:solidFill>
            <a:schemeClr val="bg2"/>
          </a:solidFill>
          <a:ln/>
          <a:effectLst>
            <a:outerShdw sx="100000" sy="100000" kx="0" ky="0" algn="bl" rotWithShape="0" blurRad="127000" dist="25400" dir="5400000">
              <a:srgbClr val="0E1826">
                <a:alpha val="10000"/>
              </a:srgbClr>
            </a:outerShdw>
          </a:effectLst>
        </p:spPr>
      </p:sp>
      <p:sp>
        <p:nvSpPr>
          <p:cNvPr id="4" name="card-0-badge"/>
          <p:cNvSpPr/>
          <p:nvPr/>
        </p:nvSpPr>
        <p:spPr>
          <a:xfrm>
            <a:off x="923544" y="2432304"/>
            <a:ext cx="566928" cy="566928"/>
          </a:xfrm>
          <a:prstGeom prst="ellipse">
            <a:avLst/>
          </a:prstGeom>
          <a:solidFill>
            <a:schemeClr val="accent1"/>
          </a:solidFill>
          <a:ln/>
        </p:spPr>
      </p:sp>
      <p:sp>
        <p:nvSpPr>
          <p:cNvPr id="5" name="card-0-badge-text"/>
          <p:cNvSpPr txBox="1"/>
          <p:nvPr/>
        </p:nvSpPr>
        <p:spPr>
          <a:xfrm>
            <a:off x="923544" y="2432304"/>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latin typeface="맑은 고딕" pitchFamily="34" charset="0"/>
                <a:ea typeface="맑은 고딕" pitchFamily="34" charset="-122"/>
                <a:cs typeface="맑은 고딕" pitchFamily="34" charset="-120"/>
              </a:rPr>
              <a:t>①</a:t>
            </a:r>
            <a:endParaRPr lang="en-US" sz="2100" dirty="0"/>
          </a:p>
        </p:txBody>
      </p:sp>
      <p:sp>
        <p:nvSpPr>
          <p:cNvPr id="6" name="card-0-head"/>
          <p:cNvSpPr txBox="1"/>
          <p:nvPr/>
        </p:nvSpPr>
        <p:spPr>
          <a:xfrm>
            <a:off x="923544" y="3127248"/>
            <a:ext cx="4815688" cy="512064"/>
          </a:xfrm>
          <a:prstGeom prst="rect">
            <a:avLst/>
          </a:prstGeom>
          <a:noFill/>
          <a:ln/>
        </p:spPr>
        <p:txBody>
          <a:bodyPr wrap="square" lIns="0" tIns="0" rIns="0" bIns="0" rtlCol="0" anchor="t"/>
          <a:lstStyle/>
          <a:p>
            <a:pPr indent="0" marL="0">
              <a:buNone/>
            </a:pPr>
            <a:r>
              <a:rPr lang="en-US" sz="3200" b="1" dirty="0">
                <a:solidFill>
                  <a:schemeClr val="tx1"/>
                </a:solidFill>
                <a:latin typeface="맑은 고딕" pitchFamily="34" charset="0"/>
                <a:ea typeface="맑은 고딕" pitchFamily="34" charset="-122"/>
                <a:cs typeface="맑은 고딕" pitchFamily="34" charset="-120"/>
              </a:rPr>
              <a:t>창조주 하나님</a:t>
            </a:r>
            <a:endParaRPr lang="en-US" sz="3200" dirty="0"/>
          </a:p>
        </p:txBody>
      </p:sp>
      <p:sp>
        <p:nvSpPr>
          <p:cNvPr id="7" name="card-0-body"/>
          <p:cNvSpPr txBox="1"/>
          <p:nvPr/>
        </p:nvSpPr>
        <p:spPr>
          <a:xfrm>
            <a:off x="923544" y="3712464"/>
            <a:ext cx="4815688" cy="896112"/>
          </a:xfrm>
          <a:prstGeom prst="rect">
            <a:avLst/>
          </a:prstGeom>
          <a:noFill/>
          <a:ln/>
        </p:spPr>
        <p:txBody>
          <a:bodyPr wrap="square" lIns="0" tIns="0" rIns="0" bIns="0" rtlCol="0" anchor="t"/>
          <a:lstStyle/>
          <a:p>
            <a:pPr indent="0" marL="0">
              <a:lnSpc>
                <a:spcPct val="122000"/>
              </a:lnSpc>
              <a:buNone/>
            </a:pPr>
            <a:r>
              <a:rPr lang="en-US" sz="2300" dirty="0">
                <a:solidFill>
                  <a:schemeClr val="accent3"/>
                </a:solidFill>
                <a:latin typeface="맑은 고딕" pitchFamily="34" charset="0"/>
                <a:ea typeface="맑은 고딕" pitchFamily="34" charset="-122"/>
                <a:cs typeface="맑은 고딕" pitchFamily="34" charset="-120"/>
              </a:rPr>
              <a:t>나를 지으신 분이 계신다</a:t>
            </a:r>
            <a:endParaRPr lang="en-US" sz="2300" dirty="0"/>
          </a:p>
        </p:txBody>
      </p:sp>
      <p:sp>
        <p:nvSpPr>
          <p:cNvPr id="8" name="card-1"/>
          <p:cNvSpPr/>
          <p:nvPr/>
        </p:nvSpPr>
        <p:spPr>
          <a:xfrm>
            <a:off x="6214720" y="2194560"/>
            <a:ext cx="5291176" cy="2651760"/>
          </a:xfrm>
          <a:prstGeom prst="roundRect">
            <a:avLst>
              <a:gd name="adj" fmla="val 2069"/>
            </a:avLst>
          </a:prstGeom>
          <a:solidFill>
            <a:schemeClr val="bg2"/>
          </a:solidFill>
          <a:ln/>
          <a:effectLst>
            <a:outerShdw sx="100000" sy="100000" kx="0" ky="0" algn="bl" rotWithShape="0" blurRad="127000" dist="25400" dir="5400000">
              <a:srgbClr val="0E1826">
                <a:alpha val="10000"/>
              </a:srgbClr>
            </a:outerShdw>
          </a:effectLst>
        </p:spPr>
      </p:sp>
      <p:sp>
        <p:nvSpPr>
          <p:cNvPr id="9" name="card-1-badge"/>
          <p:cNvSpPr/>
          <p:nvPr/>
        </p:nvSpPr>
        <p:spPr>
          <a:xfrm>
            <a:off x="6452464" y="2432304"/>
            <a:ext cx="566928" cy="566928"/>
          </a:xfrm>
          <a:prstGeom prst="ellipse">
            <a:avLst/>
          </a:prstGeom>
          <a:solidFill>
            <a:schemeClr val="accent1"/>
          </a:solidFill>
          <a:ln/>
        </p:spPr>
      </p:sp>
      <p:sp>
        <p:nvSpPr>
          <p:cNvPr id="10" name="card-1-badge-text"/>
          <p:cNvSpPr txBox="1"/>
          <p:nvPr/>
        </p:nvSpPr>
        <p:spPr>
          <a:xfrm>
            <a:off x="6452464" y="2432304"/>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latin typeface="맑은 고딕" pitchFamily="34" charset="0"/>
                <a:ea typeface="맑은 고딕" pitchFamily="34" charset="-122"/>
                <a:cs typeface="맑은 고딕" pitchFamily="34" charset="-120"/>
              </a:rPr>
              <a:t>②</a:t>
            </a:r>
            <a:endParaRPr lang="en-US" sz="2100" dirty="0"/>
          </a:p>
        </p:txBody>
      </p:sp>
      <p:sp>
        <p:nvSpPr>
          <p:cNvPr id="11" name="card-1-head"/>
          <p:cNvSpPr txBox="1"/>
          <p:nvPr/>
        </p:nvSpPr>
        <p:spPr>
          <a:xfrm>
            <a:off x="6452464" y="3127248"/>
            <a:ext cx="4815688" cy="512064"/>
          </a:xfrm>
          <a:prstGeom prst="rect">
            <a:avLst/>
          </a:prstGeom>
          <a:noFill/>
          <a:ln/>
        </p:spPr>
        <p:txBody>
          <a:bodyPr wrap="square" lIns="0" tIns="0" rIns="0" bIns="0" rtlCol="0" anchor="t"/>
          <a:lstStyle/>
          <a:p>
            <a:pPr indent="0" marL="0">
              <a:buNone/>
            </a:pPr>
            <a:r>
              <a:rPr lang="en-US" sz="3200" b="1" dirty="0">
                <a:solidFill>
                  <a:schemeClr val="tx1"/>
                </a:solidFill>
                <a:latin typeface="맑은 고딕" pitchFamily="34" charset="0"/>
                <a:ea typeface="맑은 고딕" pitchFamily="34" charset="-122"/>
                <a:cs typeface="맑은 고딕" pitchFamily="34" charset="-120"/>
              </a:rPr>
              <a:t>나 자신</a:t>
            </a:r>
            <a:endParaRPr lang="en-US" sz="3200" dirty="0"/>
          </a:p>
        </p:txBody>
      </p:sp>
      <p:sp>
        <p:nvSpPr>
          <p:cNvPr id="12" name="card-1-body"/>
          <p:cNvSpPr txBox="1"/>
          <p:nvPr/>
        </p:nvSpPr>
        <p:spPr>
          <a:xfrm>
            <a:off x="6452464" y="3712464"/>
            <a:ext cx="4815688" cy="896112"/>
          </a:xfrm>
          <a:prstGeom prst="rect">
            <a:avLst/>
          </a:prstGeom>
          <a:noFill/>
          <a:ln/>
        </p:spPr>
        <p:txBody>
          <a:bodyPr wrap="square" lIns="0" tIns="0" rIns="0" bIns="0" rtlCol="0" anchor="t"/>
          <a:lstStyle/>
          <a:p>
            <a:pPr indent="0" marL="0">
              <a:lnSpc>
                <a:spcPct val="122000"/>
              </a:lnSpc>
              <a:buNone/>
            </a:pPr>
            <a:r>
              <a:rPr lang="en-US" sz="2300" dirty="0">
                <a:solidFill>
                  <a:schemeClr val="accent3"/>
                </a:solidFill>
                <a:latin typeface="맑은 고딕" pitchFamily="34" charset="0"/>
                <a:ea typeface="맑은 고딕" pitchFamily="34" charset="-122"/>
                <a:cs typeface="맑은 고딕" pitchFamily="34" charset="-120"/>
              </a:rPr>
              <a:t>나는 타락한 죄인이다</a:t>
            </a:r>
            <a:endParaRPr lang="en-US" sz="2300" dirty="0"/>
          </a:p>
        </p:txBody>
      </p:sp>
      <p:sp>
        <p:nvSpPr>
          <p:cNvPr id="14"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예수님에 대한 네 가지 증언</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7~13</a:t>
            </a:r>
            <a:endParaRPr lang="en-US" sz="1700" dirty="0"/>
          </a:p>
        </p:txBody>
      </p:sp>
      <p:sp>
        <p:nvSpPr>
          <p:cNvPr id="4" name="rows-0-tag"/>
          <p:cNvSpPr txBox="1"/>
          <p:nvPr/>
        </p:nvSpPr>
        <p:spPr>
          <a:xfrm>
            <a:off x="685800" y="1865376"/>
            <a:ext cx="59436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①</a:t>
            </a:r>
            <a:endParaRPr lang="en-US" sz="2500" dirty="0"/>
          </a:p>
        </p:txBody>
      </p:sp>
      <p:sp>
        <p:nvSpPr>
          <p:cNvPr id="5" name="rows-0-head"/>
          <p:cNvSpPr txBox="1"/>
          <p:nvPr/>
        </p:nvSpPr>
        <p:spPr>
          <a:xfrm>
            <a:off x="1463040" y="1865376"/>
            <a:ext cx="1004285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세상 죄를 지고 가는 하나님의 어린양</a:t>
            </a:r>
            <a:endParaRPr lang="en-US" sz="2500" dirty="0"/>
          </a:p>
        </p:txBody>
      </p:sp>
      <p:sp>
        <p:nvSpPr>
          <p:cNvPr id="6" name="rows-0-body"/>
          <p:cNvSpPr txBox="1"/>
          <p:nvPr/>
        </p:nvSpPr>
        <p:spPr>
          <a:xfrm>
            <a:off x="1463040" y="2338578"/>
            <a:ext cx="1004285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구원자</a:t>
            </a:r>
            <a:endParaRPr lang="en-US" sz="1800" dirty="0"/>
          </a:p>
        </p:txBody>
      </p:sp>
      <p:sp>
        <p:nvSpPr>
          <p:cNvPr id="7" name="rows-0-rule"/>
          <p:cNvSpPr/>
          <p:nvPr/>
        </p:nvSpPr>
        <p:spPr>
          <a:xfrm>
            <a:off x="685800" y="2754630"/>
            <a:ext cx="10820095" cy="10973"/>
          </a:xfrm>
          <a:prstGeom prst="rect">
            <a:avLst/>
          </a:prstGeom>
          <a:solidFill>
            <a:srgbClr val="E4E9EE"/>
          </a:solidFill>
          <a:ln/>
        </p:spPr>
      </p:sp>
      <p:sp>
        <p:nvSpPr>
          <p:cNvPr id="8" name="rows-1-tag"/>
          <p:cNvSpPr txBox="1"/>
          <p:nvPr/>
        </p:nvSpPr>
        <p:spPr>
          <a:xfrm>
            <a:off x="685800" y="2919222"/>
            <a:ext cx="59436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②</a:t>
            </a:r>
            <a:endParaRPr lang="en-US" sz="2500" dirty="0"/>
          </a:p>
        </p:txBody>
      </p:sp>
      <p:sp>
        <p:nvSpPr>
          <p:cNvPr id="9" name="rows-1-head"/>
          <p:cNvSpPr txBox="1"/>
          <p:nvPr/>
        </p:nvSpPr>
        <p:spPr>
          <a:xfrm>
            <a:off x="1463040" y="2919222"/>
            <a:ext cx="1004285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내 뒤에 오셨지만 나보다 먼저 계신 분</a:t>
            </a:r>
            <a:endParaRPr lang="en-US" sz="2500" dirty="0"/>
          </a:p>
        </p:txBody>
      </p:sp>
      <p:sp>
        <p:nvSpPr>
          <p:cNvPr id="10" name="rows-1-body"/>
          <p:cNvSpPr txBox="1"/>
          <p:nvPr/>
        </p:nvSpPr>
        <p:spPr>
          <a:xfrm>
            <a:off x="1463040" y="3392424"/>
            <a:ext cx="1004285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태초부터 계신 분</a:t>
            </a:r>
            <a:endParaRPr lang="en-US" sz="1800" dirty="0"/>
          </a:p>
        </p:txBody>
      </p:sp>
      <p:sp>
        <p:nvSpPr>
          <p:cNvPr id="11" name="rows-1-rule"/>
          <p:cNvSpPr/>
          <p:nvPr/>
        </p:nvSpPr>
        <p:spPr>
          <a:xfrm>
            <a:off x="685800" y="3808476"/>
            <a:ext cx="10820095" cy="10973"/>
          </a:xfrm>
          <a:prstGeom prst="rect">
            <a:avLst/>
          </a:prstGeom>
          <a:solidFill>
            <a:srgbClr val="E4E9EE"/>
          </a:solidFill>
          <a:ln/>
        </p:spPr>
      </p:sp>
      <p:sp>
        <p:nvSpPr>
          <p:cNvPr id="12" name="rows-2-tag"/>
          <p:cNvSpPr txBox="1"/>
          <p:nvPr/>
        </p:nvSpPr>
        <p:spPr>
          <a:xfrm>
            <a:off x="685800" y="3973068"/>
            <a:ext cx="59436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③</a:t>
            </a:r>
            <a:endParaRPr lang="en-US" sz="2500" dirty="0"/>
          </a:p>
        </p:txBody>
      </p:sp>
      <p:sp>
        <p:nvSpPr>
          <p:cNvPr id="13" name="rows-2-head"/>
          <p:cNvSpPr txBox="1"/>
          <p:nvPr/>
        </p:nvSpPr>
        <p:spPr>
          <a:xfrm>
            <a:off x="1463040" y="3973068"/>
            <a:ext cx="1004285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성령으로 세례를 베푸시는 분</a:t>
            </a:r>
            <a:endParaRPr lang="en-US" sz="2500" dirty="0"/>
          </a:p>
        </p:txBody>
      </p:sp>
      <p:sp>
        <p:nvSpPr>
          <p:cNvPr id="14" name="rows-2-body"/>
          <p:cNvSpPr txBox="1"/>
          <p:nvPr/>
        </p:nvSpPr>
        <p:spPr>
          <a:xfrm>
            <a:off x="1463040" y="4446270"/>
            <a:ext cx="1004285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성령을 주시는 분</a:t>
            </a:r>
            <a:endParaRPr lang="en-US" sz="1800" dirty="0"/>
          </a:p>
        </p:txBody>
      </p:sp>
      <p:sp>
        <p:nvSpPr>
          <p:cNvPr id="15" name="rows-2-rule"/>
          <p:cNvSpPr/>
          <p:nvPr/>
        </p:nvSpPr>
        <p:spPr>
          <a:xfrm>
            <a:off x="685800" y="4862322"/>
            <a:ext cx="10820095" cy="10973"/>
          </a:xfrm>
          <a:prstGeom prst="rect">
            <a:avLst/>
          </a:prstGeom>
          <a:solidFill>
            <a:srgbClr val="E4E9EE"/>
          </a:solidFill>
          <a:ln/>
        </p:spPr>
      </p:sp>
      <p:sp>
        <p:nvSpPr>
          <p:cNvPr id="16" name="rows-3-tag"/>
          <p:cNvSpPr txBox="1"/>
          <p:nvPr/>
        </p:nvSpPr>
        <p:spPr>
          <a:xfrm>
            <a:off x="685800" y="5026914"/>
            <a:ext cx="59436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④</a:t>
            </a:r>
            <a:endParaRPr lang="en-US" sz="2500" dirty="0"/>
          </a:p>
        </p:txBody>
      </p:sp>
      <p:sp>
        <p:nvSpPr>
          <p:cNvPr id="17" name="rows-3-head"/>
          <p:cNvSpPr txBox="1"/>
          <p:nvPr/>
        </p:nvSpPr>
        <p:spPr>
          <a:xfrm>
            <a:off x="1463040" y="5026914"/>
            <a:ext cx="1004285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하나님의 아들</a:t>
            </a:r>
            <a:endParaRPr lang="en-US" sz="2500" dirty="0"/>
          </a:p>
        </p:txBody>
      </p:sp>
      <p:sp>
        <p:nvSpPr>
          <p:cNvPr id="18" name="rows-3-body"/>
          <p:cNvSpPr txBox="1"/>
          <p:nvPr/>
        </p:nvSpPr>
        <p:spPr>
          <a:xfrm>
            <a:off x="1463040" y="5500116"/>
            <a:ext cx="1004285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하나님과 동일한 본질</a:t>
            </a:r>
            <a:endParaRPr lang="en-US" sz="1800" dirty="0"/>
          </a:p>
        </p:txBody>
      </p:sp>
      <p:sp>
        <p:nvSpPr>
          <p:cNvPr id="20"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하나님의 어린양</a:t>
            </a:r>
            <a:endParaRPr lang="en-US" sz="4000" dirty="0"/>
          </a:p>
        </p:txBody>
      </p:sp>
      <p:sp>
        <p:nvSpPr>
          <p:cNvPr id="3" name="card-0"/>
          <p:cNvSpPr/>
          <p:nvPr/>
        </p:nvSpPr>
        <p:spPr>
          <a:xfrm>
            <a:off x="685800" y="1920240"/>
            <a:ext cx="2526716" cy="2377440"/>
          </a:xfrm>
          <a:prstGeom prst="roundRect">
            <a:avLst>
              <a:gd name="adj" fmla="val 2308"/>
            </a:avLst>
          </a:prstGeom>
          <a:solidFill>
            <a:schemeClr val="bg2"/>
          </a:solidFill>
          <a:ln/>
          <a:effectLst>
            <a:outerShdw sx="100000" sy="100000" kx="0" ky="0" algn="bl" rotWithShape="0" blurRad="127000" dist="25400" dir="5400000">
              <a:srgbClr val="0E1826">
                <a:alpha val="10000"/>
              </a:srgbClr>
            </a:outerShdw>
          </a:effectLst>
        </p:spPr>
      </p:sp>
      <p:sp>
        <p:nvSpPr>
          <p:cNvPr id="4" name="card-0-head"/>
          <p:cNvSpPr txBox="1"/>
          <p:nvPr/>
        </p:nvSpPr>
        <p:spPr>
          <a:xfrm>
            <a:off x="923544" y="2157984"/>
            <a:ext cx="20512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창 4:4</a:t>
            </a:r>
            <a:endParaRPr lang="en-US" sz="2600" dirty="0"/>
          </a:p>
        </p:txBody>
      </p:sp>
      <p:sp>
        <p:nvSpPr>
          <p:cNvPr id="5" name="card-0-body"/>
          <p:cNvSpPr txBox="1"/>
          <p:nvPr/>
        </p:nvSpPr>
        <p:spPr>
          <a:xfrm>
            <a:off x="923544" y="2647188"/>
            <a:ext cx="2051228" cy="1412748"/>
          </a:xfrm>
          <a:prstGeom prst="rect">
            <a:avLst/>
          </a:prstGeom>
          <a:noFill/>
          <a:ln/>
        </p:spPr>
        <p:txBody>
          <a:bodyPr wrap="square" lIns="0" tIns="0" rIns="0" bIns="0" rtlCol="0" anchor="t"/>
          <a:lstStyle/>
          <a:p>
            <a:pPr indent="0" marL="0">
              <a:lnSpc>
                <a:spcPct val="122000"/>
              </a:lnSpc>
              <a:buNone/>
            </a:pPr>
            <a:r>
              <a:rPr lang="en-US" sz="1900" dirty="0">
                <a:solidFill>
                  <a:schemeClr val="accent3"/>
                </a:solidFill>
                <a:latin typeface="맑은 고딕" pitchFamily="34" charset="0"/>
                <a:ea typeface="맑은 고딕" pitchFamily="34" charset="-122"/>
                <a:cs typeface="맑은 고딕" pitchFamily="34" charset="-120"/>
              </a:rPr>
              <a:t>하나님께 드린 제물</a:t>
            </a:r>
            <a:endParaRPr lang="en-US" sz="1900" dirty="0"/>
          </a:p>
        </p:txBody>
      </p:sp>
      <p:sp>
        <p:nvSpPr>
          <p:cNvPr id="6" name="card-1"/>
          <p:cNvSpPr/>
          <p:nvPr/>
        </p:nvSpPr>
        <p:spPr>
          <a:xfrm>
            <a:off x="3450260" y="1920240"/>
            <a:ext cx="2526716" cy="2377440"/>
          </a:xfrm>
          <a:prstGeom prst="roundRect">
            <a:avLst>
              <a:gd name="adj" fmla="val 2308"/>
            </a:avLst>
          </a:prstGeom>
          <a:solidFill>
            <a:schemeClr val="bg2"/>
          </a:solidFill>
          <a:ln/>
          <a:effectLst>
            <a:outerShdw sx="100000" sy="100000" kx="0" ky="0" algn="bl" rotWithShape="0" blurRad="127000" dist="25400" dir="5400000">
              <a:srgbClr val="0E1826">
                <a:alpha val="10000"/>
              </a:srgbClr>
            </a:outerShdw>
          </a:effectLst>
        </p:spPr>
      </p:sp>
      <p:sp>
        <p:nvSpPr>
          <p:cNvPr id="7" name="card-1-head"/>
          <p:cNvSpPr txBox="1"/>
          <p:nvPr/>
        </p:nvSpPr>
        <p:spPr>
          <a:xfrm>
            <a:off x="3688004" y="2157984"/>
            <a:ext cx="20512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창 22</a:t>
            </a:r>
            <a:endParaRPr lang="en-US" sz="2600" dirty="0"/>
          </a:p>
        </p:txBody>
      </p:sp>
      <p:sp>
        <p:nvSpPr>
          <p:cNvPr id="8" name="card-1-body"/>
          <p:cNvSpPr txBox="1"/>
          <p:nvPr/>
        </p:nvSpPr>
        <p:spPr>
          <a:xfrm>
            <a:off x="3688004" y="2647188"/>
            <a:ext cx="2051228" cy="1412748"/>
          </a:xfrm>
          <a:prstGeom prst="rect">
            <a:avLst/>
          </a:prstGeom>
          <a:noFill/>
          <a:ln/>
        </p:spPr>
        <p:txBody>
          <a:bodyPr wrap="square" lIns="0" tIns="0" rIns="0" bIns="0" rtlCol="0" anchor="t"/>
          <a:lstStyle/>
          <a:p>
            <a:pPr indent="0" marL="0">
              <a:lnSpc>
                <a:spcPct val="122000"/>
              </a:lnSpc>
              <a:buNone/>
            </a:pPr>
            <a:r>
              <a:rPr lang="en-US" sz="1900" dirty="0">
                <a:solidFill>
                  <a:schemeClr val="accent3"/>
                </a:solidFill>
                <a:latin typeface="맑은 고딕" pitchFamily="34" charset="0"/>
                <a:ea typeface="맑은 고딕" pitchFamily="34" charset="-122"/>
                <a:cs typeface="맑은 고딕" pitchFamily="34" charset="-120"/>
              </a:rPr>
              <a:t>이삭을 대신한 번제물</a:t>
            </a:r>
            <a:endParaRPr lang="en-US" sz="1900" dirty="0"/>
          </a:p>
        </p:txBody>
      </p:sp>
      <p:sp>
        <p:nvSpPr>
          <p:cNvPr id="9" name="card-2"/>
          <p:cNvSpPr/>
          <p:nvPr/>
        </p:nvSpPr>
        <p:spPr>
          <a:xfrm>
            <a:off x="6214720" y="1920240"/>
            <a:ext cx="2526716" cy="2377440"/>
          </a:xfrm>
          <a:prstGeom prst="roundRect">
            <a:avLst>
              <a:gd name="adj" fmla="val 2308"/>
            </a:avLst>
          </a:prstGeom>
          <a:solidFill>
            <a:schemeClr val="bg2"/>
          </a:solidFill>
          <a:ln/>
          <a:effectLst>
            <a:outerShdw sx="100000" sy="100000" kx="0" ky="0" algn="bl" rotWithShape="0" blurRad="127000" dist="25400" dir="5400000">
              <a:srgbClr val="0E1826">
                <a:alpha val="10000"/>
              </a:srgbClr>
            </a:outerShdw>
          </a:effectLst>
        </p:spPr>
      </p:sp>
      <p:sp>
        <p:nvSpPr>
          <p:cNvPr id="10" name="card-2-head"/>
          <p:cNvSpPr txBox="1"/>
          <p:nvPr/>
        </p:nvSpPr>
        <p:spPr>
          <a:xfrm>
            <a:off x="6452464" y="2157984"/>
            <a:ext cx="20512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출 12</a:t>
            </a:r>
            <a:endParaRPr lang="en-US" sz="2600" dirty="0"/>
          </a:p>
        </p:txBody>
      </p:sp>
      <p:sp>
        <p:nvSpPr>
          <p:cNvPr id="11" name="card-2-body"/>
          <p:cNvSpPr txBox="1"/>
          <p:nvPr/>
        </p:nvSpPr>
        <p:spPr>
          <a:xfrm>
            <a:off x="6452464" y="2647188"/>
            <a:ext cx="2051228" cy="1412748"/>
          </a:xfrm>
          <a:prstGeom prst="rect">
            <a:avLst/>
          </a:prstGeom>
          <a:noFill/>
          <a:ln/>
        </p:spPr>
        <p:txBody>
          <a:bodyPr wrap="square" lIns="0" tIns="0" rIns="0" bIns="0" rtlCol="0" anchor="t"/>
          <a:lstStyle/>
          <a:p>
            <a:pPr indent="0" marL="0">
              <a:lnSpc>
                <a:spcPct val="122000"/>
              </a:lnSpc>
              <a:buNone/>
            </a:pPr>
            <a:r>
              <a:rPr lang="en-US" sz="1900" dirty="0">
                <a:solidFill>
                  <a:schemeClr val="accent3"/>
                </a:solidFill>
                <a:latin typeface="맑은 고딕" pitchFamily="34" charset="0"/>
                <a:ea typeface="맑은 고딕" pitchFamily="34" charset="-122"/>
                <a:cs typeface="맑은 고딕" pitchFamily="34" charset="-120"/>
              </a:rPr>
              <a:t>장자를 대신한</a:t>
            </a:r>
            <a:endParaRPr lang="en-US" sz="1900" dirty="0"/>
          </a:p>
          <a:p>
            <a:pPr indent="0" marL="0">
              <a:lnSpc>
                <a:spcPct val="122000"/>
              </a:lnSpc>
              <a:buNone/>
            </a:pPr>
            <a:r>
              <a:rPr lang="en-US" sz="1900" dirty="0">
                <a:solidFill>
                  <a:schemeClr val="accent3"/>
                </a:solidFill>
                <a:latin typeface="맑은 고딕" pitchFamily="34" charset="0"/>
                <a:ea typeface="맑은 고딕" pitchFamily="34" charset="-122"/>
                <a:cs typeface="맑은 고딕" pitchFamily="34" charset="-120"/>
              </a:rPr>
              <a:t>유월절 제물</a:t>
            </a:r>
            <a:endParaRPr lang="en-US" sz="1900" dirty="0"/>
          </a:p>
        </p:txBody>
      </p:sp>
      <p:sp>
        <p:nvSpPr>
          <p:cNvPr id="12" name="card-3"/>
          <p:cNvSpPr/>
          <p:nvPr/>
        </p:nvSpPr>
        <p:spPr>
          <a:xfrm>
            <a:off x="8979179" y="1920240"/>
            <a:ext cx="2526716" cy="2377440"/>
          </a:xfrm>
          <a:prstGeom prst="roundRect">
            <a:avLst>
              <a:gd name="adj" fmla="val 2308"/>
            </a:avLst>
          </a:prstGeom>
          <a:solidFill>
            <a:schemeClr val="bg2"/>
          </a:solidFill>
          <a:ln/>
          <a:effectLst>
            <a:outerShdw sx="100000" sy="100000" kx="0" ky="0" algn="bl" rotWithShape="0" blurRad="127000" dist="25400" dir="5400000">
              <a:srgbClr val="0E1826">
                <a:alpha val="10000"/>
              </a:srgbClr>
            </a:outerShdw>
          </a:effectLst>
        </p:spPr>
      </p:sp>
      <p:sp>
        <p:nvSpPr>
          <p:cNvPr id="13" name="card-3-head"/>
          <p:cNvSpPr txBox="1"/>
          <p:nvPr/>
        </p:nvSpPr>
        <p:spPr>
          <a:xfrm>
            <a:off x="9216923" y="2157984"/>
            <a:ext cx="20512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사 53</a:t>
            </a:r>
            <a:endParaRPr lang="en-US" sz="2600" dirty="0"/>
          </a:p>
        </p:txBody>
      </p:sp>
      <p:sp>
        <p:nvSpPr>
          <p:cNvPr id="14" name="card-3-body"/>
          <p:cNvSpPr txBox="1"/>
          <p:nvPr/>
        </p:nvSpPr>
        <p:spPr>
          <a:xfrm>
            <a:off x="9216923" y="2647188"/>
            <a:ext cx="2051228" cy="1412748"/>
          </a:xfrm>
          <a:prstGeom prst="rect">
            <a:avLst/>
          </a:prstGeom>
          <a:noFill/>
          <a:ln/>
        </p:spPr>
        <p:txBody>
          <a:bodyPr wrap="square" lIns="0" tIns="0" rIns="0" bIns="0" rtlCol="0" anchor="t"/>
          <a:lstStyle/>
          <a:p>
            <a:pPr indent="0" marL="0">
              <a:lnSpc>
                <a:spcPct val="122000"/>
              </a:lnSpc>
              <a:buNone/>
            </a:pPr>
            <a:r>
              <a:rPr lang="en-US" sz="1900" dirty="0">
                <a:solidFill>
                  <a:schemeClr val="accent3"/>
                </a:solidFill>
                <a:latin typeface="맑은 고딕" pitchFamily="34" charset="0"/>
                <a:ea typeface="맑은 고딕" pitchFamily="34" charset="-122"/>
                <a:cs typeface="맑은 고딕" pitchFamily="34" charset="-120"/>
              </a:rPr>
              <a:t>죄를 대속하는</a:t>
            </a:r>
            <a:endParaRPr lang="en-US" sz="1900" dirty="0"/>
          </a:p>
          <a:p>
            <a:pPr indent="0" marL="0">
              <a:lnSpc>
                <a:spcPct val="122000"/>
              </a:lnSpc>
              <a:buNone/>
            </a:pPr>
            <a:r>
              <a:rPr lang="en-US" sz="1900" dirty="0">
                <a:solidFill>
                  <a:schemeClr val="accent3"/>
                </a:solidFill>
                <a:latin typeface="맑은 고딕" pitchFamily="34" charset="0"/>
                <a:ea typeface="맑은 고딕" pitchFamily="34" charset="-122"/>
                <a:cs typeface="맑은 고딕" pitchFamily="34" charset="-120"/>
              </a:rPr>
              <a:t>희생제물</a:t>
            </a:r>
            <a:endParaRPr lang="en-US" sz="1900" dirty="0"/>
          </a:p>
        </p:txBody>
      </p:sp>
      <p:sp>
        <p:nvSpPr>
          <p:cNvPr id="15" name="keyline"/>
          <p:cNvSpPr/>
          <p:nvPr/>
        </p:nvSpPr>
        <p:spPr>
          <a:xfrm>
            <a:off x="685800" y="4663440"/>
            <a:ext cx="10820095" cy="1097280"/>
          </a:xfrm>
          <a:prstGeom prst="roundRect">
            <a:avLst>
              <a:gd name="adj" fmla="val 8333"/>
            </a:avLst>
          </a:prstGeom>
          <a:solidFill>
            <a:schemeClr val="tx2"/>
          </a:solidFill>
          <a:ln/>
        </p:spPr>
      </p:sp>
      <p:sp>
        <p:nvSpPr>
          <p:cNvPr id="16" name="keyline-text"/>
          <p:cNvSpPr txBox="1"/>
          <p:nvPr/>
        </p:nvSpPr>
        <p:spPr>
          <a:xfrm>
            <a:off x="960120" y="4663440"/>
            <a:ext cx="10271455" cy="109728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구약 전체가 준비해 온 한 장면이</a:t>
            </a:r>
            <a:endParaRPr lang="en-US" sz="2600" dirty="0"/>
          </a:p>
          <a:p>
            <a:pPr indent="0" marL="0">
              <a:buNone/>
            </a:pPr>
            <a:r>
              <a:rPr lang="en-US" sz="2600" b="1" dirty="0">
                <a:solidFill>
                  <a:schemeClr val="accent6"/>
                </a:solidFill>
                <a:latin typeface="맑은 고딕" pitchFamily="34" charset="0"/>
                <a:ea typeface="맑은 고딕" pitchFamily="34" charset="-122"/>
                <a:cs typeface="맑은 고딕" pitchFamily="34" charset="-120"/>
              </a:rPr>
              <a:t>요한의 손끝에서 지목됩니다</a:t>
            </a:r>
            <a:endParaRPr lang="en-US" sz="26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그는 흥하여야 하겠고 나는 쇠하여야 하리라</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41~44</a:t>
            </a:r>
            <a:endParaRPr lang="en-US" sz="1700" dirty="0"/>
          </a:p>
        </p:txBody>
      </p:sp>
      <p:sp>
        <p:nvSpPr>
          <p:cNvPr id="4" name="cmp-0"/>
          <p:cNvSpPr/>
          <p:nvPr/>
        </p:nvSpPr>
        <p:spPr>
          <a:xfrm>
            <a:off x="685800" y="2011680"/>
            <a:ext cx="5272888" cy="2834640"/>
          </a:xfrm>
          <a:prstGeom prst="roundRect">
            <a:avLst>
              <a:gd name="adj" fmla="val 1935"/>
            </a:avLst>
          </a:prstGeom>
          <a:solidFill>
            <a:schemeClr val="bg2"/>
          </a:solidFill>
          <a:ln/>
          <a:effectLst>
            <a:outerShdw sx="100000" sy="100000" kx="0" ky="0" algn="bl" rotWithShape="0" blurRad="127000" dist="25400" dir="5400000">
              <a:srgbClr val="0E1826">
                <a:alpha val="10000"/>
              </a:srgbClr>
            </a:outerShdw>
          </a:effectLst>
        </p:spPr>
      </p:sp>
      <p:sp>
        <p:nvSpPr>
          <p:cNvPr id="5" name="cmp-0-head"/>
          <p:cNvSpPr txBox="1"/>
          <p:nvPr/>
        </p:nvSpPr>
        <p:spPr>
          <a:xfrm>
            <a:off x="960120" y="2249424"/>
            <a:ext cx="4724248" cy="420624"/>
          </a:xfrm>
          <a:prstGeom prst="rect">
            <a:avLst/>
          </a:prstGeom>
          <a:noFill/>
          <a:ln/>
        </p:spPr>
        <p:txBody>
          <a:bodyPr wrap="square" lIns="0" tIns="0" rIns="0" bIns="0" rtlCol="0" anchor="t"/>
          <a:lstStyle/>
          <a:p>
            <a:pPr indent="0" marL="0">
              <a:buNone/>
            </a:pPr>
            <a:r>
              <a:rPr lang="en-US" sz="2000" b="1" dirty="0">
                <a:solidFill>
                  <a:schemeClr val="tx1"/>
                </a:solidFill>
                <a:latin typeface="맑은 고딕" pitchFamily="34" charset="0"/>
                <a:ea typeface="맑은 고딕" pitchFamily="34" charset="-122"/>
                <a:cs typeface="맑은 고딕" pitchFamily="34" charset="-120"/>
              </a:rPr>
              <a:t>예수님</a:t>
            </a:r>
            <a:endParaRPr lang="en-US" sz="2000" dirty="0"/>
          </a:p>
        </p:txBody>
      </p:sp>
      <p:sp>
        <p:nvSpPr>
          <p:cNvPr id="6" name="cmp-0-items"/>
          <p:cNvSpPr txBox="1"/>
          <p:nvPr/>
        </p:nvSpPr>
        <p:spPr>
          <a:xfrm>
            <a:off x="960120" y="2834640"/>
            <a:ext cx="4724248" cy="1883664"/>
          </a:xfrm>
          <a:prstGeom prst="rect">
            <a:avLst/>
          </a:prstGeom>
          <a:noFill/>
          <a:ln/>
        </p:spPr>
        <p:txBody>
          <a:bodyPr wrap="square" lIns="0" tIns="0" rIns="0" bIns="0" rtlCol="0" anchor="t"/>
          <a:lstStyle/>
          <a:p>
            <a:pPr marL="342900" indent="-342900">
              <a:spcAft>
                <a:spcPts val="900"/>
              </a:spcAft>
              <a:buSzPct val="100000"/>
              <a:buChar char="•"/>
            </a:pPr>
            <a:r>
              <a:rPr lang="en-US" sz="2300" dirty="0">
                <a:solidFill>
                  <a:schemeClr val="tx1"/>
                </a:solidFill>
                <a:latin typeface="맑은 고딕" pitchFamily="34" charset="0"/>
                <a:ea typeface="맑은 고딕" pitchFamily="34" charset="-122"/>
                <a:cs typeface="맑은 고딕" pitchFamily="34" charset="-120"/>
              </a:rPr>
              <a:t>그리스도</a:t>
            </a:r>
            <a:endParaRPr lang="en-US" sz="2300" dirty="0"/>
          </a:p>
          <a:p>
            <a:pPr marL="342900" indent="-342900">
              <a:spcAft>
                <a:spcPts val="900"/>
              </a:spcAft>
              <a:buSzPct val="100000"/>
              <a:buChar char="•"/>
            </a:pPr>
            <a:r>
              <a:rPr lang="en-US" sz="2300" dirty="0">
                <a:solidFill>
                  <a:schemeClr val="tx1"/>
                </a:solidFill>
                <a:latin typeface="맑은 고딕" pitchFamily="34" charset="0"/>
                <a:ea typeface="맑은 고딕" pitchFamily="34" charset="-122"/>
                <a:cs typeface="맑은 고딕" pitchFamily="34" charset="-120"/>
              </a:rPr>
              <a:t>신랑</a:t>
            </a:r>
            <a:endParaRPr lang="en-US" sz="2300" dirty="0"/>
          </a:p>
          <a:p>
            <a:pPr marL="342900" indent="-342900">
              <a:spcAft>
                <a:spcPts val="900"/>
              </a:spcAft>
              <a:buSzPct val="100000"/>
              <a:buChar char="•"/>
            </a:pPr>
            <a:r>
              <a:rPr lang="en-US" sz="2300" dirty="0">
                <a:solidFill>
                  <a:schemeClr val="tx1"/>
                </a:solidFill>
                <a:latin typeface="맑은 고딕" pitchFamily="34" charset="0"/>
                <a:ea typeface="맑은 고딕" pitchFamily="34" charset="-122"/>
                <a:cs typeface="맑은 고딕" pitchFamily="34" charset="-120"/>
              </a:rPr>
              <a:t>흥하여야 하는 분</a:t>
            </a:r>
            <a:endParaRPr lang="en-US" sz="2300" dirty="0"/>
          </a:p>
        </p:txBody>
      </p:sp>
      <p:sp>
        <p:nvSpPr>
          <p:cNvPr id="7" name="cmp-1"/>
          <p:cNvSpPr/>
          <p:nvPr/>
        </p:nvSpPr>
        <p:spPr>
          <a:xfrm>
            <a:off x="6233008" y="2011680"/>
            <a:ext cx="5272888" cy="2834640"/>
          </a:xfrm>
          <a:prstGeom prst="roundRect">
            <a:avLst>
              <a:gd name="adj" fmla="val 1935"/>
            </a:avLst>
          </a:prstGeom>
          <a:solidFill>
            <a:schemeClr val="tx2"/>
          </a:solidFill>
          <a:ln/>
          <a:effectLst>
            <a:outerShdw sx="100000" sy="100000" kx="0" ky="0" algn="bl" rotWithShape="0" blurRad="127000" dist="25400" dir="5400000">
              <a:srgbClr val="0E1826">
                <a:alpha val="10000"/>
              </a:srgbClr>
            </a:outerShdw>
          </a:effectLst>
        </p:spPr>
      </p:sp>
      <p:sp>
        <p:nvSpPr>
          <p:cNvPr id="8" name="cmp-1-head"/>
          <p:cNvSpPr txBox="1"/>
          <p:nvPr/>
        </p:nvSpPr>
        <p:spPr>
          <a:xfrm>
            <a:off x="6507328" y="2249424"/>
            <a:ext cx="4724248" cy="420624"/>
          </a:xfrm>
          <a:prstGeom prst="rect">
            <a:avLst/>
          </a:prstGeom>
          <a:noFill/>
          <a:ln/>
        </p:spPr>
        <p:txBody>
          <a:bodyPr wrap="square" lIns="0" tIns="0" rIns="0" bIns="0" rtlCol="0" anchor="t"/>
          <a:lstStyle/>
          <a:p>
            <a:pPr indent="0" marL="0">
              <a:buNone/>
            </a:pPr>
            <a:r>
              <a:rPr lang="en-US" sz="2000" b="1" dirty="0">
                <a:solidFill>
                  <a:schemeClr val="accent1"/>
                </a:solidFill>
                <a:latin typeface="맑은 고딕" pitchFamily="34" charset="0"/>
                <a:ea typeface="맑은 고딕" pitchFamily="34" charset="-122"/>
                <a:cs typeface="맑은 고딕" pitchFamily="34" charset="-120"/>
              </a:rPr>
              <a:t>세례 요한</a:t>
            </a:r>
            <a:endParaRPr lang="en-US" sz="2000" dirty="0"/>
          </a:p>
        </p:txBody>
      </p:sp>
      <p:sp>
        <p:nvSpPr>
          <p:cNvPr id="9" name="cmp-1-items"/>
          <p:cNvSpPr txBox="1"/>
          <p:nvPr/>
        </p:nvSpPr>
        <p:spPr>
          <a:xfrm>
            <a:off x="6507328" y="2834640"/>
            <a:ext cx="4724248" cy="1883664"/>
          </a:xfrm>
          <a:prstGeom prst="rect">
            <a:avLst/>
          </a:prstGeom>
          <a:noFill/>
          <a:ln/>
        </p:spPr>
        <p:txBody>
          <a:bodyPr wrap="square" lIns="0" tIns="0" rIns="0" bIns="0" rtlCol="0" anchor="t"/>
          <a:lstStyle/>
          <a:p>
            <a:pPr marL="342900" indent="-342900">
              <a:spcAft>
                <a:spcPts val="900"/>
              </a:spcAft>
              <a:buSzPct val="100000"/>
              <a:buChar char="•"/>
            </a:pPr>
            <a:r>
              <a:rPr lang="en-US" sz="2300" dirty="0">
                <a:solidFill>
                  <a:schemeClr val="bg1"/>
                </a:solidFill>
                <a:latin typeface="맑은 고딕" pitchFamily="34" charset="0"/>
                <a:ea typeface="맑은 고딕" pitchFamily="34" charset="-122"/>
                <a:cs typeface="맑은 고딕" pitchFamily="34" charset="-120"/>
              </a:rPr>
              <a:t>보내심을 받은 자</a:t>
            </a:r>
            <a:endParaRPr lang="en-US" sz="2300" dirty="0"/>
          </a:p>
          <a:p>
            <a:pPr marL="342900" indent="-342900">
              <a:spcAft>
                <a:spcPts val="900"/>
              </a:spcAft>
              <a:buSzPct val="100000"/>
              <a:buChar char="•"/>
            </a:pPr>
            <a:r>
              <a:rPr lang="en-US" sz="2300" dirty="0">
                <a:solidFill>
                  <a:schemeClr val="bg1"/>
                </a:solidFill>
                <a:latin typeface="맑은 고딕" pitchFamily="34" charset="0"/>
                <a:ea typeface="맑은 고딕" pitchFamily="34" charset="-122"/>
                <a:cs typeface="맑은 고딕" pitchFamily="34" charset="-120"/>
              </a:rPr>
              <a:t>신랑의 친구</a:t>
            </a:r>
            <a:endParaRPr lang="en-US" sz="2300" dirty="0"/>
          </a:p>
          <a:p>
            <a:pPr marL="342900" indent="-342900">
              <a:spcAft>
                <a:spcPts val="900"/>
              </a:spcAft>
              <a:buSzPct val="100000"/>
              <a:buChar char="•"/>
            </a:pPr>
            <a:r>
              <a:rPr lang="en-US" sz="2300" dirty="0">
                <a:solidFill>
                  <a:schemeClr val="bg1"/>
                </a:solidFill>
                <a:latin typeface="맑은 고딕" pitchFamily="34" charset="0"/>
                <a:ea typeface="맑은 고딕" pitchFamily="34" charset="-122"/>
                <a:cs typeface="맑은 고딕" pitchFamily="34" charset="-120"/>
              </a:rPr>
              <a:t>쇠하여야 할 사람</a:t>
            </a:r>
            <a:endParaRPr lang="en-US" sz="2300" dirty="0"/>
          </a:p>
        </p:txBody>
      </p:sp>
      <p:sp>
        <p:nvSpPr>
          <p:cNvPr id="10" name="keyline"/>
          <p:cNvSpPr/>
          <p:nvPr/>
        </p:nvSpPr>
        <p:spPr>
          <a:xfrm>
            <a:off x="685800" y="5120640"/>
            <a:ext cx="10820095" cy="822960"/>
          </a:xfrm>
          <a:prstGeom prst="roundRect">
            <a:avLst>
              <a:gd name="adj" fmla="val 11111"/>
            </a:avLst>
          </a:prstGeom>
          <a:solidFill>
            <a:schemeClr val="tx2"/>
          </a:solidFill>
          <a:ln/>
        </p:spPr>
      </p:sp>
      <p:sp>
        <p:nvSpPr>
          <p:cNvPr id="11" name="keyline-text"/>
          <p:cNvSpPr txBox="1"/>
          <p:nvPr/>
        </p:nvSpPr>
        <p:spPr>
          <a:xfrm>
            <a:off x="960120" y="5120640"/>
            <a:ext cx="10271455" cy="82296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신랑의 기쁨이 곧 나의 기쁨이었습니다</a:t>
            </a:r>
            <a:endParaRPr lang="en-US" sz="2600" dirty="0"/>
          </a:p>
        </p:txBody>
      </p:sp>
      <p:sp>
        <p:nvSpPr>
          <p:cNvPr id="13"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960120" y="2011680"/>
            <a:ext cx="2011680" cy="1005840"/>
          </a:xfrm>
          <a:prstGeom prst="rect">
            <a:avLst/>
          </a:prstGeom>
          <a:noFill/>
          <a:ln/>
        </p:spPr>
        <p:txBody>
          <a:bodyPr wrap="square" lIns="0" tIns="0" rIns="0" bIns="0" rtlCol="0"/>
          <a:lstStyle/>
          <a:p>
            <a:pPr algn="l" indent="0" marL="0">
              <a:buNone/>
            </a:pPr>
            <a:r>
              <a:rPr lang="en-US" sz="7200" b="1" dirty="0">
                <a:solidFill>
                  <a:schemeClr val="accent5"/>
                </a:solidFill>
                <a:latin typeface="맑은 고딕" pitchFamily="34" charset="0"/>
                <a:ea typeface="맑은 고딕" pitchFamily="34" charset="-122"/>
                <a:cs typeface="맑은 고딕" pitchFamily="34" charset="-120"/>
              </a:rPr>
              <a:t>02</a:t>
            </a:r>
            <a:endParaRPr lang="en-US" sz="7200" dirty="0"/>
          </a:p>
        </p:txBody>
      </p:sp>
      <p:sp>
        <p:nvSpPr>
          <p:cNvPr id="3" name="Text 0"/>
          <p:cNvSpPr/>
          <p:nvPr>
            <p:ph idx="101" type="title" hasCustomPrompt="1"/>
          </p:nvPr>
        </p:nvSpPr>
        <p:spPr>
          <a:xfrm>
            <a:off x="960120" y="3127248"/>
            <a:ext cx="9875520" cy="1005840"/>
          </a:xfrm>
          <a:prstGeom prst="rect">
            <a:avLst/>
          </a:prstGeom>
          <a:noFill/>
          <a:ln/>
        </p:spPr>
        <p:txBody>
          <a:bodyPr wrap="square" lIns="0" tIns="0" rIns="0" bIns="0" rtlCol="0" anchor="t"/>
          <a:lstStyle/>
          <a:p>
            <a:pPr algn="l" indent="0" marL="0">
              <a:buNone/>
            </a:pPr>
            <a:r>
              <a:rPr lang="en-US" sz="4600" b="1" dirty="0">
                <a:solidFill>
                  <a:schemeClr val="bg1"/>
                </a:solidFill>
                <a:latin typeface="맑은 고딕" pitchFamily="34" charset="0"/>
                <a:ea typeface="맑은 고딕" pitchFamily="34" charset="-122"/>
                <a:cs typeface="맑은 고딕" pitchFamily="34" charset="-120"/>
              </a:rPr>
              <a:t>첫 제자들을 부르심</a:t>
            </a:r>
            <a:endParaRPr lang="en-US" sz="4600" dirty="0"/>
          </a:p>
        </p:txBody>
      </p:sp>
      <p:sp>
        <p:nvSpPr>
          <p:cNvPr id="4" name="Text 0"/>
          <p:cNvSpPr/>
          <p:nvPr>
            <p:ph idx="102" type="body" hasCustomPrompt="1"/>
          </p:nvPr>
        </p:nvSpPr>
        <p:spPr>
          <a:xfrm>
            <a:off x="1005840" y="4206240"/>
            <a:ext cx="9144000" cy="822960"/>
          </a:xfrm>
          <a:prstGeom prst="rect">
            <a:avLst/>
          </a:prstGeom>
          <a:noFill/>
          <a:ln/>
        </p:spPr>
        <p:txBody>
          <a:bodyPr wrap="square" lIns="0" tIns="0" rIns="0" bIns="0" rtlCol="0"/>
          <a:lstStyle/>
          <a:p>
            <a:pPr indent="0" marL="0">
              <a:buNone/>
            </a:pPr>
            <a:r>
              <a:rPr lang="en-US" sz="1900" dirty="0">
                <a:solidFill>
                  <a:schemeClr val="accent6"/>
                </a:solidFill>
                <a:latin typeface="맑은 고딕" pitchFamily="34" charset="0"/>
                <a:ea typeface="맑은 고딕" pitchFamily="34" charset="-122"/>
                <a:cs typeface="맑은 고딕" pitchFamily="34" charset="-120"/>
              </a:rPr>
              <a:t>요한복음 1:35~51</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다섯 사람, 세 가지 길</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14~21</a:t>
            </a:r>
            <a:endParaRPr lang="en-US" sz="1700" dirty="0"/>
          </a:p>
        </p:txBody>
      </p:sp>
      <p:sp>
        <p:nvSpPr>
          <p:cNvPr id="4" name="rows-0-tag"/>
          <p:cNvSpPr txBox="1"/>
          <p:nvPr/>
        </p:nvSpPr>
        <p:spPr>
          <a:xfrm>
            <a:off x="685800" y="1883664"/>
            <a:ext cx="137160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증언</a:t>
            </a:r>
            <a:endParaRPr lang="en-US" sz="2800" dirty="0"/>
          </a:p>
        </p:txBody>
      </p:sp>
      <p:sp>
        <p:nvSpPr>
          <p:cNvPr id="5" name="rows-0-head"/>
          <p:cNvSpPr txBox="1"/>
          <p:nvPr/>
        </p:nvSpPr>
        <p:spPr>
          <a:xfrm>
            <a:off x="2240280" y="1883664"/>
            <a:ext cx="926561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안드레 · 요한</a:t>
            </a:r>
            <a:endParaRPr lang="en-US" sz="2800" dirty="0"/>
          </a:p>
        </p:txBody>
      </p:sp>
      <p:sp>
        <p:nvSpPr>
          <p:cNvPr id="6" name="rows-0-body"/>
          <p:cNvSpPr txBox="1"/>
          <p:nvPr/>
        </p:nvSpPr>
        <p:spPr>
          <a:xfrm>
            <a:off x="2240280" y="2404872"/>
            <a:ext cx="926561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세례 요한의 증언을 듣고 따라감</a:t>
            </a:r>
            <a:endParaRPr lang="en-US" sz="1900" dirty="0"/>
          </a:p>
        </p:txBody>
      </p:sp>
      <p:sp>
        <p:nvSpPr>
          <p:cNvPr id="7" name="rows-0-rule"/>
          <p:cNvSpPr/>
          <p:nvPr/>
        </p:nvSpPr>
        <p:spPr>
          <a:xfrm>
            <a:off x="685800" y="2855214"/>
            <a:ext cx="10820095" cy="10973"/>
          </a:xfrm>
          <a:prstGeom prst="rect">
            <a:avLst/>
          </a:prstGeom>
          <a:solidFill>
            <a:srgbClr val="E4E9EE"/>
          </a:solidFill>
          <a:ln/>
        </p:spPr>
      </p:sp>
      <p:sp>
        <p:nvSpPr>
          <p:cNvPr id="8" name="rows-1-tag"/>
          <p:cNvSpPr txBox="1"/>
          <p:nvPr/>
        </p:nvSpPr>
        <p:spPr>
          <a:xfrm>
            <a:off x="685800" y="3038094"/>
            <a:ext cx="137160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부르심</a:t>
            </a:r>
            <a:endParaRPr lang="en-US" sz="2800" dirty="0"/>
          </a:p>
        </p:txBody>
      </p:sp>
      <p:sp>
        <p:nvSpPr>
          <p:cNvPr id="9" name="rows-1-head"/>
          <p:cNvSpPr txBox="1"/>
          <p:nvPr/>
        </p:nvSpPr>
        <p:spPr>
          <a:xfrm>
            <a:off x="2240280" y="3038094"/>
            <a:ext cx="926561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빌립</a:t>
            </a:r>
            <a:endParaRPr lang="en-US" sz="2800" dirty="0"/>
          </a:p>
        </p:txBody>
      </p:sp>
      <p:sp>
        <p:nvSpPr>
          <p:cNvPr id="10" name="rows-1-body"/>
          <p:cNvSpPr txBox="1"/>
          <p:nvPr/>
        </p:nvSpPr>
        <p:spPr>
          <a:xfrm>
            <a:off x="2240280" y="3559302"/>
            <a:ext cx="926561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예수님이 직접 만나 “나를 따르라”</a:t>
            </a:r>
            <a:endParaRPr lang="en-US" sz="1900" dirty="0"/>
          </a:p>
        </p:txBody>
      </p:sp>
      <p:sp>
        <p:nvSpPr>
          <p:cNvPr id="11" name="rows-1-rule"/>
          <p:cNvSpPr/>
          <p:nvPr/>
        </p:nvSpPr>
        <p:spPr>
          <a:xfrm>
            <a:off x="685800" y="4009644"/>
            <a:ext cx="10820095" cy="10973"/>
          </a:xfrm>
          <a:prstGeom prst="rect">
            <a:avLst/>
          </a:prstGeom>
          <a:solidFill>
            <a:srgbClr val="E4E9EE"/>
          </a:solidFill>
          <a:ln/>
        </p:spPr>
      </p:sp>
      <p:sp>
        <p:nvSpPr>
          <p:cNvPr id="12" name="rows-2-tag"/>
          <p:cNvSpPr txBox="1"/>
          <p:nvPr/>
        </p:nvSpPr>
        <p:spPr>
          <a:xfrm>
            <a:off x="685800" y="4192524"/>
            <a:ext cx="137160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데려옴</a:t>
            </a:r>
            <a:endParaRPr lang="en-US" sz="2800" dirty="0"/>
          </a:p>
        </p:txBody>
      </p:sp>
      <p:sp>
        <p:nvSpPr>
          <p:cNvPr id="13" name="rows-2-head"/>
          <p:cNvSpPr txBox="1"/>
          <p:nvPr/>
        </p:nvSpPr>
        <p:spPr>
          <a:xfrm>
            <a:off x="2240280" y="4192524"/>
            <a:ext cx="926561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베드로 · 나다나엘</a:t>
            </a:r>
            <a:endParaRPr lang="en-US" sz="2800" dirty="0"/>
          </a:p>
        </p:txBody>
      </p:sp>
      <p:sp>
        <p:nvSpPr>
          <p:cNvPr id="14" name="rows-2-body"/>
          <p:cNvSpPr txBox="1"/>
          <p:nvPr/>
        </p:nvSpPr>
        <p:spPr>
          <a:xfrm>
            <a:off x="2240280" y="4713732"/>
            <a:ext cx="926561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안드레가 · 빌립이 데리고 옴</a:t>
            </a:r>
            <a:endParaRPr lang="en-US" sz="1900" dirty="0"/>
          </a:p>
        </p:txBody>
      </p:sp>
      <p:sp>
        <p:nvSpPr>
          <p:cNvPr id="15" name="keyline"/>
          <p:cNvSpPr/>
          <p:nvPr/>
        </p:nvSpPr>
        <p:spPr>
          <a:xfrm>
            <a:off x="685800" y="5438394"/>
            <a:ext cx="10820095" cy="822960"/>
          </a:xfrm>
          <a:prstGeom prst="roundRect">
            <a:avLst>
              <a:gd name="adj" fmla="val 11111"/>
            </a:avLst>
          </a:prstGeom>
          <a:solidFill>
            <a:schemeClr val="tx2"/>
          </a:solidFill>
          <a:ln/>
        </p:spPr>
      </p:sp>
      <p:sp>
        <p:nvSpPr>
          <p:cNvPr id="16" name="keyline-text"/>
          <p:cNvSpPr txBox="1"/>
          <p:nvPr/>
        </p:nvSpPr>
        <p:spPr>
          <a:xfrm>
            <a:off x="960120" y="5438394"/>
            <a:ext cx="10271455" cy="82296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공통점은 하나 — 모두 예수님을 직접 만났습니다</a:t>
            </a:r>
            <a:endParaRPr lang="en-US" sz="26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호칭이 바뀝니다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15~16</a:t>
            </a:r>
            <a:endParaRPr lang="en-US" sz="1700" dirty="0"/>
          </a:p>
        </p:txBody>
      </p:sp>
      <p:sp>
        <p:nvSpPr>
          <p:cNvPr id="4" name="flow-0"/>
          <p:cNvSpPr/>
          <p:nvPr/>
        </p:nvSpPr>
        <p:spPr>
          <a:xfrm>
            <a:off x="2194560" y="2103120"/>
            <a:ext cx="3694176" cy="1920240"/>
          </a:xfrm>
          <a:prstGeom prst="roundRect">
            <a:avLst>
              <a:gd name="adj" fmla="val 2857"/>
            </a:avLst>
          </a:prstGeom>
          <a:solidFill>
            <a:schemeClr val="bg2"/>
          </a:solidFill>
          <a:ln/>
          <a:effectLst>
            <a:outerShdw sx="100000" sy="100000" kx="0" ky="0" algn="bl" rotWithShape="0" blurRad="127000" dist="25400" dir="5400000">
              <a:srgbClr val="0E1826">
                <a:alpha val="10000"/>
              </a:srgbClr>
            </a:outerShdw>
          </a:effectLst>
        </p:spPr>
      </p:sp>
      <p:sp>
        <p:nvSpPr>
          <p:cNvPr id="5" name="flow-0-head"/>
          <p:cNvSpPr txBox="1"/>
          <p:nvPr/>
        </p:nvSpPr>
        <p:spPr>
          <a:xfrm>
            <a:off x="2340864" y="2286000"/>
            <a:ext cx="3401568" cy="384048"/>
          </a:xfrm>
          <a:prstGeom prst="rect">
            <a:avLst/>
          </a:prstGeom>
          <a:noFill/>
          <a:ln/>
        </p:spPr>
        <p:txBody>
          <a:bodyPr wrap="square" lIns="0" tIns="0" rIns="0" bIns="0" rtlCol="0" anchor="ctr"/>
          <a:lstStyle/>
          <a:p>
            <a:pPr algn="ctr" indent="0" marL="0">
              <a:buNone/>
            </a:pPr>
            <a:r>
              <a:rPr lang="en-US" sz="3400" b="1" dirty="0">
                <a:solidFill>
                  <a:schemeClr val="tx1"/>
                </a:solidFill>
                <a:latin typeface="맑은 고딕" pitchFamily="34" charset="0"/>
                <a:ea typeface="맑은 고딕" pitchFamily="34" charset="-122"/>
                <a:cs typeface="맑은 고딕" pitchFamily="34" charset="-120"/>
              </a:rPr>
              <a:t>랍비</a:t>
            </a:r>
            <a:endParaRPr lang="en-US" sz="3400" dirty="0"/>
          </a:p>
        </p:txBody>
      </p:sp>
      <p:sp>
        <p:nvSpPr>
          <p:cNvPr id="6" name="flow-0-body"/>
          <p:cNvSpPr txBox="1"/>
          <p:nvPr/>
        </p:nvSpPr>
        <p:spPr>
          <a:xfrm>
            <a:off x="2322576" y="2706624"/>
            <a:ext cx="3438144" cy="1152144"/>
          </a:xfrm>
          <a:prstGeom prst="rect">
            <a:avLst/>
          </a:prstGeom>
          <a:noFill/>
          <a:ln/>
        </p:spPr>
        <p:txBody>
          <a:bodyPr wrap="square" lIns="0" tIns="0" rIns="0" bIns="0" rtlCol="0" anchor="t"/>
          <a:lstStyle/>
          <a:p>
            <a:pPr algn="ctr" indent="0" marL="0">
              <a:lnSpc>
                <a:spcPct val="118000"/>
              </a:lnSpc>
              <a:buNone/>
            </a:pPr>
            <a:r>
              <a:rPr lang="en-US" sz="2000" dirty="0">
                <a:solidFill>
                  <a:schemeClr val="accent3"/>
                </a:solidFill>
                <a:latin typeface="맑은 고딕" pitchFamily="34" charset="0"/>
                <a:ea typeface="맑은 고딕" pitchFamily="34" charset="-122"/>
                <a:cs typeface="맑은 고딕" pitchFamily="34" charset="-120"/>
              </a:rPr>
              <a:t>선생님</a:t>
            </a:r>
            <a:endParaRPr lang="en-US" sz="2000" dirty="0"/>
          </a:p>
          <a:p>
            <a:pPr algn="ctr" indent="0" marL="0">
              <a:lnSpc>
                <a:spcPct val="118000"/>
              </a:lnSpc>
              <a:buNone/>
            </a:pPr>
            <a:r>
              <a:rPr lang="en-US" sz="2000" dirty="0">
                <a:solidFill>
                  <a:schemeClr val="accent3"/>
                </a:solidFill>
                <a:latin typeface="맑은 고딕" pitchFamily="34" charset="0"/>
                <a:ea typeface="맑은 고딕" pitchFamily="34" charset="-122"/>
                <a:cs typeface="맑은 고딕" pitchFamily="34" charset="-120"/>
              </a:rPr>
              <a:t>처음 만났을 때</a:t>
            </a:r>
            <a:endParaRPr lang="en-US" sz="2000" dirty="0"/>
          </a:p>
        </p:txBody>
      </p:sp>
      <p:sp>
        <p:nvSpPr>
          <p:cNvPr id="7" name="flow-0-arrow"/>
          <p:cNvSpPr txBox="1"/>
          <p:nvPr/>
        </p:nvSpPr>
        <p:spPr>
          <a:xfrm>
            <a:off x="5888736" y="2862072"/>
            <a:ext cx="384048"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8" name="flow-1"/>
          <p:cNvSpPr/>
          <p:nvPr/>
        </p:nvSpPr>
        <p:spPr>
          <a:xfrm>
            <a:off x="6272784" y="2103120"/>
            <a:ext cx="3694176" cy="1920240"/>
          </a:xfrm>
          <a:prstGeom prst="roundRect">
            <a:avLst>
              <a:gd name="adj" fmla="val 2857"/>
            </a:avLst>
          </a:prstGeom>
          <a:solidFill>
            <a:schemeClr val="bg2"/>
          </a:solidFill>
          <a:ln/>
          <a:effectLst>
            <a:outerShdw sx="100000" sy="100000" kx="0" ky="0" algn="bl" rotWithShape="0" blurRad="127000" dist="25400" dir="5400000">
              <a:srgbClr val="0E1826">
                <a:alpha val="10000"/>
              </a:srgbClr>
            </a:outerShdw>
          </a:effectLst>
        </p:spPr>
      </p:sp>
      <p:sp>
        <p:nvSpPr>
          <p:cNvPr id="9" name="flow-1-head"/>
          <p:cNvSpPr txBox="1"/>
          <p:nvPr/>
        </p:nvSpPr>
        <p:spPr>
          <a:xfrm>
            <a:off x="6419088" y="2286000"/>
            <a:ext cx="3401568" cy="384048"/>
          </a:xfrm>
          <a:prstGeom prst="rect">
            <a:avLst/>
          </a:prstGeom>
          <a:noFill/>
          <a:ln/>
        </p:spPr>
        <p:txBody>
          <a:bodyPr wrap="square" lIns="0" tIns="0" rIns="0" bIns="0" rtlCol="0" anchor="ctr"/>
          <a:lstStyle/>
          <a:p>
            <a:pPr algn="ctr" indent="0" marL="0">
              <a:buNone/>
            </a:pPr>
            <a:r>
              <a:rPr lang="en-US" sz="3400" b="1" dirty="0">
                <a:solidFill>
                  <a:schemeClr val="tx1"/>
                </a:solidFill>
                <a:latin typeface="맑은 고딕" pitchFamily="34" charset="0"/>
                <a:ea typeface="맑은 고딕" pitchFamily="34" charset="-122"/>
                <a:cs typeface="맑은 고딕" pitchFamily="34" charset="-120"/>
              </a:rPr>
              <a:t>메시야</a:t>
            </a:r>
            <a:endParaRPr lang="en-US" sz="3400" dirty="0"/>
          </a:p>
        </p:txBody>
      </p:sp>
      <p:sp>
        <p:nvSpPr>
          <p:cNvPr id="10" name="flow-1-body"/>
          <p:cNvSpPr txBox="1"/>
          <p:nvPr/>
        </p:nvSpPr>
        <p:spPr>
          <a:xfrm>
            <a:off x="6400800" y="2706624"/>
            <a:ext cx="3438144" cy="1152144"/>
          </a:xfrm>
          <a:prstGeom prst="rect">
            <a:avLst/>
          </a:prstGeom>
          <a:noFill/>
          <a:ln/>
        </p:spPr>
        <p:txBody>
          <a:bodyPr wrap="square" lIns="0" tIns="0" rIns="0" bIns="0" rtlCol="0" anchor="t"/>
          <a:lstStyle/>
          <a:p>
            <a:pPr algn="ctr" indent="0" marL="0">
              <a:lnSpc>
                <a:spcPct val="118000"/>
              </a:lnSpc>
              <a:buNone/>
            </a:pPr>
            <a:r>
              <a:rPr lang="en-US" sz="2000" dirty="0">
                <a:solidFill>
                  <a:schemeClr val="accent3"/>
                </a:solidFill>
                <a:latin typeface="맑은 고딕" pitchFamily="34" charset="0"/>
                <a:ea typeface="맑은 고딕" pitchFamily="34" charset="-122"/>
                <a:cs typeface="맑은 고딕" pitchFamily="34" charset="-120"/>
              </a:rPr>
              <a:t>그리스도</a:t>
            </a:r>
            <a:endParaRPr lang="en-US" sz="2000" dirty="0"/>
          </a:p>
          <a:p>
            <a:pPr algn="ctr" indent="0" marL="0">
              <a:lnSpc>
                <a:spcPct val="118000"/>
              </a:lnSpc>
              <a:buNone/>
            </a:pPr>
            <a:r>
              <a:rPr lang="en-US" sz="2000" dirty="0">
                <a:solidFill>
                  <a:schemeClr val="accent3"/>
                </a:solidFill>
                <a:latin typeface="맑은 고딕" pitchFamily="34" charset="0"/>
                <a:ea typeface="맑은 고딕" pitchFamily="34" charset="-122"/>
                <a:cs typeface="맑은 고딕" pitchFamily="34" charset="-120"/>
              </a:rPr>
              <a:t>함께 지낸 뒤</a:t>
            </a:r>
            <a:endParaRPr lang="en-US" sz="2000" dirty="0"/>
          </a:p>
        </p:txBody>
      </p:sp>
      <p:sp>
        <p:nvSpPr>
          <p:cNvPr id="11" name="keyline"/>
          <p:cNvSpPr/>
          <p:nvPr/>
        </p:nvSpPr>
        <p:spPr>
          <a:xfrm>
            <a:off x="685800" y="4572000"/>
            <a:ext cx="10820095" cy="1188720"/>
          </a:xfrm>
          <a:prstGeom prst="roundRect">
            <a:avLst>
              <a:gd name="adj" fmla="val 7692"/>
            </a:avLst>
          </a:prstGeom>
          <a:solidFill>
            <a:schemeClr val="tx2"/>
          </a:solidFill>
          <a:ln/>
        </p:spPr>
      </p:sp>
      <p:sp>
        <p:nvSpPr>
          <p:cNvPr id="12" name="keyline-text"/>
          <p:cNvSpPr txBox="1"/>
          <p:nvPr/>
        </p:nvSpPr>
        <p:spPr>
          <a:xfrm>
            <a:off x="960120" y="4572000"/>
            <a:ext cx="10271455" cy="118872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호칭은 그 사람을 어떻게 생각하는지를 보여줍니다</a:t>
            </a:r>
            <a:endParaRPr lang="en-US" sz="2600" dirty="0"/>
          </a:p>
          <a:p>
            <a:pPr indent="0" marL="0">
              <a:buNone/>
            </a:pPr>
            <a:r>
              <a:rPr lang="en-US" sz="2600" b="1" dirty="0">
                <a:solidFill>
                  <a:schemeClr val="accent6"/>
                </a:solidFill>
                <a:latin typeface="맑은 고딕" pitchFamily="34" charset="0"/>
                <a:ea typeface="맑은 고딕" pitchFamily="34" charset="-122"/>
                <a:cs typeface="맑은 고딕" pitchFamily="34" charset="-120"/>
              </a:rPr>
              <a:t>함께 지내야 알게 됩니다</a:t>
            </a:r>
            <a:endParaRPr lang="en-US" sz="2600" dirty="0"/>
          </a:p>
        </p:txBody>
      </p:sp>
      <p:sp>
        <p:nvSpPr>
          <p:cNvPr id="14"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아직 아닌 사람을 이미 그렇게 부르십니다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17</a:t>
            </a:r>
            <a:endParaRPr lang="en-US" sz="1700" dirty="0"/>
          </a:p>
        </p:txBody>
      </p:sp>
      <p:sp>
        <p:nvSpPr>
          <p:cNvPr id="4" name="stmt-text"/>
          <p:cNvSpPr txBox="1"/>
          <p:nvPr/>
        </p:nvSpPr>
        <p:spPr>
          <a:xfrm>
            <a:off x="685800" y="2011680"/>
            <a:ext cx="10820095" cy="1225296"/>
          </a:xfrm>
          <a:prstGeom prst="rect">
            <a:avLst/>
          </a:prstGeom>
          <a:noFill/>
          <a:ln/>
        </p:spPr>
        <p:txBody>
          <a:bodyPr wrap="square" lIns="0" tIns="0" rIns="0" bIns="0" rtlCol="0" anchor="t"/>
          <a:lstStyle/>
          <a:p>
            <a:pPr algn="l" indent="0" marL="0">
              <a:lnSpc>
                <a:spcPct val="134000"/>
              </a:lnSpc>
              <a:buNone/>
            </a:pPr>
            <a:r>
              <a:rPr lang="en-US" sz="3600" b="1" dirty="0">
                <a:solidFill>
                  <a:schemeClr val="tx1"/>
                </a:solidFill>
                <a:latin typeface="맑은 고딕" pitchFamily="34" charset="0"/>
                <a:ea typeface="맑은 고딕" pitchFamily="34" charset="-122"/>
                <a:cs typeface="맑은 고딕" pitchFamily="34" charset="-120"/>
              </a:rPr>
              <a:t>“네가 요한의 아들 시몬이니</a:t>
            </a:r>
            <a:endParaRPr lang="en-US" sz="3600" dirty="0"/>
          </a:p>
          <a:p>
            <a:pPr algn="l" indent="0" marL="0">
              <a:lnSpc>
                <a:spcPct val="134000"/>
              </a:lnSpc>
              <a:buNone/>
            </a:pPr>
            <a:r>
              <a:rPr lang="en-US" sz="3600" b="1" dirty="0">
                <a:solidFill>
                  <a:schemeClr val="tx1"/>
                </a:solidFill>
                <a:latin typeface="맑은 고딕" pitchFamily="34" charset="0"/>
                <a:ea typeface="맑은 고딕" pitchFamily="34" charset="-122"/>
                <a:cs typeface="맑은 고딕" pitchFamily="34" charset="-120"/>
              </a:rPr>
              <a:t>장차 게바라 하리라”</a:t>
            </a:r>
            <a:endParaRPr lang="en-US" sz="3600" dirty="0"/>
          </a:p>
        </p:txBody>
      </p:sp>
      <p:sp>
        <p:nvSpPr>
          <p:cNvPr id="5" name="stmt-sub"/>
          <p:cNvSpPr txBox="1"/>
          <p:nvPr/>
        </p:nvSpPr>
        <p:spPr>
          <a:xfrm>
            <a:off x="685800" y="3438144"/>
            <a:ext cx="10820095" cy="332842"/>
          </a:xfrm>
          <a:prstGeom prst="rect">
            <a:avLst/>
          </a:prstGeom>
          <a:noFill/>
          <a:ln/>
        </p:spPr>
        <p:txBody>
          <a:bodyPr wrap="square" lIns="0" tIns="0" rIns="0" bIns="0" rtlCol="0" anchor="t"/>
          <a:lstStyle/>
          <a:p>
            <a:pPr algn="l" indent="0" marL="0">
              <a:lnSpc>
                <a:spcPct val="130000"/>
              </a:lnSpc>
              <a:buNone/>
            </a:pPr>
            <a:r>
              <a:rPr lang="en-US" sz="2000" dirty="0">
                <a:solidFill>
                  <a:schemeClr val="accent3"/>
                </a:solidFill>
                <a:latin typeface="맑은 고딕" pitchFamily="34" charset="0"/>
                <a:ea typeface="맑은 고딕" pitchFamily="34" charset="-122"/>
                <a:cs typeface="맑은 고딕" pitchFamily="34" charset="-120"/>
              </a:rPr>
              <a:t>게바 = 반석</a:t>
            </a:r>
            <a:endParaRPr lang="en-US" sz="2000" dirty="0"/>
          </a:p>
        </p:txBody>
      </p:sp>
      <p:sp>
        <p:nvSpPr>
          <p:cNvPr id="6" name="stmt-ref"/>
          <p:cNvSpPr txBox="1"/>
          <p:nvPr/>
        </p:nvSpPr>
        <p:spPr>
          <a:xfrm>
            <a:off x="685800" y="3917290"/>
            <a:ext cx="10820095" cy="402336"/>
          </a:xfrm>
          <a:prstGeom prst="rect">
            <a:avLst/>
          </a:prstGeom>
          <a:noFill/>
          <a:ln/>
        </p:spPr>
        <p:txBody>
          <a:bodyPr wrap="square" lIns="0" tIns="0" rIns="0" bIns="0" rtlCol="0" anchor="ctr"/>
          <a:lstStyle/>
          <a:p>
            <a:pPr algn="l" indent="0" marL="0">
              <a:buNone/>
            </a:pPr>
            <a:r>
              <a:rPr lang="en-US" sz="1800" b="1" dirty="0">
                <a:solidFill>
                  <a:schemeClr val="accent1"/>
                </a:solidFill>
                <a:latin typeface="맑은 고딕" pitchFamily="34" charset="0"/>
                <a:ea typeface="맑은 고딕" pitchFamily="34" charset="-122"/>
                <a:cs typeface="맑은 고딕" pitchFamily="34" charset="-120"/>
              </a:rPr>
              <a:t>요한복음 1:42</a:t>
            </a:r>
            <a:endParaRPr lang="en-US" sz="1800" dirty="0"/>
          </a:p>
        </p:txBody>
      </p:sp>
      <p:sp>
        <p:nvSpPr>
          <p:cNvPr id="7" name="keyline"/>
          <p:cNvSpPr/>
          <p:nvPr/>
        </p:nvSpPr>
        <p:spPr>
          <a:xfrm>
            <a:off x="685800" y="5120640"/>
            <a:ext cx="10820095" cy="822960"/>
          </a:xfrm>
          <a:prstGeom prst="roundRect">
            <a:avLst>
              <a:gd name="adj" fmla="val 11111"/>
            </a:avLst>
          </a:prstGeom>
          <a:solidFill>
            <a:schemeClr val="tx2"/>
          </a:solidFill>
          <a:ln/>
        </p:spPr>
      </p:sp>
      <p:sp>
        <p:nvSpPr>
          <p:cNvPr id="8" name="keyline-text"/>
          <p:cNvSpPr txBox="1"/>
          <p:nvPr/>
        </p:nvSpPr>
        <p:spPr>
          <a:xfrm>
            <a:off x="960120" y="5120640"/>
            <a:ext cx="10271455" cy="82296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앞으로 어떤 사람이 될지를 미리 보셨습니다</a:t>
            </a:r>
            <a:endParaRPr lang="en-US" sz="2600" dirty="0"/>
          </a:p>
        </p:txBody>
      </p:sp>
      <p:sp>
        <p:nvSpPr>
          <p:cNvPr id="10"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나사렛에서 무슨 선한 것이 날 수 있느냐</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19~20</a:t>
            </a:r>
            <a:endParaRPr lang="en-US" sz="1700" dirty="0"/>
          </a:p>
        </p:txBody>
      </p:sp>
      <p:sp>
        <p:nvSpPr>
          <p:cNvPr id="4" name="rows-0-tag"/>
          <p:cNvSpPr txBox="1"/>
          <p:nvPr/>
        </p:nvSpPr>
        <p:spPr>
          <a:xfrm>
            <a:off x="685800" y="2103120"/>
            <a:ext cx="137160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빌립</a:t>
            </a:r>
            <a:endParaRPr lang="en-US" sz="2500" dirty="0"/>
          </a:p>
        </p:txBody>
      </p:sp>
      <p:sp>
        <p:nvSpPr>
          <p:cNvPr id="5" name="rows-0-head"/>
          <p:cNvSpPr txBox="1"/>
          <p:nvPr/>
        </p:nvSpPr>
        <p:spPr>
          <a:xfrm>
            <a:off x="2240280" y="2103120"/>
            <a:ext cx="926561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“와서 보라”</a:t>
            </a:r>
            <a:endParaRPr lang="en-US" sz="2500" dirty="0"/>
          </a:p>
        </p:txBody>
      </p:sp>
      <p:sp>
        <p:nvSpPr>
          <p:cNvPr id="6" name="rows-0-body"/>
          <p:cNvSpPr txBox="1"/>
          <p:nvPr/>
        </p:nvSpPr>
        <p:spPr>
          <a:xfrm>
            <a:off x="2240280" y="2576322"/>
            <a:ext cx="9265615" cy="320040"/>
          </a:xfrm>
          <a:prstGeom prst="rect">
            <a:avLst/>
          </a:prstGeom>
          <a:noFill/>
          <a:ln/>
        </p:spPr>
        <p:txBody>
          <a:bodyPr wrap="square" lIns="0" tIns="0" rIns="0" bIns="0" rtlCol="0" anchor="t"/>
          <a:lstStyle/>
          <a:p>
            <a:pPr indent="0" marL="0">
              <a:lnSpc>
                <a:spcPct val="126000"/>
              </a:lnSpc>
              <a:buNone/>
            </a:pPr>
            <a:r>
              <a:rPr lang="en-US" sz="2000" dirty="0">
                <a:solidFill>
                  <a:schemeClr val="accent3"/>
                </a:solidFill>
                <a:latin typeface="맑은 고딕" pitchFamily="34" charset="0"/>
                <a:ea typeface="맑은 고딕" pitchFamily="34" charset="-122"/>
                <a:cs typeface="맑은 고딕" pitchFamily="34" charset="-120"/>
              </a:rPr>
              <a:t>논쟁하지 않고 데려옵니다</a:t>
            </a:r>
            <a:endParaRPr lang="en-US" sz="2000" dirty="0"/>
          </a:p>
        </p:txBody>
      </p:sp>
      <p:sp>
        <p:nvSpPr>
          <p:cNvPr id="7" name="rows-0-rule"/>
          <p:cNvSpPr/>
          <p:nvPr/>
        </p:nvSpPr>
        <p:spPr>
          <a:xfrm>
            <a:off x="685800" y="3079242"/>
            <a:ext cx="10820095" cy="10973"/>
          </a:xfrm>
          <a:prstGeom prst="rect">
            <a:avLst/>
          </a:prstGeom>
          <a:solidFill>
            <a:srgbClr val="E4E9EE"/>
          </a:solidFill>
          <a:ln/>
        </p:spPr>
      </p:sp>
      <p:sp>
        <p:nvSpPr>
          <p:cNvPr id="8" name="rows-1-tag"/>
          <p:cNvSpPr txBox="1"/>
          <p:nvPr/>
        </p:nvSpPr>
        <p:spPr>
          <a:xfrm>
            <a:off x="685800" y="3298698"/>
            <a:ext cx="137160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예수님</a:t>
            </a:r>
            <a:endParaRPr lang="en-US" sz="2500" dirty="0"/>
          </a:p>
        </p:txBody>
      </p:sp>
      <p:sp>
        <p:nvSpPr>
          <p:cNvPr id="9" name="rows-1-head"/>
          <p:cNvSpPr txBox="1"/>
          <p:nvPr/>
        </p:nvSpPr>
        <p:spPr>
          <a:xfrm>
            <a:off x="2240280" y="3298698"/>
            <a:ext cx="926561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“네가 무화과나무 아래 있을 때에 보았노라”</a:t>
            </a:r>
            <a:endParaRPr lang="en-US" sz="2500" dirty="0"/>
          </a:p>
        </p:txBody>
      </p:sp>
      <p:sp>
        <p:nvSpPr>
          <p:cNvPr id="10" name="rows-1-body"/>
          <p:cNvSpPr txBox="1"/>
          <p:nvPr/>
        </p:nvSpPr>
        <p:spPr>
          <a:xfrm>
            <a:off x="2240280" y="3771900"/>
            <a:ext cx="9265615" cy="320040"/>
          </a:xfrm>
          <a:prstGeom prst="rect">
            <a:avLst/>
          </a:prstGeom>
          <a:noFill/>
          <a:ln/>
        </p:spPr>
        <p:txBody>
          <a:bodyPr wrap="square" lIns="0" tIns="0" rIns="0" bIns="0" rtlCol="0" anchor="t"/>
          <a:lstStyle/>
          <a:p>
            <a:pPr indent="0" marL="0">
              <a:lnSpc>
                <a:spcPct val="126000"/>
              </a:lnSpc>
              <a:buNone/>
            </a:pPr>
            <a:r>
              <a:rPr lang="en-US" sz="2000" dirty="0">
                <a:solidFill>
                  <a:schemeClr val="accent3"/>
                </a:solidFill>
                <a:latin typeface="맑은 고딕" pitchFamily="34" charset="0"/>
                <a:ea typeface="맑은 고딕" pitchFamily="34" charset="-122"/>
                <a:cs typeface="맑은 고딕" pitchFamily="34" charset="-120"/>
              </a:rPr>
              <a:t>만나기 전부터 이미 아셨습니다</a:t>
            </a:r>
            <a:endParaRPr lang="en-US" sz="2000" dirty="0"/>
          </a:p>
        </p:txBody>
      </p:sp>
      <p:sp>
        <p:nvSpPr>
          <p:cNvPr id="11" name="rows-1-rule"/>
          <p:cNvSpPr/>
          <p:nvPr/>
        </p:nvSpPr>
        <p:spPr>
          <a:xfrm>
            <a:off x="685800" y="4274820"/>
            <a:ext cx="10820095" cy="10973"/>
          </a:xfrm>
          <a:prstGeom prst="rect">
            <a:avLst/>
          </a:prstGeom>
          <a:solidFill>
            <a:srgbClr val="E4E9EE"/>
          </a:solidFill>
          <a:ln/>
        </p:spPr>
      </p:sp>
      <p:sp>
        <p:nvSpPr>
          <p:cNvPr id="12" name="rows-2-tag"/>
          <p:cNvSpPr txBox="1"/>
          <p:nvPr/>
        </p:nvSpPr>
        <p:spPr>
          <a:xfrm>
            <a:off x="685800" y="4494276"/>
            <a:ext cx="1371600" cy="400050"/>
          </a:xfrm>
          <a:prstGeom prst="rect">
            <a:avLst/>
          </a:prstGeom>
          <a:noFill/>
          <a:ln/>
        </p:spPr>
        <p:txBody>
          <a:bodyPr wrap="square" lIns="0" tIns="0" rIns="0" bIns="0" rtlCol="0" anchor="t"/>
          <a:lstStyle/>
          <a:p>
            <a:pPr indent="0" marL="0">
              <a:buNone/>
            </a:pPr>
            <a:r>
              <a:rPr lang="en-US" sz="2500" b="1" dirty="0">
                <a:solidFill>
                  <a:schemeClr val="accent1"/>
                </a:solidFill>
                <a:latin typeface="맑은 고딕" pitchFamily="34" charset="0"/>
                <a:ea typeface="맑은 고딕" pitchFamily="34" charset="-122"/>
                <a:cs typeface="맑은 고딕" pitchFamily="34" charset="-120"/>
              </a:rPr>
              <a:t>나다나엘</a:t>
            </a:r>
            <a:endParaRPr lang="en-US" sz="2500" dirty="0"/>
          </a:p>
        </p:txBody>
      </p:sp>
      <p:sp>
        <p:nvSpPr>
          <p:cNvPr id="13" name="rows-2-head"/>
          <p:cNvSpPr txBox="1"/>
          <p:nvPr/>
        </p:nvSpPr>
        <p:spPr>
          <a:xfrm>
            <a:off x="2240280" y="4494276"/>
            <a:ext cx="9265615" cy="400050"/>
          </a:xfrm>
          <a:prstGeom prst="rect">
            <a:avLst/>
          </a:prstGeom>
          <a:noFill/>
          <a:ln/>
        </p:spPr>
        <p:txBody>
          <a:bodyPr wrap="square" lIns="0" tIns="0" rIns="0" bIns="0" rtlCol="0" anchor="t"/>
          <a:lstStyle/>
          <a:p>
            <a:pPr indent="0" marL="0">
              <a:buNone/>
            </a:pPr>
            <a:r>
              <a:rPr lang="en-US" sz="2500" b="1" dirty="0">
                <a:solidFill>
                  <a:schemeClr val="tx1"/>
                </a:solidFill>
                <a:latin typeface="맑은 고딕" pitchFamily="34" charset="0"/>
                <a:ea typeface="맑은 고딕" pitchFamily="34" charset="-122"/>
                <a:cs typeface="맑은 고딕" pitchFamily="34" charset="-120"/>
              </a:rPr>
              <a:t>“하나님의 아들이시요 이스라엘의 임금이로소이다”</a:t>
            </a:r>
            <a:endParaRPr lang="en-US" sz="2500" dirty="0"/>
          </a:p>
        </p:txBody>
      </p:sp>
      <p:sp>
        <p:nvSpPr>
          <p:cNvPr id="14" name="rows-2-body"/>
          <p:cNvSpPr txBox="1"/>
          <p:nvPr/>
        </p:nvSpPr>
        <p:spPr>
          <a:xfrm>
            <a:off x="2240280" y="4967478"/>
            <a:ext cx="9265615" cy="320040"/>
          </a:xfrm>
          <a:prstGeom prst="rect">
            <a:avLst/>
          </a:prstGeom>
          <a:noFill/>
          <a:ln/>
        </p:spPr>
        <p:txBody>
          <a:bodyPr wrap="square" lIns="0" tIns="0" rIns="0" bIns="0" rtlCol="0" anchor="t"/>
          <a:lstStyle/>
          <a:p>
            <a:pPr indent="0" marL="0">
              <a:lnSpc>
                <a:spcPct val="126000"/>
              </a:lnSpc>
              <a:buNone/>
            </a:pPr>
            <a:r>
              <a:rPr lang="en-US" sz="2000" dirty="0">
                <a:solidFill>
                  <a:schemeClr val="accent3"/>
                </a:solidFill>
                <a:latin typeface="맑은 고딕" pitchFamily="34" charset="0"/>
                <a:ea typeface="맑은 고딕" pitchFamily="34" charset="-122"/>
                <a:cs typeface="맑은 고딕" pitchFamily="34" charset="-120"/>
              </a:rPr>
              <a:t>존경의 대상이 아니라 신앙의 대상</a:t>
            </a:r>
            <a:endParaRPr lang="en-US" sz="2000" dirty="0"/>
          </a:p>
        </p:txBody>
      </p:sp>
      <p:sp>
        <p:nvSpPr>
          <p:cNvPr id="16"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하늘과 땅을 잇는 분</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22~23</a:t>
            </a:r>
            <a:endParaRPr lang="en-US" sz="1700" dirty="0"/>
          </a:p>
        </p:txBody>
      </p:sp>
      <p:sp>
        <p:nvSpPr>
          <p:cNvPr id="4" name="stmt-text"/>
          <p:cNvSpPr txBox="1"/>
          <p:nvPr/>
        </p:nvSpPr>
        <p:spPr>
          <a:xfrm>
            <a:off x="685800" y="1920240"/>
            <a:ext cx="10820095" cy="1089152"/>
          </a:xfrm>
          <a:prstGeom prst="rect">
            <a:avLst/>
          </a:prstGeom>
          <a:noFill/>
          <a:ln/>
        </p:spPr>
        <p:txBody>
          <a:bodyPr wrap="square" lIns="0" tIns="0" rIns="0" bIns="0" rtlCol="0" anchor="t"/>
          <a:lstStyle/>
          <a:p>
            <a:pPr algn="l" indent="0" marL="0">
              <a:lnSpc>
                <a:spcPct val="134000"/>
              </a:lnSpc>
              <a:buNone/>
            </a:pPr>
            <a:r>
              <a:rPr lang="en-US" sz="3200" b="1" dirty="0">
                <a:solidFill>
                  <a:schemeClr val="bg1"/>
                </a:solidFill>
                <a:latin typeface="맑은 고딕" pitchFamily="34" charset="0"/>
                <a:ea typeface="맑은 고딕" pitchFamily="34" charset="-122"/>
                <a:cs typeface="맑은 고딕" pitchFamily="34" charset="-120"/>
              </a:rPr>
              <a:t>“하늘이 열리고 하나님의 사자들이</a:t>
            </a:r>
            <a:endParaRPr lang="en-US" sz="3200" dirty="0"/>
          </a:p>
          <a:p>
            <a:pPr algn="l" indent="0" marL="0">
              <a:lnSpc>
                <a:spcPct val="134000"/>
              </a:lnSpc>
              <a:buNone/>
            </a:pPr>
            <a:r>
              <a:rPr lang="en-US" sz="3200" b="1" dirty="0">
                <a:solidFill>
                  <a:schemeClr val="bg1"/>
                </a:solidFill>
                <a:latin typeface="맑은 고딕" pitchFamily="34" charset="0"/>
                <a:ea typeface="맑은 고딕" pitchFamily="34" charset="-122"/>
                <a:cs typeface="맑은 고딕" pitchFamily="34" charset="-120"/>
              </a:rPr>
              <a:t>인자 위에 오르락 내리락 하는 것을 보리라”</a:t>
            </a:r>
            <a:endParaRPr lang="en-US" sz="3200" dirty="0"/>
          </a:p>
        </p:txBody>
      </p:sp>
      <p:sp>
        <p:nvSpPr>
          <p:cNvPr id="5" name="stmt-ref"/>
          <p:cNvSpPr txBox="1"/>
          <p:nvPr/>
        </p:nvSpPr>
        <p:spPr>
          <a:xfrm>
            <a:off x="685800" y="3210560"/>
            <a:ext cx="10820095" cy="402336"/>
          </a:xfrm>
          <a:prstGeom prst="rect">
            <a:avLst/>
          </a:prstGeom>
          <a:noFill/>
          <a:ln/>
        </p:spPr>
        <p:txBody>
          <a:bodyPr wrap="square" lIns="0" tIns="0" rIns="0" bIns="0" rtlCol="0" anchor="ctr"/>
          <a:lstStyle/>
          <a:p>
            <a:pPr algn="l" indent="0" marL="0">
              <a:buNone/>
            </a:pPr>
            <a:r>
              <a:rPr lang="en-US" sz="1600" b="1" dirty="0">
                <a:solidFill>
                  <a:schemeClr val="accent1"/>
                </a:solidFill>
                <a:latin typeface="맑은 고딕" pitchFamily="34" charset="0"/>
                <a:ea typeface="맑은 고딕" pitchFamily="34" charset="-122"/>
                <a:cs typeface="맑은 고딕" pitchFamily="34" charset="-120"/>
              </a:rPr>
              <a:t>요한복음 1:51  ·  창세기 28:12</a:t>
            </a:r>
            <a:endParaRPr lang="en-US" sz="1600" dirty="0"/>
          </a:p>
        </p:txBody>
      </p:sp>
      <p:sp>
        <p:nvSpPr>
          <p:cNvPr id="6" name="keyline"/>
          <p:cNvSpPr/>
          <p:nvPr/>
        </p:nvSpPr>
        <p:spPr>
          <a:xfrm>
            <a:off x="685800" y="4937760"/>
            <a:ext cx="10820095" cy="914400"/>
          </a:xfrm>
          <a:prstGeom prst="roundRect">
            <a:avLst>
              <a:gd name="adj" fmla="val 10000"/>
            </a:avLst>
          </a:prstGeom>
          <a:solidFill>
            <a:schemeClr val="tx2"/>
          </a:solidFill>
          <a:ln/>
        </p:spPr>
      </p:sp>
      <p:sp>
        <p:nvSpPr>
          <p:cNvPr id="7" name="keyline-text"/>
          <p:cNvSpPr txBox="1"/>
          <p:nvPr/>
        </p:nvSpPr>
        <p:spPr>
          <a:xfrm>
            <a:off x="960120" y="4937760"/>
            <a:ext cx="10271455" cy="91440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예수님이 곧 야곱이 본 그 사다리이십니다</a:t>
            </a:r>
            <a:endParaRPr lang="en-US" sz="28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960120" y="2011680"/>
            <a:ext cx="2011680" cy="1005840"/>
          </a:xfrm>
          <a:prstGeom prst="rect">
            <a:avLst/>
          </a:prstGeom>
          <a:noFill/>
          <a:ln/>
        </p:spPr>
        <p:txBody>
          <a:bodyPr wrap="square" lIns="0" tIns="0" rIns="0" bIns="0" rtlCol="0"/>
          <a:lstStyle/>
          <a:p>
            <a:pPr algn="l" indent="0" marL="0">
              <a:buNone/>
            </a:pPr>
            <a:r>
              <a:rPr lang="en-US" sz="7200" b="1" dirty="0">
                <a:solidFill>
                  <a:schemeClr val="accent5"/>
                </a:solidFill>
                <a:latin typeface="맑은 고딕" pitchFamily="34" charset="0"/>
                <a:ea typeface="맑은 고딕" pitchFamily="34" charset="-122"/>
                <a:cs typeface="맑은 고딕" pitchFamily="34" charset="-120"/>
              </a:rPr>
              <a:t>03</a:t>
            </a:r>
            <a:endParaRPr lang="en-US" sz="7200" dirty="0"/>
          </a:p>
        </p:txBody>
      </p:sp>
      <p:sp>
        <p:nvSpPr>
          <p:cNvPr id="3" name="Text 0"/>
          <p:cNvSpPr/>
          <p:nvPr>
            <p:ph idx="101" type="title" hasCustomPrompt="1"/>
          </p:nvPr>
        </p:nvSpPr>
        <p:spPr>
          <a:xfrm>
            <a:off x="960120" y="3127248"/>
            <a:ext cx="9875520" cy="1005840"/>
          </a:xfrm>
          <a:prstGeom prst="rect">
            <a:avLst/>
          </a:prstGeom>
          <a:noFill/>
          <a:ln/>
        </p:spPr>
        <p:txBody>
          <a:bodyPr wrap="square" lIns="0" tIns="0" rIns="0" bIns="0" rtlCol="0" anchor="t"/>
          <a:lstStyle/>
          <a:p>
            <a:pPr algn="l" indent="0" marL="0">
              <a:buNone/>
            </a:pPr>
            <a:r>
              <a:rPr lang="en-US" sz="4600" b="1" dirty="0">
                <a:solidFill>
                  <a:schemeClr val="bg1"/>
                </a:solidFill>
                <a:latin typeface="맑은 고딕" pitchFamily="34" charset="0"/>
                <a:ea typeface="맑은 고딕" pitchFamily="34" charset="-122"/>
                <a:cs typeface="맑은 고딕" pitchFamily="34" charset="-120"/>
              </a:rPr>
              <a:t>제자들에게 드러난 영광</a:t>
            </a:r>
            <a:endParaRPr lang="en-US" sz="4600" dirty="0"/>
          </a:p>
        </p:txBody>
      </p:sp>
      <p:sp>
        <p:nvSpPr>
          <p:cNvPr id="4" name="Text 0"/>
          <p:cNvSpPr/>
          <p:nvPr>
            <p:ph idx="102" type="body" hasCustomPrompt="1"/>
          </p:nvPr>
        </p:nvSpPr>
        <p:spPr>
          <a:xfrm>
            <a:off x="1005840" y="4206240"/>
            <a:ext cx="9144000" cy="822960"/>
          </a:xfrm>
          <a:prstGeom prst="rect">
            <a:avLst/>
          </a:prstGeom>
          <a:noFill/>
          <a:ln/>
        </p:spPr>
        <p:txBody>
          <a:bodyPr wrap="square" lIns="0" tIns="0" rIns="0" bIns="0" rtlCol="0"/>
          <a:lstStyle/>
          <a:p>
            <a:pPr indent="0" marL="0">
              <a:buNone/>
            </a:pPr>
            <a:r>
              <a:rPr lang="en-US" sz="1900" dirty="0">
                <a:solidFill>
                  <a:schemeClr val="accent6"/>
                </a:solidFill>
                <a:latin typeface="맑은 고딕" pitchFamily="34" charset="0"/>
                <a:ea typeface="맑은 고딕" pitchFamily="34" charset="-122"/>
                <a:cs typeface="맑은 고딕" pitchFamily="34" charset="-120"/>
              </a:rPr>
              <a:t>가나의 혼인잔치 · 성전을 깨끗하게 하심   ·   요한복음 2장</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가나의 혼인잔치 — 세 사람</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24~28</a:t>
            </a:r>
            <a:endParaRPr lang="en-US" sz="1700" dirty="0"/>
          </a:p>
        </p:txBody>
      </p:sp>
      <p:sp>
        <p:nvSpPr>
          <p:cNvPr id="4" name="rows-0-tag"/>
          <p:cNvSpPr txBox="1"/>
          <p:nvPr/>
        </p:nvSpPr>
        <p:spPr>
          <a:xfrm>
            <a:off x="685800" y="1883664"/>
            <a:ext cx="173736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마리아</a:t>
            </a:r>
            <a:endParaRPr lang="en-US" sz="2800" dirty="0"/>
          </a:p>
        </p:txBody>
      </p:sp>
      <p:sp>
        <p:nvSpPr>
          <p:cNvPr id="5" name="rows-0-head"/>
          <p:cNvSpPr txBox="1"/>
          <p:nvPr/>
        </p:nvSpPr>
        <p:spPr>
          <a:xfrm>
            <a:off x="2606040" y="1883664"/>
            <a:ext cx="889985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믿음</a:t>
            </a:r>
            <a:endParaRPr lang="en-US" sz="2800" dirty="0"/>
          </a:p>
        </p:txBody>
      </p:sp>
      <p:sp>
        <p:nvSpPr>
          <p:cNvPr id="6" name="rows-0-body"/>
          <p:cNvSpPr txBox="1"/>
          <p:nvPr/>
        </p:nvSpPr>
        <p:spPr>
          <a:xfrm>
            <a:off x="2606040" y="2404872"/>
            <a:ext cx="889985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거절당하고도 “무슨 말씀을 하시든지 그대로 하라”</a:t>
            </a:r>
            <a:endParaRPr lang="en-US" sz="1900" dirty="0"/>
          </a:p>
        </p:txBody>
      </p:sp>
      <p:sp>
        <p:nvSpPr>
          <p:cNvPr id="7" name="rows-0-rule"/>
          <p:cNvSpPr/>
          <p:nvPr/>
        </p:nvSpPr>
        <p:spPr>
          <a:xfrm>
            <a:off x="685800" y="2855214"/>
            <a:ext cx="10820095" cy="10973"/>
          </a:xfrm>
          <a:prstGeom prst="rect">
            <a:avLst/>
          </a:prstGeom>
          <a:solidFill>
            <a:srgbClr val="E4E9EE"/>
          </a:solidFill>
          <a:ln/>
        </p:spPr>
      </p:sp>
      <p:sp>
        <p:nvSpPr>
          <p:cNvPr id="8" name="rows-1-tag"/>
          <p:cNvSpPr txBox="1"/>
          <p:nvPr/>
        </p:nvSpPr>
        <p:spPr>
          <a:xfrm>
            <a:off x="685800" y="3038094"/>
            <a:ext cx="173736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하인들</a:t>
            </a:r>
            <a:endParaRPr lang="en-US" sz="2800" dirty="0"/>
          </a:p>
        </p:txBody>
      </p:sp>
      <p:sp>
        <p:nvSpPr>
          <p:cNvPr id="9" name="rows-1-head"/>
          <p:cNvSpPr txBox="1"/>
          <p:nvPr/>
        </p:nvSpPr>
        <p:spPr>
          <a:xfrm>
            <a:off x="2606040" y="3038094"/>
            <a:ext cx="889985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순종</a:t>
            </a:r>
            <a:endParaRPr lang="en-US" sz="2800" dirty="0"/>
          </a:p>
        </p:txBody>
      </p:sp>
      <p:sp>
        <p:nvSpPr>
          <p:cNvPr id="10" name="rows-1-body"/>
          <p:cNvSpPr txBox="1"/>
          <p:nvPr/>
        </p:nvSpPr>
        <p:spPr>
          <a:xfrm>
            <a:off x="2606040" y="3559302"/>
            <a:ext cx="889985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빈 항아리에 아귀까지 물을 채웁니다</a:t>
            </a:r>
            <a:endParaRPr lang="en-US" sz="1900" dirty="0"/>
          </a:p>
        </p:txBody>
      </p:sp>
      <p:sp>
        <p:nvSpPr>
          <p:cNvPr id="11" name="rows-1-rule"/>
          <p:cNvSpPr/>
          <p:nvPr/>
        </p:nvSpPr>
        <p:spPr>
          <a:xfrm>
            <a:off x="685800" y="4009644"/>
            <a:ext cx="10820095" cy="10973"/>
          </a:xfrm>
          <a:prstGeom prst="rect">
            <a:avLst/>
          </a:prstGeom>
          <a:solidFill>
            <a:srgbClr val="E4E9EE"/>
          </a:solidFill>
          <a:ln/>
        </p:spPr>
      </p:sp>
      <p:sp>
        <p:nvSpPr>
          <p:cNvPr id="12" name="rows-2-tag"/>
          <p:cNvSpPr txBox="1"/>
          <p:nvPr/>
        </p:nvSpPr>
        <p:spPr>
          <a:xfrm>
            <a:off x="685800" y="4192524"/>
            <a:ext cx="173736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예수님</a:t>
            </a:r>
            <a:endParaRPr lang="en-US" sz="2800" dirty="0"/>
          </a:p>
        </p:txBody>
      </p:sp>
      <p:sp>
        <p:nvSpPr>
          <p:cNvPr id="13" name="rows-2-head"/>
          <p:cNvSpPr txBox="1"/>
          <p:nvPr/>
        </p:nvSpPr>
        <p:spPr>
          <a:xfrm>
            <a:off x="2606040" y="4192524"/>
            <a:ext cx="889985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영광</a:t>
            </a:r>
            <a:endParaRPr lang="en-US" sz="2800" dirty="0"/>
          </a:p>
        </p:txBody>
      </p:sp>
      <p:sp>
        <p:nvSpPr>
          <p:cNvPr id="14" name="rows-2-body"/>
          <p:cNvSpPr txBox="1"/>
          <p:nvPr/>
        </p:nvSpPr>
        <p:spPr>
          <a:xfrm>
            <a:off x="2606040" y="4713732"/>
            <a:ext cx="889985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첫 표적으로 하나님의 영광을 드러내십니다</a:t>
            </a:r>
            <a:endParaRPr lang="en-US" sz="1900" dirty="0"/>
          </a:p>
        </p:txBody>
      </p:sp>
      <p:sp>
        <p:nvSpPr>
          <p:cNvPr id="15" name="keyline"/>
          <p:cNvSpPr/>
          <p:nvPr/>
        </p:nvSpPr>
        <p:spPr>
          <a:xfrm>
            <a:off x="685800" y="5438394"/>
            <a:ext cx="10820095" cy="786384"/>
          </a:xfrm>
          <a:prstGeom prst="roundRect">
            <a:avLst>
              <a:gd name="adj" fmla="val 11628"/>
            </a:avLst>
          </a:prstGeom>
          <a:solidFill>
            <a:schemeClr val="tx2"/>
          </a:solidFill>
          <a:ln/>
        </p:spPr>
      </p:sp>
      <p:sp>
        <p:nvSpPr>
          <p:cNvPr id="16" name="keyline-text"/>
          <p:cNvSpPr txBox="1"/>
          <p:nvPr/>
        </p:nvSpPr>
        <p:spPr>
          <a:xfrm>
            <a:off x="960120" y="5438394"/>
            <a:ext cx="10271455" cy="786384"/>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믿음과 순종이 만나는 자리에서 영광이 드러납니다</a:t>
            </a:r>
            <a:endParaRPr lang="en-US" sz="26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물이 포도주가 된다는 것</a:t>
            </a:r>
            <a:endParaRPr lang="en-US" sz="4000" dirty="0"/>
          </a:p>
        </p:txBody>
      </p:sp>
      <p:sp>
        <p:nvSpPr>
          <p:cNvPr id="3" name="stmt-text"/>
          <p:cNvSpPr txBox="1"/>
          <p:nvPr/>
        </p:nvSpPr>
        <p:spPr>
          <a:xfrm>
            <a:off x="685800" y="2103120"/>
            <a:ext cx="10820095" cy="612648"/>
          </a:xfrm>
          <a:prstGeom prst="rect">
            <a:avLst/>
          </a:prstGeom>
          <a:noFill/>
          <a:ln/>
        </p:spPr>
        <p:txBody>
          <a:bodyPr wrap="square" lIns="0" tIns="0" rIns="0" bIns="0" rtlCol="0" anchor="t"/>
          <a:lstStyle/>
          <a:p>
            <a:pPr algn="l" indent="0" marL="0">
              <a:lnSpc>
                <a:spcPct val="134000"/>
              </a:lnSpc>
              <a:buNone/>
            </a:pPr>
            <a:r>
              <a:rPr lang="en-US" sz="3600" b="1" dirty="0">
                <a:solidFill>
                  <a:schemeClr val="bg1"/>
                </a:solidFill>
                <a:latin typeface="맑은 고딕" pitchFamily="34" charset="0"/>
                <a:ea typeface="맑은 고딕" pitchFamily="34" charset="-122"/>
                <a:cs typeface="맑은 고딕" pitchFamily="34" charset="-120"/>
              </a:rPr>
              <a:t>H₂O  →  포도주</a:t>
            </a:r>
            <a:endParaRPr lang="en-US" sz="3600" dirty="0"/>
          </a:p>
        </p:txBody>
      </p:sp>
      <p:sp>
        <p:nvSpPr>
          <p:cNvPr id="4" name="stmt-sub"/>
          <p:cNvSpPr txBox="1"/>
          <p:nvPr/>
        </p:nvSpPr>
        <p:spPr>
          <a:xfrm>
            <a:off x="685800" y="2916936"/>
            <a:ext cx="10820095" cy="665683"/>
          </a:xfrm>
          <a:prstGeom prst="rect">
            <a:avLst/>
          </a:prstGeom>
          <a:noFill/>
          <a:ln/>
        </p:spPr>
        <p:txBody>
          <a:bodyPr wrap="square" lIns="0" tIns="0" rIns="0" bIns="0" rtlCol="0" anchor="t"/>
          <a:lstStyle/>
          <a:p>
            <a:pPr algn="l" indent="0" marL="0">
              <a:lnSpc>
                <a:spcPct val="130000"/>
              </a:lnSpc>
              <a:buNone/>
            </a:pPr>
            <a:r>
              <a:rPr lang="en-US" sz="2000" dirty="0">
                <a:solidFill>
                  <a:schemeClr val="accent6"/>
                </a:solidFill>
                <a:latin typeface="맑은 고딕" pitchFamily="34" charset="0"/>
                <a:ea typeface="맑은 고딕" pitchFamily="34" charset="-122"/>
                <a:cs typeface="맑은 고딕" pitchFamily="34" charset="-120"/>
              </a:rPr>
              <a:t>포도주를 몰래 넣으신 것도, 진액을 타신 것도 아닙니다.</a:t>
            </a:r>
            <a:endParaRPr lang="en-US" sz="2000" dirty="0"/>
          </a:p>
          <a:p>
            <a:pPr algn="l" indent="0" marL="0">
              <a:lnSpc>
                <a:spcPct val="130000"/>
              </a:lnSpc>
              <a:buNone/>
            </a:pPr>
            <a:r>
              <a:rPr lang="en-US" sz="2000" dirty="0">
                <a:solidFill>
                  <a:schemeClr val="accent6"/>
                </a:solidFill>
                <a:latin typeface="맑은 고딕" pitchFamily="34" charset="0"/>
                <a:ea typeface="맑은 고딕" pitchFamily="34" charset="-122"/>
                <a:cs typeface="맑은 고딕" pitchFamily="34" charset="-120"/>
              </a:rPr>
              <a:t>항아리는 이미 아귀까지 차 있었습니다.</a:t>
            </a:r>
            <a:endParaRPr lang="en-US" sz="2000" dirty="0"/>
          </a:p>
        </p:txBody>
      </p:sp>
      <p:sp>
        <p:nvSpPr>
          <p:cNvPr id="5" name="keyline"/>
          <p:cNvSpPr/>
          <p:nvPr/>
        </p:nvSpPr>
        <p:spPr>
          <a:xfrm>
            <a:off x="685800" y="4846320"/>
            <a:ext cx="10820095" cy="1005840"/>
          </a:xfrm>
          <a:prstGeom prst="roundRect">
            <a:avLst>
              <a:gd name="adj" fmla="val 9091"/>
            </a:avLst>
          </a:prstGeom>
          <a:solidFill>
            <a:schemeClr val="tx2"/>
          </a:solidFill>
          <a:ln/>
        </p:spPr>
      </p:sp>
      <p:sp>
        <p:nvSpPr>
          <p:cNvPr id="6" name="keyline-text"/>
          <p:cNvSpPr txBox="1"/>
          <p:nvPr/>
        </p:nvSpPr>
        <p:spPr>
          <a:xfrm>
            <a:off x="960120" y="4846320"/>
            <a:ext cx="10271455" cy="1005840"/>
          </a:xfrm>
          <a:prstGeom prst="rect">
            <a:avLst/>
          </a:prstGeom>
          <a:noFill/>
          <a:ln/>
        </p:spPr>
        <p:txBody>
          <a:bodyPr wrap="square" lIns="0" tIns="0" rIns="0" bIns="0" rtlCol="0" anchor="ctr"/>
          <a:lstStyle/>
          <a:p>
            <a:pPr indent="0" marL="0">
              <a:buNone/>
            </a:pPr>
            <a:r>
              <a:rPr lang="en-US" sz="3000" b="1" dirty="0">
                <a:solidFill>
                  <a:schemeClr val="accent6"/>
                </a:solidFill>
                <a:latin typeface="맑은 고딕" pitchFamily="34" charset="0"/>
                <a:ea typeface="맑은 고딕" pitchFamily="34" charset="-122"/>
                <a:cs typeface="맑은 고딕" pitchFamily="34" charset="-120"/>
              </a:rPr>
              <a:t>물 그 자체를 새롭게 창조하신 것입니다</a:t>
            </a:r>
            <a:endParaRPr lang="en-US" sz="3000" dirty="0"/>
          </a:p>
        </p:txBody>
      </p:sp>
      <p:sp>
        <p:nvSpPr>
          <p:cNvPr id="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변화는 순식간이고, 완전합니다</a:t>
            </a:r>
            <a:endParaRPr lang="en-US" sz="4000" dirty="0"/>
          </a:p>
        </p:txBody>
      </p:sp>
      <p:sp>
        <p:nvSpPr>
          <p:cNvPr id="3" name="stmt-text"/>
          <p:cNvSpPr txBox="1"/>
          <p:nvPr/>
        </p:nvSpPr>
        <p:spPr>
          <a:xfrm>
            <a:off x="685800" y="1828800"/>
            <a:ext cx="10820095" cy="578612"/>
          </a:xfrm>
          <a:prstGeom prst="rect">
            <a:avLst/>
          </a:prstGeom>
          <a:noFill/>
          <a:ln/>
        </p:spPr>
        <p:txBody>
          <a:bodyPr wrap="square" lIns="0" tIns="0" rIns="0" bIns="0" rtlCol="0" anchor="t"/>
          <a:lstStyle/>
          <a:p>
            <a:pPr algn="l" indent="0" marL="0">
              <a:lnSpc>
                <a:spcPct val="134000"/>
              </a:lnSpc>
              <a:buNone/>
            </a:pPr>
            <a:r>
              <a:rPr lang="en-US" sz="3400" b="1" dirty="0">
                <a:solidFill>
                  <a:schemeClr val="tx1"/>
                </a:solidFill>
                <a:latin typeface="맑은 고딕" pitchFamily="34" charset="0"/>
                <a:ea typeface="맑은 고딕" pitchFamily="34" charset="-122"/>
                <a:cs typeface="맑은 고딕" pitchFamily="34" charset="-120"/>
              </a:rPr>
              <a:t>“저 사람은 절대 안 변해”</a:t>
            </a:r>
            <a:endParaRPr lang="en-US" sz="3400" dirty="0"/>
          </a:p>
        </p:txBody>
      </p:sp>
      <p:sp>
        <p:nvSpPr>
          <p:cNvPr id="4" name="stmt-sub"/>
          <p:cNvSpPr txBox="1"/>
          <p:nvPr/>
        </p:nvSpPr>
        <p:spPr>
          <a:xfrm>
            <a:off x="685800" y="2608580"/>
            <a:ext cx="10820095" cy="628701"/>
          </a:xfrm>
          <a:prstGeom prst="rect">
            <a:avLst/>
          </a:prstGeom>
          <a:noFill/>
          <a:ln/>
        </p:spPr>
        <p:txBody>
          <a:bodyPr wrap="square" lIns="0" tIns="0" rIns="0" bIns="0" rtlCol="0" anchor="t"/>
          <a:lstStyle/>
          <a:p>
            <a:pPr algn="l" indent="0" marL="0">
              <a:lnSpc>
                <a:spcPct val="130000"/>
              </a:lnSpc>
              <a:buNone/>
            </a:pPr>
            <a:r>
              <a:rPr lang="en-US" sz="1900" dirty="0">
                <a:solidFill>
                  <a:schemeClr val="accent3"/>
                </a:solidFill>
                <a:latin typeface="맑은 고딕" pitchFamily="34" charset="0"/>
                <a:ea typeface="맑은 고딕" pitchFamily="34" charset="-122"/>
                <a:cs typeface="맑은 고딕" pitchFamily="34" charset="-120"/>
              </a:rPr>
              <a:t>— 매우 인간적인 생각이고,</a:t>
            </a:r>
            <a:endParaRPr lang="en-US" sz="1900" dirty="0"/>
          </a:p>
          <a:p>
            <a:pPr algn="l" indent="0" marL="0">
              <a:lnSpc>
                <a:spcPct val="130000"/>
              </a:lnSpc>
              <a:buNone/>
            </a:pPr>
            <a:r>
              <a:rPr lang="en-US" sz="1900" dirty="0">
                <a:solidFill>
                  <a:schemeClr val="accent3"/>
                </a:solidFill>
                <a:latin typeface="맑은 고딕" pitchFamily="34" charset="0"/>
                <a:ea typeface="맑은 고딕" pitchFamily="34" charset="-122"/>
                <a:cs typeface="맑은 고딕" pitchFamily="34" charset="-120"/>
              </a:rPr>
              <a:t>성경과 예수님의 능력에 반하는 생각입니다.</a:t>
            </a:r>
            <a:endParaRPr lang="en-US" sz="1900" dirty="0"/>
          </a:p>
        </p:txBody>
      </p:sp>
      <p:sp>
        <p:nvSpPr>
          <p:cNvPr id="5" name="keyline"/>
          <p:cNvSpPr/>
          <p:nvPr/>
        </p:nvSpPr>
        <p:spPr>
          <a:xfrm>
            <a:off x="685800" y="4663440"/>
            <a:ext cx="10820095" cy="1280160"/>
          </a:xfrm>
          <a:prstGeom prst="roundRect">
            <a:avLst>
              <a:gd name="adj" fmla="val 7143"/>
            </a:avLst>
          </a:prstGeom>
          <a:solidFill>
            <a:schemeClr val="tx2"/>
          </a:solidFill>
          <a:ln/>
        </p:spPr>
      </p:sp>
      <p:sp>
        <p:nvSpPr>
          <p:cNvPr id="6" name="keyline-text"/>
          <p:cNvSpPr txBox="1"/>
          <p:nvPr/>
        </p:nvSpPr>
        <p:spPr>
          <a:xfrm>
            <a:off x="960120" y="4663440"/>
            <a:ext cx="10271455" cy="1280160"/>
          </a:xfrm>
          <a:prstGeom prst="rect">
            <a:avLst/>
          </a:prstGeom>
          <a:noFill/>
          <a:ln/>
        </p:spPr>
        <p:txBody>
          <a:bodyPr wrap="square" lIns="0" tIns="0" rIns="0" bIns="0" rtlCol="0" anchor="ctr"/>
          <a:lstStyle/>
          <a:p>
            <a:pPr indent="0" marL="0">
              <a:buNone/>
            </a:pPr>
            <a:r>
              <a:rPr lang="en-US" sz="3000" b="1" dirty="0">
                <a:solidFill>
                  <a:schemeClr val="accent6"/>
                </a:solidFill>
                <a:latin typeface="맑은 고딕" pitchFamily="34" charset="0"/>
                <a:ea typeface="맑은 고딕" pitchFamily="34" charset="-122"/>
                <a:cs typeface="맑은 고딕" pitchFamily="34" charset="-120"/>
              </a:rPr>
              <a:t>물을 포도주로 바꾸신 분이</a:t>
            </a:r>
            <a:endParaRPr lang="en-US" sz="3000" dirty="0"/>
          </a:p>
          <a:p>
            <a:pPr indent="0" marL="0">
              <a:buNone/>
            </a:pPr>
            <a:r>
              <a:rPr lang="en-US" sz="3000" b="1" dirty="0">
                <a:solidFill>
                  <a:schemeClr val="accent6"/>
                </a:solidFill>
                <a:latin typeface="맑은 고딕" pitchFamily="34" charset="0"/>
                <a:ea typeface="맑은 고딕" pitchFamily="34" charset="-122"/>
                <a:cs typeface="맑은 고딕" pitchFamily="34" charset="-120"/>
              </a:rPr>
              <a:t>사람의 근본도 바꾸십니다</a:t>
            </a:r>
            <a:endParaRPr lang="en-US" sz="3000" dirty="0"/>
          </a:p>
        </p:txBody>
      </p:sp>
      <p:sp>
        <p:nvSpPr>
          <p:cNvPr id="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기도하는 집이 장사하는 집이 되었습니다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29~31</a:t>
            </a:r>
            <a:endParaRPr lang="en-US" sz="1700" dirty="0"/>
          </a:p>
        </p:txBody>
      </p:sp>
      <p:sp>
        <p:nvSpPr>
          <p:cNvPr id="4" name="rows-0-head"/>
          <p:cNvSpPr txBox="1"/>
          <p:nvPr/>
        </p:nvSpPr>
        <p:spPr>
          <a:xfrm>
            <a:off x="685800" y="1883664"/>
            <a:ext cx="1082009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제물 판매</a:t>
            </a:r>
            <a:endParaRPr lang="en-US" sz="2600" dirty="0"/>
          </a:p>
        </p:txBody>
      </p:sp>
      <p:sp>
        <p:nvSpPr>
          <p:cNvPr id="5" name="rows-0-body"/>
          <p:cNvSpPr txBox="1"/>
          <p:nvPr/>
        </p:nvSpPr>
        <p:spPr>
          <a:xfrm>
            <a:off x="685800" y="2372868"/>
            <a:ext cx="1082009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멀리서 온 사람들을 위한 편의가, 흠 잡아 싸게 사고 비싸게 파는 장사가 됨</a:t>
            </a:r>
            <a:endParaRPr lang="en-US" sz="1900" dirty="0"/>
          </a:p>
        </p:txBody>
      </p:sp>
      <p:sp>
        <p:nvSpPr>
          <p:cNvPr id="6" name="rows-0-rule"/>
          <p:cNvSpPr/>
          <p:nvPr/>
        </p:nvSpPr>
        <p:spPr>
          <a:xfrm>
            <a:off x="685800" y="2823210"/>
            <a:ext cx="10820095" cy="10973"/>
          </a:xfrm>
          <a:prstGeom prst="rect">
            <a:avLst/>
          </a:prstGeom>
          <a:solidFill>
            <a:srgbClr val="E4E9EE"/>
          </a:solidFill>
          <a:ln/>
        </p:spPr>
      </p:sp>
      <p:sp>
        <p:nvSpPr>
          <p:cNvPr id="7" name="rows-1-head"/>
          <p:cNvSpPr txBox="1"/>
          <p:nvPr/>
        </p:nvSpPr>
        <p:spPr>
          <a:xfrm>
            <a:off x="685800" y="3006090"/>
            <a:ext cx="1082009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환전상</a:t>
            </a:r>
            <a:endParaRPr lang="en-US" sz="2600" dirty="0"/>
          </a:p>
        </p:txBody>
      </p:sp>
      <p:sp>
        <p:nvSpPr>
          <p:cNvPr id="8" name="rows-1-body"/>
          <p:cNvSpPr txBox="1"/>
          <p:nvPr/>
        </p:nvSpPr>
        <p:spPr>
          <a:xfrm>
            <a:off x="685800" y="3495294"/>
            <a:ext cx="1082009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로마 화폐로는 헌금할 수 없어 유대 화폐로 바꾸며 높은 수수료를 챙김</a:t>
            </a:r>
            <a:endParaRPr lang="en-US" sz="1900" dirty="0"/>
          </a:p>
        </p:txBody>
      </p:sp>
      <p:sp>
        <p:nvSpPr>
          <p:cNvPr id="9" name="rows-1-rule"/>
          <p:cNvSpPr/>
          <p:nvPr/>
        </p:nvSpPr>
        <p:spPr>
          <a:xfrm>
            <a:off x="685800" y="3945636"/>
            <a:ext cx="10820095" cy="10973"/>
          </a:xfrm>
          <a:prstGeom prst="rect">
            <a:avLst/>
          </a:prstGeom>
          <a:solidFill>
            <a:srgbClr val="E4E9EE"/>
          </a:solidFill>
          <a:ln/>
        </p:spPr>
      </p:sp>
      <p:sp>
        <p:nvSpPr>
          <p:cNvPr id="10" name="rows-2-head"/>
          <p:cNvSpPr txBox="1"/>
          <p:nvPr/>
        </p:nvSpPr>
        <p:spPr>
          <a:xfrm>
            <a:off x="685800" y="4128516"/>
            <a:ext cx="1082009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제사장들</a:t>
            </a:r>
            <a:endParaRPr lang="en-US" sz="2600" dirty="0"/>
          </a:p>
        </p:txBody>
      </p:sp>
      <p:sp>
        <p:nvSpPr>
          <p:cNvPr id="11" name="rows-2-body"/>
          <p:cNvSpPr txBox="1"/>
          <p:nvPr/>
        </p:nvSpPr>
        <p:spPr>
          <a:xfrm>
            <a:off x="685800" y="4617720"/>
            <a:ext cx="1082009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이 상행위가 제사장들의 허락과 관리 아래 이루어지며 큰 부를 누림</a:t>
            </a:r>
            <a:endParaRPr lang="en-US" sz="1900" dirty="0"/>
          </a:p>
        </p:txBody>
      </p:sp>
      <p:sp>
        <p:nvSpPr>
          <p:cNvPr id="12" name="keyline"/>
          <p:cNvSpPr/>
          <p:nvPr/>
        </p:nvSpPr>
        <p:spPr>
          <a:xfrm>
            <a:off x="685800" y="5342382"/>
            <a:ext cx="10820095" cy="914400"/>
          </a:xfrm>
          <a:prstGeom prst="roundRect">
            <a:avLst>
              <a:gd name="adj" fmla="val 10000"/>
            </a:avLst>
          </a:prstGeom>
          <a:solidFill>
            <a:schemeClr val="tx2"/>
          </a:solidFill>
          <a:ln/>
        </p:spPr>
      </p:sp>
      <p:sp>
        <p:nvSpPr>
          <p:cNvPr id="13" name="keyline-text"/>
          <p:cNvSpPr txBox="1"/>
          <p:nvPr/>
        </p:nvSpPr>
        <p:spPr>
          <a:xfrm>
            <a:off x="960120" y="5342382"/>
            <a:ext cx="10271455" cy="914400"/>
          </a:xfrm>
          <a:prstGeom prst="rect">
            <a:avLst/>
          </a:prstGeom>
          <a:noFill/>
          <a:ln/>
        </p:spPr>
        <p:txBody>
          <a:bodyPr wrap="square" lIns="0" tIns="0" rIns="0" bIns="0" rtlCol="0" anchor="ctr"/>
          <a:lstStyle/>
          <a:p>
            <a:pPr indent="0" marL="0">
              <a:buNone/>
            </a:pPr>
            <a:r>
              <a:rPr lang="en-US" sz="2700" b="1" dirty="0">
                <a:solidFill>
                  <a:schemeClr val="accent6"/>
                </a:solidFill>
                <a:latin typeface="맑은 고딕" pitchFamily="34" charset="0"/>
                <a:ea typeface="맑은 고딕" pitchFamily="34" charset="-122"/>
                <a:cs typeface="맑은 고딕" pitchFamily="34" charset="-120"/>
              </a:rPr>
              <a:t>“내 아버지의 집으로 장사하는 집을 만들지 말라”</a:t>
            </a:r>
            <a:endParaRPr lang="en-US" sz="2700" dirty="0"/>
          </a:p>
        </p:txBody>
      </p:sp>
      <p:sp>
        <p:nvSpPr>
          <p:cNvPr id="15"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이제 성전은 당신입니다</a:t>
            </a:r>
            <a:endParaRPr lang="en-US" sz="4000" dirty="0"/>
          </a:p>
        </p:txBody>
      </p:sp>
      <p:sp>
        <p:nvSpPr>
          <p:cNvPr id="3" name="scripture-text"/>
          <p:cNvSpPr txBox="1"/>
          <p:nvPr/>
        </p:nvSpPr>
        <p:spPr>
          <a:xfrm>
            <a:off x="685800" y="1828800"/>
            <a:ext cx="10789920" cy="1737360"/>
          </a:xfrm>
          <a:prstGeom prst="rect">
            <a:avLst/>
          </a:prstGeom>
          <a:noFill/>
          <a:ln/>
        </p:spPr>
        <p:txBody>
          <a:bodyPr wrap="square" lIns="0" tIns="0" rIns="0" bIns="0" rtlCol="0" anchor="t"/>
          <a:lstStyle/>
          <a:p>
            <a:pPr indent="0" marL="0">
              <a:lnSpc>
                <a:spcPct val="142000"/>
              </a:lnSpc>
              <a:buNone/>
            </a:pPr>
            <a:r>
              <a:rPr lang="en-US" sz="2800" i="1" dirty="0">
                <a:solidFill>
                  <a:schemeClr val="bg1"/>
                </a:solidFill>
                <a:latin typeface="맑은 고딕" pitchFamily="34" charset="0"/>
                <a:ea typeface="맑은 고딕" pitchFamily="34" charset="-122"/>
                <a:cs typeface="맑은 고딕" pitchFamily="34" charset="-120"/>
              </a:rPr>
              <a:t>“너희는 너희가 하나님의 성전인 것과 하나님의 성령이 너희 안에 계시는 것을 알지 못하느냐”</a:t>
            </a:r>
            <a:endParaRPr lang="en-US" sz="2800" dirty="0"/>
          </a:p>
        </p:txBody>
      </p:sp>
      <p:sp>
        <p:nvSpPr>
          <p:cNvPr id="4" name="scripture-ref"/>
          <p:cNvSpPr txBox="1"/>
          <p:nvPr/>
        </p:nvSpPr>
        <p:spPr>
          <a:xfrm>
            <a:off x="685800" y="3621024"/>
            <a:ext cx="10789920" cy="365760"/>
          </a:xfrm>
          <a:prstGeom prst="rect">
            <a:avLst/>
          </a:prstGeom>
          <a:noFill/>
          <a:ln/>
        </p:spPr>
        <p:txBody>
          <a:bodyPr wrap="square" lIns="0" tIns="0" rIns="0" bIns="0" rtlCol="0" anchor="ctr"/>
          <a:lstStyle/>
          <a:p>
            <a:pPr indent="0" marL="0">
              <a:buNone/>
            </a:pPr>
            <a:r>
              <a:rPr lang="en-US" sz="1500" b="1" dirty="0">
                <a:solidFill>
                  <a:schemeClr val="accent1"/>
                </a:solidFill>
                <a:latin typeface="맑은 고딕" pitchFamily="34" charset="0"/>
                <a:ea typeface="맑은 고딕" pitchFamily="34" charset="-122"/>
                <a:cs typeface="맑은 고딕" pitchFamily="34" charset="-120"/>
              </a:rPr>
              <a:t>고린도전서 3:16</a:t>
            </a:r>
            <a:endParaRPr lang="en-US" sz="1500" dirty="0"/>
          </a:p>
        </p:txBody>
      </p:sp>
      <p:sp>
        <p:nvSpPr>
          <p:cNvPr id="5" name="keyline"/>
          <p:cNvSpPr/>
          <p:nvPr/>
        </p:nvSpPr>
        <p:spPr>
          <a:xfrm>
            <a:off x="685800" y="4754880"/>
            <a:ext cx="10820095" cy="1097280"/>
          </a:xfrm>
          <a:prstGeom prst="roundRect">
            <a:avLst>
              <a:gd name="adj" fmla="val 8333"/>
            </a:avLst>
          </a:prstGeom>
          <a:solidFill>
            <a:schemeClr val="tx2"/>
          </a:solidFill>
          <a:ln/>
        </p:spPr>
      </p:sp>
      <p:sp>
        <p:nvSpPr>
          <p:cNvPr id="6" name="keyline-text"/>
          <p:cNvSpPr txBox="1"/>
          <p:nvPr/>
        </p:nvSpPr>
        <p:spPr>
          <a:xfrm>
            <a:off x="960120" y="4754880"/>
            <a:ext cx="10271455" cy="1097280"/>
          </a:xfrm>
          <a:prstGeom prst="rect">
            <a:avLst/>
          </a:prstGeom>
          <a:noFill/>
          <a:ln/>
        </p:spPr>
        <p:txBody>
          <a:bodyPr wrap="square" lIns="0" tIns="0" rIns="0" bIns="0" rtlCol="0" anchor="ctr"/>
          <a:lstStyle/>
          <a:p>
            <a:pPr indent="0" marL="0">
              <a:buNone/>
            </a:pPr>
            <a:r>
              <a:rPr lang="en-US" sz="2500" b="1" dirty="0">
                <a:solidFill>
                  <a:schemeClr val="accent6"/>
                </a:solidFill>
                <a:latin typeface="맑은 고딕" pitchFamily="34" charset="0"/>
                <a:ea typeface="맑은 고딕" pitchFamily="34" charset="-122"/>
                <a:cs typeface="맑은 고딕" pitchFamily="34" charset="-120"/>
              </a:rPr>
              <a:t>허물라, 사흘 만에 일으키리라</a:t>
            </a:r>
            <a:endParaRPr lang="en-US" sz="2500" dirty="0"/>
          </a:p>
          <a:p>
            <a:pPr indent="0" marL="0">
              <a:buNone/>
            </a:pPr>
            <a:r>
              <a:rPr lang="en-US" sz="2500" b="1" dirty="0">
                <a:solidFill>
                  <a:schemeClr val="accent6"/>
                </a:solidFill>
                <a:latin typeface="맑은 고딕" pitchFamily="34" charset="0"/>
                <a:ea typeface="맑은 고딕" pitchFamily="34" charset="-122"/>
                <a:cs typeface="맑은 고딕" pitchFamily="34" charset="-120"/>
              </a:rPr>
              <a:t>— 예수님은 자기 육체를 가리켜 말씀하셨습니다</a:t>
            </a:r>
            <a:endParaRPr lang="en-US" sz="2500" dirty="0"/>
          </a:p>
        </p:txBody>
      </p:sp>
      <p:sp>
        <p:nvSpPr>
          <p:cNvPr id="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960120" y="2011680"/>
            <a:ext cx="2011680" cy="1005840"/>
          </a:xfrm>
          <a:prstGeom prst="rect">
            <a:avLst/>
          </a:prstGeom>
          <a:noFill/>
          <a:ln/>
        </p:spPr>
        <p:txBody>
          <a:bodyPr wrap="square" lIns="0" tIns="0" rIns="0" bIns="0" rtlCol="0"/>
          <a:lstStyle/>
          <a:p>
            <a:pPr algn="l" indent="0" marL="0">
              <a:buNone/>
            </a:pPr>
            <a:r>
              <a:rPr lang="en-US" sz="7200" b="1" dirty="0">
                <a:solidFill>
                  <a:schemeClr val="accent5"/>
                </a:solidFill>
                <a:latin typeface="맑은 고딕" pitchFamily="34" charset="0"/>
                <a:ea typeface="맑은 고딕" pitchFamily="34" charset="-122"/>
                <a:cs typeface="맑은 고딕" pitchFamily="34" charset="-120"/>
              </a:rPr>
              <a:t>04</a:t>
            </a:r>
            <a:endParaRPr lang="en-US" sz="7200" dirty="0"/>
          </a:p>
        </p:txBody>
      </p:sp>
      <p:sp>
        <p:nvSpPr>
          <p:cNvPr id="3" name="Text 0"/>
          <p:cNvSpPr/>
          <p:nvPr>
            <p:ph idx="101" type="title" hasCustomPrompt="1"/>
          </p:nvPr>
        </p:nvSpPr>
        <p:spPr>
          <a:xfrm>
            <a:off x="960120" y="3127248"/>
            <a:ext cx="9875520" cy="1005840"/>
          </a:xfrm>
          <a:prstGeom prst="rect">
            <a:avLst/>
          </a:prstGeom>
          <a:noFill/>
          <a:ln/>
        </p:spPr>
        <p:txBody>
          <a:bodyPr wrap="square" lIns="0" tIns="0" rIns="0" bIns="0" rtlCol="0" anchor="t"/>
          <a:lstStyle/>
          <a:p>
            <a:pPr algn="l" indent="0" marL="0">
              <a:buNone/>
            </a:pPr>
            <a:r>
              <a:rPr lang="en-US" sz="4600" b="1" dirty="0">
                <a:solidFill>
                  <a:schemeClr val="bg1"/>
                </a:solidFill>
                <a:latin typeface="맑은 고딕" pitchFamily="34" charset="0"/>
                <a:ea typeface="맑은 고딕" pitchFamily="34" charset="-122"/>
                <a:cs typeface="맑은 고딕" pitchFamily="34" charset="-120"/>
              </a:rPr>
              <a:t>니고데모에게 드러난 영광</a:t>
            </a:r>
            <a:endParaRPr lang="en-US" sz="4600" dirty="0"/>
          </a:p>
        </p:txBody>
      </p:sp>
      <p:sp>
        <p:nvSpPr>
          <p:cNvPr id="4" name="Text 0"/>
          <p:cNvSpPr/>
          <p:nvPr>
            <p:ph idx="102" type="body" hasCustomPrompt="1"/>
          </p:nvPr>
        </p:nvSpPr>
        <p:spPr>
          <a:xfrm>
            <a:off x="1005840" y="4206240"/>
            <a:ext cx="9144000" cy="822960"/>
          </a:xfrm>
          <a:prstGeom prst="rect">
            <a:avLst/>
          </a:prstGeom>
          <a:noFill/>
          <a:ln/>
        </p:spPr>
        <p:txBody>
          <a:bodyPr wrap="square" lIns="0" tIns="0" rIns="0" bIns="0" rtlCol="0"/>
          <a:lstStyle/>
          <a:p>
            <a:pPr indent="0" marL="0">
              <a:buNone/>
            </a:pPr>
            <a:r>
              <a:rPr lang="en-US" sz="1900" dirty="0">
                <a:solidFill>
                  <a:schemeClr val="accent6"/>
                </a:solidFill>
                <a:latin typeface="맑은 고딕" pitchFamily="34" charset="0"/>
                <a:ea typeface="맑은 고딕" pitchFamily="34" charset="-122"/>
                <a:cs typeface="맑은 고딕" pitchFamily="34" charset="-120"/>
              </a:rPr>
              <a:t>거듭남과 믿음   ·   요한복음 3장</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밤에 찾아온 지도자</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32~33</a:t>
            </a:r>
            <a:endParaRPr lang="en-US" sz="1700" dirty="0"/>
          </a:p>
        </p:txBody>
      </p:sp>
      <p:sp>
        <p:nvSpPr>
          <p:cNvPr id="4" name="rows-0-tag"/>
          <p:cNvSpPr txBox="1"/>
          <p:nvPr/>
        </p:nvSpPr>
        <p:spPr>
          <a:xfrm>
            <a:off x="685800" y="1883664"/>
            <a:ext cx="155448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왜 왔나</a:t>
            </a:r>
            <a:endParaRPr lang="en-US" sz="2600" dirty="0"/>
          </a:p>
        </p:txBody>
      </p:sp>
      <p:sp>
        <p:nvSpPr>
          <p:cNvPr id="5" name="rows-0-head"/>
          <p:cNvSpPr txBox="1"/>
          <p:nvPr/>
        </p:nvSpPr>
        <p:spPr>
          <a:xfrm>
            <a:off x="2423160" y="1883664"/>
            <a:ext cx="908273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표적을 보았기 때문</a:t>
            </a:r>
            <a:endParaRPr lang="en-US" sz="2600" dirty="0"/>
          </a:p>
        </p:txBody>
      </p:sp>
      <p:sp>
        <p:nvSpPr>
          <p:cNvPr id="6" name="rows-0-body"/>
          <p:cNvSpPr txBox="1"/>
          <p:nvPr/>
        </p:nvSpPr>
        <p:spPr>
          <a:xfrm>
            <a:off x="2423160" y="2372868"/>
            <a:ext cx="908273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“하나님이 함께 하시지 아니하시면 아무도 할 수 없음이니이다”</a:t>
            </a:r>
            <a:endParaRPr lang="en-US" sz="1800" dirty="0"/>
          </a:p>
        </p:txBody>
      </p:sp>
      <p:sp>
        <p:nvSpPr>
          <p:cNvPr id="7" name="rows-0-rule"/>
          <p:cNvSpPr/>
          <p:nvPr/>
        </p:nvSpPr>
        <p:spPr>
          <a:xfrm>
            <a:off x="685800" y="2807208"/>
            <a:ext cx="10820095" cy="10973"/>
          </a:xfrm>
          <a:prstGeom prst="rect">
            <a:avLst/>
          </a:prstGeom>
          <a:solidFill>
            <a:srgbClr val="E4E9EE"/>
          </a:solidFill>
          <a:ln/>
        </p:spPr>
      </p:sp>
      <p:sp>
        <p:nvSpPr>
          <p:cNvPr id="8" name="rows-1-tag"/>
          <p:cNvSpPr txBox="1"/>
          <p:nvPr/>
        </p:nvSpPr>
        <p:spPr>
          <a:xfrm>
            <a:off x="685800" y="2990088"/>
            <a:ext cx="155448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왜 밤에</a:t>
            </a:r>
            <a:endParaRPr lang="en-US" sz="2600" dirty="0"/>
          </a:p>
        </p:txBody>
      </p:sp>
      <p:sp>
        <p:nvSpPr>
          <p:cNvPr id="9" name="rows-1-head"/>
          <p:cNvSpPr txBox="1"/>
          <p:nvPr/>
        </p:nvSpPr>
        <p:spPr>
          <a:xfrm>
            <a:off x="2423160" y="2990088"/>
            <a:ext cx="908273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유대인의 지도자였기 때문</a:t>
            </a:r>
            <a:endParaRPr lang="en-US" sz="2600" dirty="0"/>
          </a:p>
        </p:txBody>
      </p:sp>
      <p:sp>
        <p:nvSpPr>
          <p:cNvPr id="10" name="rows-1-body"/>
          <p:cNvSpPr txBox="1"/>
          <p:nvPr/>
        </p:nvSpPr>
        <p:spPr>
          <a:xfrm>
            <a:off x="2423160" y="3479292"/>
            <a:ext cx="908273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낮에 오기에는 눈치가 보였습니다</a:t>
            </a:r>
            <a:endParaRPr lang="en-US" sz="1800" dirty="0"/>
          </a:p>
        </p:txBody>
      </p:sp>
      <p:sp>
        <p:nvSpPr>
          <p:cNvPr id="11" name="rows-1-rule"/>
          <p:cNvSpPr/>
          <p:nvPr/>
        </p:nvSpPr>
        <p:spPr>
          <a:xfrm>
            <a:off x="685800" y="3913632"/>
            <a:ext cx="10820095" cy="10973"/>
          </a:xfrm>
          <a:prstGeom prst="rect">
            <a:avLst/>
          </a:prstGeom>
          <a:solidFill>
            <a:srgbClr val="E4E9EE"/>
          </a:solidFill>
          <a:ln/>
        </p:spPr>
      </p:sp>
      <p:sp>
        <p:nvSpPr>
          <p:cNvPr id="12" name="rows-2-tag"/>
          <p:cNvSpPr txBox="1"/>
          <p:nvPr/>
        </p:nvSpPr>
        <p:spPr>
          <a:xfrm>
            <a:off x="685800" y="4096512"/>
            <a:ext cx="155448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반응</a:t>
            </a:r>
            <a:endParaRPr lang="en-US" sz="2600" dirty="0"/>
          </a:p>
        </p:txBody>
      </p:sp>
      <p:sp>
        <p:nvSpPr>
          <p:cNvPr id="13" name="rows-2-head"/>
          <p:cNvSpPr txBox="1"/>
          <p:nvPr/>
        </p:nvSpPr>
        <p:spPr>
          <a:xfrm>
            <a:off x="2423160" y="4096512"/>
            <a:ext cx="908273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혼돈스러움</a:t>
            </a:r>
            <a:endParaRPr lang="en-US" sz="2600" dirty="0"/>
          </a:p>
        </p:txBody>
      </p:sp>
      <p:sp>
        <p:nvSpPr>
          <p:cNvPr id="14" name="rows-2-body"/>
          <p:cNvSpPr txBox="1"/>
          <p:nvPr/>
        </p:nvSpPr>
        <p:spPr>
          <a:xfrm>
            <a:off x="2423160" y="4585716"/>
            <a:ext cx="9082735" cy="288036"/>
          </a:xfrm>
          <a:prstGeom prst="rect">
            <a:avLst/>
          </a:prstGeom>
          <a:noFill/>
          <a:ln/>
        </p:spPr>
        <p:txBody>
          <a:bodyPr wrap="square" lIns="0" tIns="0" rIns="0" bIns="0" rtlCol="0" anchor="t"/>
          <a:lstStyle/>
          <a:p>
            <a:pPr indent="0" marL="0">
              <a:lnSpc>
                <a:spcPct val="126000"/>
              </a:lnSpc>
              <a:buNone/>
            </a:pPr>
            <a:r>
              <a:rPr lang="en-US" sz="1800" dirty="0">
                <a:solidFill>
                  <a:schemeClr val="accent3"/>
                </a:solidFill>
                <a:latin typeface="맑은 고딕" pitchFamily="34" charset="0"/>
                <a:ea typeface="맑은 고딕" pitchFamily="34" charset="-122"/>
                <a:cs typeface="맑은 고딕" pitchFamily="34" charset="-120"/>
              </a:rPr>
              <a:t>“두 번째 모태에 들어갔다가 날 수 있사옵나이까”</a:t>
            </a:r>
            <a:endParaRPr lang="en-US" sz="1800" dirty="0"/>
          </a:p>
        </p:txBody>
      </p:sp>
      <p:sp>
        <p:nvSpPr>
          <p:cNvPr id="15" name="keyline"/>
          <p:cNvSpPr/>
          <p:nvPr/>
        </p:nvSpPr>
        <p:spPr>
          <a:xfrm>
            <a:off x="685800" y="5294376"/>
            <a:ext cx="10820095" cy="822960"/>
          </a:xfrm>
          <a:prstGeom prst="roundRect">
            <a:avLst>
              <a:gd name="adj" fmla="val 11111"/>
            </a:avLst>
          </a:prstGeom>
          <a:solidFill>
            <a:schemeClr val="tx2"/>
          </a:solidFill>
          <a:ln/>
        </p:spPr>
      </p:sp>
      <p:sp>
        <p:nvSpPr>
          <p:cNvPr id="16" name="keyline-text"/>
          <p:cNvSpPr txBox="1"/>
          <p:nvPr/>
        </p:nvSpPr>
        <p:spPr>
          <a:xfrm>
            <a:off x="960120" y="5294376"/>
            <a:ext cx="10271455" cy="822960"/>
          </a:xfrm>
          <a:prstGeom prst="rect">
            <a:avLst/>
          </a:prstGeom>
          <a:noFill/>
          <a:ln/>
        </p:spPr>
        <p:txBody>
          <a:bodyPr wrap="square" lIns="0" tIns="0" rIns="0" bIns="0" rtlCol="0" anchor="ctr"/>
          <a:lstStyle/>
          <a:p>
            <a:pPr indent="0" marL="0">
              <a:buNone/>
            </a:pPr>
            <a:r>
              <a:rPr lang="en-US" sz="2500" b="1" dirty="0">
                <a:solidFill>
                  <a:schemeClr val="accent6"/>
                </a:solidFill>
                <a:latin typeface="맑은 고딕" pitchFamily="34" charset="0"/>
                <a:ea typeface="맑은 고딕" pitchFamily="34" charset="-122"/>
                <a:cs typeface="맑은 고딕" pitchFamily="34" charset="-120"/>
              </a:rPr>
              <a:t>영적인 말씀을 육신으로 알아들으면 걸림돌이 됩니다</a:t>
            </a:r>
            <a:endParaRPr lang="en-US" sz="25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물과 성령으로 나지 아니하면</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요 3:5</a:t>
            </a:r>
            <a:endParaRPr lang="en-US" sz="1700" dirty="0"/>
          </a:p>
        </p:txBody>
      </p:sp>
      <p:sp>
        <p:nvSpPr>
          <p:cNvPr id="4" name="lead"/>
          <p:cNvSpPr txBox="1"/>
          <p:nvPr/>
        </p:nvSpPr>
        <p:spPr>
          <a:xfrm>
            <a:off x="685800" y="1572768"/>
            <a:ext cx="10820095" cy="420624"/>
          </a:xfrm>
          <a:prstGeom prst="rect">
            <a:avLst/>
          </a:prstGeom>
          <a:noFill/>
          <a:ln/>
        </p:spPr>
        <p:txBody>
          <a:bodyPr wrap="square" lIns="0" tIns="0" rIns="0" bIns="0" rtlCol="0" anchor="ctr"/>
          <a:lstStyle/>
          <a:p>
            <a:pPr indent="0" marL="0">
              <a:buNone/>
            </a:pPr>
            <a:r>
              <a:rPr lang="en-US" sz="2000" dirty="0">
                <a:solidFill>
                  <a:schemeClr val="accent3"/>
                </a:solidFill>
                <a:latin typeface="맑은 고딕" pitchFamily="34" charset="0"/>
                <a:ea typeface="맑은 고딕" pitchFamily="34" charset="-122"/>
                <a:cs typeface="맑은 고딕" pitchFamily="34" charset="-120"/>
              </a:rPr>
              <a:t>‘물’을 무엇으로 볼 것인가 — 여섯 가지 해석</a:t>
            </a:r>
            <a:endParaRPr lang="en-US" sz="2000" dirty="0"/>
          </a:p>
        </p:txBody>
      </p:sp>
      <p:sp>
        <p:nvSpPr>
          <p:cNvPr id="5" name="wl-0-tag"/>
          <p:cNvSpPr txBox="1"/>
          <p:nvPr/>
        </p:nvSpPr>
        <p:spPr>
          <a:xfrm>
            <a:off x="685800" y="2139696"/>
            <a:ext cx="3657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1</a:t>
            </a:r>
            <a:endParaRPr lang="en-US" sz="2600" dirty="0"/>
          </a:p>
        </p:txBody>
      </p:sp>
      <p:sp>
        <p:nvSpPr>
          <p:cNvPr id="6" name="wl-0-head"/>
          <p:cNvSpPr txBox="1"/>
          <p:nvPr/>
        </p:nvSpPr>
        <p:spPr>
          <a:xfrm>
            <a:off x="1234440" y="2139696"/>
            <a:ext cx="46785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자연적 출생</a:t>
            </a:r>
            <a:endParaRPr lang="en-US" sz="2600" dirty="0"/>
          </a:p>
        </p:txBody>
      </p:sp>
      <p:sp>
        <p:nvSpPr>
          <p:cNvPr id="7" name="wl-0-body"/>
          <p:cNvSpPr txBox="1"/>
          <p:nvPr/>
        </p:nvSpPr>
        <p:spPr>
          <a:xfrm>
            <a:off x="1234440" y="2628900"/>
            <a:ext cx="4678528" cy="272034"/>
          </a:xfrm>
          <a:prstGeom prst="rect">
            <a:avLst/>
          </a:prstGeom>
          <a:noFill/>
          <a:ln/>
        </p:spPr>
        <p:txBody>
          <a:bodyPr wrap="square" lIns="0" tIns="0" rIns="0" bIns="0" rtlCol="0" anchor="t"/>
          <a:lstStyle/>
          <a:p>
            <a:pPr indent="0" marL="0">
              <a:lnSpc>
                <a:spcPct val="126000"/>
              </a:lnSpc>
              <a:buNone/>
            </a:pPr>
            <a:r>
              <a:rPr lang="en-US" sz="1700" dirty="0">
                <a:solidFill>
                  <a:schemeClr val="accent3"/>
                </a:solidFill>
                <a:latin typeface="맑은 고딕" pitchFamily="34" charset="0"/>
                <a:ea typeface="맑은 고딕" pitchFamily="34" charset="-122"/>
                <a:cs typeface="맑은 고딕" pitchFamily="34" charset="-120"/>
              </a:rPr>
              <a:t>육으로 난 것 — 6절의 대구</a:t>
            </a:r>
            <a:endParaRPr lang="en-US" sz="1700" dirty="0"/>
          </a:p>
        </p:txBody>
      </p:sp>
      <p:sp>
        <p:nvSpPr>
          <p:cNvPr id="8" name="wl-0-rule"/>
          <p:cNvSpPr/>
          <p:nvPr/>
        </p:nvSpPr>
        <p:spPr>
          <a:xfrm>
            <a:off x="685800" y="3047238"/>
            <a:ext cx="5227168" cy="10973"/>
          </a:xfrm>
          <a:prstGeom prst="rect">
            <a:avLst/>
          </a:prstGeom>
          <a:solidFill>
            <a:srgbClr val="E4E9EE"/>
          </a:solidFill>
          <a:ln/>
        </p:spPr>
      </p:sp>
      <p:sp>
        <p:nvSpPr>
          <p:cNvPr id="9" name="wl-1-tag"/>
          <p:cNvSpPr txBox="1"/>
          <p:nvPr/>
        </p:nvSpPr>
        <p:spPr>
          <a:xfrm>
            <a:off x="685800" y="3230118"/>
            <a:ext cx="3657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2</a:t>
            </a:r>
            <a:endParaRPr lang="en-US" sz="2600" dirty="0"/>
          </a:p>
        </p:txBody>
      </p:sp>
      <p:sp>
        <p:nvSpPr>
          <p:cNvPr id="10" name="wl-1-head"/>
          <p:cNvSpPr txBox="1"/>
          <p:nvPr/>
        </p:nvSpPr>
        <p:spPr>
          <a:xfrm>
            <a:off x="1234440" y="3230118"/>
            <a:ext cx="46785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성령과 같은 뜻</a:t>
            </a:r>
            <a:endParaRPr lang="en-US" sz="2600" dirty="0"/>
          </a:p>
        </p:txBody>
      </p:sp>
      <p:sp>
        <p:nvSpPr>
          <p:cNvPr id="11" name="wl-1-body"/>
          <p:cNvSpPr txBox="1"/>
          <p:nvPr/>
        </p:nvSpPr>
        <p:spPr>
          <a:xfrm>
            <a:off x="1234440" y="3719322"/>
            <a:ext cx="4678528" cy="272034"/>
          </a:xfrm>
          <a:prstGeom prst="rect">
            <a:avLst/>
          </a:prstGeom>
          <a:noFill/>
          <a:ln/>
        </p:spPr>
        <p:txBody>
          <a:bodyPr wrap="square" lIns="0" tIns="0" rIns="0" bIns="0" rtlCol="0" anchor="t"/>
          <a:lstStyle/>
          <a:p>
            <a:pPr indent="0" marL="0">
              <a:lnSpc>
                <a:spcPct val="126000"/>
              </a:lnSpc>
              <a:buNone/>
            </a:pPr>
            <a:r>
              <a:rPr lang="en-US" sz="1700" dirty="0">
                <a:solidFill>
                  <a:schemeClr val="accent3"/>
                </a:solidFill>
                <a:latin typeface="맑은 고딕" pitchFamily="34" charset="0"/>
                <a:ea typeface="맑은 고딕" pitchFamily="34" charset="-122"/>
                <a:cs typeface="맑은 고딕" pitchFamily="34" charset="-120"/>
              </a:rPr>
              <a:t>물 = 성령, 성결케 하심</a:t>
            </a:r>
            <a:endParaRPr lang="en-US" sz="1700" dirty="0"/>
          </a:p>
        </p:txBody>
      </p:sp>
      <p:sp>
        <p:nvSpPr>
          <p:cNvPr id="12" name="wl-1-rule"/>
          <p:cNvSpPr/>
          <p:nvPr/>
        </p:nvSpPr>
        <p:spPr>
          <a:xfrm>
            <a:off x="685800" y="4137660"/>
            <a:ext cx="5227168" cy="10973"/>
          </a:xfrm>
          <a:prstGeom prst="rect">
            <a:avLst/>
          </a:prstGeom>
          <a:solidFill>
            <a:srgbClr val="E4E9EE"/>
          </a:solidFill>
          <a:ln/>
        </p:spPr>
      </p:sp>
      <p:sp>
        <p:nvSpPr>
          <p:cNvPr id="13" name="wl-2-tag"/>
          <p:cNvSpPr txBox="1"/>
          <p:nvPr/>
        </p:nvSpPr>
        <p:spPr>
          <a:xfrm>
            <a:off x="685800" y="4320540"/>
            <a:ext cx="3657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3</a:t>
            </a:r>
            <a:endParaRPr lang="en-US" sz="2600" dirty="0"/>
          </a:p>
        </p:txBody>
      </p:sp>
      <p:sp>
        <p:nvSpPr>
          <p:cNvPr id="14" name="wl-2-head"/>
          <p:cNvSpPr txBox="1"/>
          <p:nvPr/>
        </p:nvSpPr>
        <p:spPr>
          <a:xfrm>
            <a:off x="1234440" y="4320540"/>
            <a:ext cx="46785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예수님의 보혈</a:t>
            </a:r>
            <a:endParaRPr lang="en-US" sz="2600" dirty="0"/>
          </a:p>
        </p:txBody>
      </p:sp>
      <p:sp>
        <p:nvSpPr>
          <p:cNvPr id="15" name="wl-2-body"/>
          <p:cNvSpPr txBox="1"/>
          <p:nvPr/>
        </p:nvSpPr>
        <p:spPr>
          <a:xfrm>
            <a:off x="1234440" y="4809744"/>
            <a:ext cx="4678528" cy="272034"/>
          </a:xfrm>
          <a:prstGeom prst="rect">
            <a:avLst/>
          </a:prstGeom>
          <a:noFill/>
          <a:ln/>
        </p:spPr>
        <p:txBody>
          <a:bodyPr wrap="square" lIns="0" tIns="0" rIns="0" bIns="0" rtlCol="0" anchor="t"/>
          <a:lstStyle/>
          <a:p>
            <a:pPr indent="0" marL="0">
              <a:lnSpc>
                <a:spcPct val="126000"/>
              </a:lnSpc>
              <a:buNone/>
            </a:pPr>
            <a:r>
              <a:rPr lang="en-US" sz="1700" dirty="0">
                <a:solidFill>
                  <a:schemeClr val="accent3"/>
                </a:solidFill>
                <a:latin typeface="맑은 고딕" pitchFamily="34" charset="0"/>
                <a:ea typeface="맑은 고딕" pitchFamily="34" charset="-122"/>
                <a:cs typeface="맑은 고딕" pitchFamily="34" charset="-120"/>
              </a:rPr>
              <a:t>찬송 184장</a:t>
            </a:r>
            <a:endParaRPr lang="en-US" sz="1700" dirty="0"/>
          </a:p>
        </p:txBody>
      </p:sp>
      <p:sp>
        <p:nvSpPr>
          <p:cNvPr id="16" name="wr-0-tag"/>
          <p:cNvSpPr txBox="1"/>
          <p:nvPr/>
        </p:nvSpPr>
        <p:spPr>
          <a:xfrm>
            <a:off x="6278728" y="2139696"/>
            <a:ext cx="3657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4</a:t>
            </a:r>
            <a:endParaRPr lang="en-US" sz="2600" dirty="0"/>
          </a:p>
        </p:txBody>
      </p:sp>
      <p:sp>
        <p:nvSpPr>
          <p:cNvPr id="17" name="wr-0-head"/>
          <p:cNvSpPr txBox="1"/>
          <p:nvPr/>
        </p:nvSpPr>
        <p:spPr>
          <a:xfrm>
            <a:off x="6827368" y="2139696"/>
            <a:ext cx="46785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물세례</a:t>
            </a:r>
            <a:endParaRPr lang="en-US" sz="2600" dirty="0"/>
          </a:p>
        </p:txBody>
      </p:sp>
      <p:sp>
        <p:nvSpPr>
          <p:cNvPr id="18" name="wr-0-body"/>
          <p:cNvSpPr txBox="1"/>
          <p:nvPr/>
        </p:nvSpPr>
        <p:spPr>
          <a:xfrm>
            <a:off x="6827368" y="2628900"/>
            <a:ext cx="4678528" cy="272034"/>
          </a:xfrm>
          <a:prstGeom prst="rect">
            <a:avLst/>
          </a:prstGeom>
          <a:noFill/>
          <a:ln/>
        </p:spPr>
        <p:txBody>
          <a:bodyPr wrap="square" lIns="0" tIns="0" rIns="0" bIns="0" rtlCol="0" anchor="t"/>
          <a:lstStyle/>
          <a:p>
            <a:pPr indent="0" marL="0">
              <a:lnSpc>
                <a:spcPct val="126000"/>
              </a:lnSpc>
              <a:buNone/>
            </a:pPr>
            <a:r>
              <a:rPr lang="en-US" sz="1700" dirty="0">
                <a:solidFill>
                  <a:schemeClr val="accent3"/>
                </a:solidFill>
                <a:latin typeface="맑은 고딕" pitchFamily="34" charset="0"/>
                <a:ea typeface="맑은 고딕" pitchFamily="34" charset="-122"/>
                <a:cs typeface="맑은 고딕" pitchFamily="34" charset="-120"/>
              </a:rPr>
              <a:t>주의 — 구원의 조건이 되어 버림</a:t>
            </a:r>
            <a:endParaRPr lang="en-US" sz="1700" dirty="0"/>
          </a:p>
        </p:txBody>
      </p:sp>
      <p:sp>
        <p:nvSpPr>
          <p:cNvPr id="19" name="wr-0-rule"/>
          <p:cNvSpPr/>
          <p:nvPr/>
        </p:nvSpPr>
        <p:spPr>
          <a:xfrm>
            <a:off x="6278728" y="3047238"/>
            <a:ext cx="5227168" cy="10973"/>
          </a:xfrm>
          <a:prstGeom prst="rect">
            <a:avLst/>
          </a:prstGeom>
          <a:solidFill>
            <a:srgbClr val="E4E9EE"/>
          </a:solidFill>
          <a:ln/>
        </p:spPr>
      </p:sp>
      <p:sp>
        <p:nvSpPr>
          <p:cNvPr id="20" name="wr-1-tag"/>
          <p:cNvSpPr txBox="1"/>
          <p:nvPr/>
        </p:nvSpPr>
        <p:spPr>
          <a:xfrm>
            <a:off x="6278728" y="3230118"/>
            <a:ext cx="3657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5</a:t>
            </a:r>
            <a:endParaRPr lang="en-US" sz="2600" dirty="0"/>
          </a:p>
        </p:txBody>
      </p:sp>
      <p:sp>
        <p:nvSpPr>
          <p:cNvPr id="21" name="wr-1-head"/>
          <p:cNvSpPr txBox="1"/>
          <p:nvPr/>
        </p:nvSpPr>
        <p:spPr>
          <a:xfrm>
            <a:off x="6827368" y="3230118"/>
            <a:ext cx="46785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회개 · 죄 씻음</a:t>
            </a:r>
            <a:endParaRPr lang="en-US" sz="2600" dirty="0"/>
          </a:p>
        </p:txBody>
      </p:sp>
      <p:sp>
        <p:nvSpPr>
          <p:cNvPr id="22" name="wr-1-body"/>
          <p:cNvSpPr txBox="1"/>
          <p:nvPr/>
        </p:nvSpPr>
        <p:spPr>
          <a:xfrm>
            <a:off x="6827368" y="3719322"/>
            <a:ext cx="4678528" cy="272034"/>
          </a:xfrm>
          <a:prstGeom prst="rect">
            <a:avLst/>
          </a:prstGeom>
          <a:noFill/>
          <a:ln/>
        </p:spPr>
        <p:txBody>
          <a:bodyPr wrap="square" lIns="0" tIns="0" rIns="0" bIns="0" rtlCol="0" anchor="t"/>
          <a:lstStyle/>
          <a:p>
            <a:pPr indent="0" marL="0">
              <a:lnSpc>
                <a:spcPct val="126000"/>
              </a:lnSpc>
              <a:buNone/>
            </a:pPr>
            <a:r>
              <a:rPr lang="en-US" sz="1700" dirty="0">
                <a:solidFill>
                  <a:schemeClr val="accent3"/>
                </a:solidFill>
                <a:latin typeface="맑은 고딕" pitchFamily="34" charset="0"/>
                <a:ea typeface="맑은 고딕" pitchFamily="34" charset="-122"/>
                <a:cs typeface="맑은 고딕" pitchFamily="34" charset="-120"/>
              </a:rPr>
              <a:t>주의 — 율법주의로 흐름</a:t>
            </a:r>
            <a:endParaRPr lang="en-US" sz="1700" dirty="0"/>
          </a:p>
        </p:txBody>
      </p:sp>
      <p:sp>
        <p:nvSpPr>
          <p:cNvPr id="23" name="wr-1-rule"/>
          <p:cNvSpPr/>
          <p:nvPr/>
        </p:nvSpPr>
        <p:spPr>
          <a:xfrm>
            <a:off x="6278728" y="4137660"/>
            <a:ext cx="5227168" cy="10973"/>
          </a:xfrm>
          <a:prstGeom prst="rect">
            <a:avLst/>
          </a:prstGeom>
          <a:solidFill>
            <a:srgbClr val="E4E9EE"/>
          </a:solidFill>
          <a:ln/>
        </p:spPr>
      </p:sp>
      <p:sp>
        <p:nvSpPr>
          <p:cNvPr id="24" name="wr-2-tag"/>
          <p:cNvSpPr txBox="1"/>
          <p:nvPr/>
        </p:nvSpPr>
        <p:spPr>
          <a:xfrm>
            <a:off x="6278728" y="4320540"/>
            <a:ext cx="3657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6</a:t>
            </a:r>
            <a:endParaRPr lang="en-US" sz="2600" dirty="0"/>
          </a:p>
        </p:txBody>
      </p:sp>
      <p:sp>
        <p:nvSpPr>
          <p:cNvPr id="25" name="wr-2-head"/>
          <p:cNvSpPr txBox="1"/>
          <p:nvPr/>
        </p:nvSpPr>
        <p:spPr>
          <a:xfrm>
            <a:off x="6827368" y="4320540"/>
            <a:ext cx="4678528"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말씀</a:t>
            </a:r>
            <a:endParaRPr lang="en-US" sz="2600" dirty="0"/>
          </a:p>
        </p:txBody>
      </p:sp>
      <p:sp>
        <p:nvSpPr>
          <p:cNvPr id="26" name="wr-2-body"/>
          <p:cNvSpPr txBox="1"/>
          <p:nvPr/>
        </p:nvSpPr>
        <p:spPr>
          <a:xfrm>
            <a:off x="6827368" y="4809744"/>
            <a:ext cx="4678528" cy="272034"/>
          </a:xfrm>
          <a:prstGeom prst="rect">
            <a:avLst/>
          </a:prstGeom>
          <a:noFill/>
          <a:ln/>
        </p:spPr>
        <p:txBody>
          <a:bodyPr wrap="square" lIns="0" tIns="0" rIns="0" bIns="0" rtlCol="0" anchor="t"/>
          <a:lstStyle/>
          <a:p>
            <a:pPr indent="0" marL="0">
              <a:lnSpc>
                <a:spcPct val="126000"/>
              </a:lnSpc>
              <a:buNone/>
            </a:pPr>
            <a:r>
              <a:rPr lang="en-US" sz="1700" dirty="0">
                <a:solidFill>
                  <a:schemeClr val="accent3"/>
                </a:solidFill>
                <a:latin typeface="맑은 고딕" pitchFamily="34" charset="0"/>
                <a:ea typeface="맑은 고딕" pitchFamily="34" charset="-122"/>
                <a:cs typeface="맑은 고딕" pitchFamily="34" charset="-120"/>
              </a:rPr>
              <a:t>엡 5:26 · 이단이 즐겨 쓰는 해석</a:t>
            </a:r>
            <a:endParaRPr lang="en-US" sz="1700" dirty="0"/>
          </a:p>
        </p:txBody>
      </p:sp>
      <p:sp>
        <p:nvSpPr>
          <p:cNvPr id="27" name="keyline"/>
          <p:cNvSpPr/>
          <p:nvPr/>
        </p:nvSpPr>
        <p:spPr>
          <a:xfrm>
            <a:off x="685800" y="5502402"/>
            <a:ext cx="10820095" cy="770382"/>
          </a:xfrm>
          <a:prstGeom prst="roundRect">
            <a:avLst>
              <a:gd name="adj" fmla="val 11869"/>
            </a:avLst>
          </a:prstGeom>
          <a:solidFill>
            <a:schemeClr val="tx2"/>
          </a:solidFill>
          <a:ln/>
        </p:spPr>
      </p:sp>
      <p:sp>
        <p:nvSpPr>
          <p:cNvPr id="28" name="keyline-text"/>
          <p:cNvSpPr txBox="1"/>
          <p:nvPr/>
        </p:nvSpPr>
        <p:spPr>
          <a:xfrm>
            <a:off x="960120" y="5502402"/>
            <a:ext cx="10271455" cy="770382"/>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어느 쪽이든 물과 성령은 거듭남에 함께 필수적입니다</a:t>
            </a:r>
            <a:endParaRPr lang="en-US" sz="2600" dirty="0"/>
          </a:p>
        </p:txBody>
      </p:sp>
      <p:sp>
        <p:nvSpPr>
          <p:cNvPr id="30"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바람이 임의로 불매</a:t>
            </a:r>
            <a:endParaRPr lang="en-US" sz="4000" dirty="0"/>
          </a:p>
        </p:txBody>
      </p:sp>
      <p:sp>
        <p:nvSpPr>
          <p:cNvPr id="3" name="stmt-text"/>
          <p:cNvSpPr txBox="1"/>
          <p:nvPr/>
        </p:nvSpPr>
        <p:spPr>
          <a:xfrm>
            <a:off x="685800" y="2011680"/>
            <a:ext cx="10820095" cy="1157224"/>
          </a:xfrm>
          <a:prstGeom prst="rect">
            <a:avLst/>
          </a:prstGeom>
          <a:noFill/>
          <a:ln/>
        </p:spPr>
        <p:txBody>
          <a:bodyPr wrap="square" lIns="0" tIns="0" rIns="0" bIns="0" rtlCol="0" anchor="t"/>
          <a:lstStyle/>
          <a:p>
            <a:pPr algn="l" indent="0" marL="0">
              <a:lnSpc>
                <a:spcPct val="134000"/>
              </a:lnSpc>
              <a:buNone/>
            </a:pPr>
            <a:r>
              <a:rPr lang="en-US" sz="3400" b="1" dirty="0">
                <a:solidFill>
                  <a:schemeClr val="bg1"/>
                </a:solidFill>
                <a:latin typeface="맑은 고딕" pitchFamily="34" charset="0"/>
                <a:ea typeface="맑은 고딕" pitchFamily="34" charset="-122"/>
                <a:cs typeface="맑은 고딕" pitchFamily="34" charset="-120"/>
              </a:rPr>
              <a:t>거듭난 것은 알지만</a:t>
            </a:r>
            <a:endParaRPr lang="en-US" sz="3400" dirty="0"/>
          </a:p>
          <a:p>
            <a:pPr algn="l" indent="0" marL="0">
              <a:lnSpc>
                <a:spcPct val="134000"/>
              </a:lnSpc>
              <a:buNone/>
            </a:pPr>
            <a:r>
              <a:rPr lang="en-US" sz="3400" b="1" dirty="0">
                <a:solidFill>
                  <a:schemeClr val="bg1"/>
                </a:solidFill>
                <a:latin typeface="맑은 고딕" pitchFamily="34" charset="0"/>
                <a:ea typeface="맑은 고딕" pitchFamily="34" charset="-122"/>
                <a:cs typeface="맑은 고딕" pitchFamily="34" charset="-120"/>
              </a:rPr>
              <a:t>어떻게 그렇게 되었는지는 모릅니다</a:t>
            </a:r>
            <a:endParaRPr lang="en-US" sz="3400" dirty="0"/>
          </a:p>
        </p:txBody>
      </p:sp>
      <p:sp>
        <p:nvSpPr>
          <p:cNvPr id="4" name="stmt-sub"/>
          <p:cNvSpPr txBox="1"/>
          <p:nvPr/>
        </p:nvSpPr>
        <p:spPr>
          <a:xfrm>
            <a:off x="685800" y="3370072"/>
            <a:ext cx="10820095" cy="314350"/>
          </a:xfrm>
          <a:prstGeom prst="rect">
            <a:avLst/>
          </a:prstGeom>
          <a:noFill/>
          <a:ln/>
        </p:spPr>
        <p:txBody>
          <a:bodyPr wrap="square" lIns="0" tIns="0" rIns="0" bIns="0" rtlCol="0" anchor="t"/>
          <a:lstStyle/>
          <a:p>
            <a:pPr algn="l" indent="0" marL="0">
              <a:lnSpc>
                <a:spcPct val="130000"/>
              </a:lnSpc>
              <a:buNone/>
            </a:pPr>
            <a:r>
              <a:rPr lang="en-US" sz="1900" dirty="0">
                <a:solidFill>
                  <a:schemeClr val="accent6"/>
                </a:solidFill>
                <a:latin typeface="맑은 고딕" pitchFamily="34" charset="0"/>
                <a:ea typeface="맑은 고딕" pitchFamily="34" charset="-122"/>
                <a:cs typeface="맑은 고딕" pitchFamily="34" charset="-120"/>
              </a:rPr>
              <a:t>헬라어로 바람과 성령은 같은 단어 — 프뉴마(πνεῦμα)</a:t>
            </a:r>
            <a:endParaRPr lang="en-US" sz="1900" dirty="0"/>
          </a:p>
        </p:txBody>
      </p:sp>
      <p:sp>
        <p:nvSpPr>
          <p:cNvPr id="5" name="stmt-ref"/>
          <p:cNvSpPr txBox="1"/>
          <p:nvPr/>
        </p:nvSpPr>
        <p:spPr>
          <a:xfrm>
            <a:off x="685800" y="3830726"/>
            <a:ext cx="10820095" cy="402336"/>
          </a:xfrm>
          <a:prstGeom prst="rect">
            <a:avLst/>
          </a:prstGeom>
          <a:noFill/>
          <a:ln/>
        </p:spPr>
        <p:txBody>
          <a:bodyPr wrap="square" lIns="0" tIns="0" rIns="0" bIns="0" rtlCol="0" anchor="ctr"/>
          <a:lstStyle/>
          <a:p>
            <a:pPr algn="l" indent="0" marL="0">
              <a:buNone/>
            </a:pPr>
            <a:r>
              <a:rPr lang="en-US" sz="1700" b="1" dirty="0">
                <a:solidFill>
                  <a:schemeClr val="accent1"/>
                </a:solidFill>
                <a:latin typeface="맑은 고딕" pitchFamily="34" charset="0"/>
                <a:ea typeface="맑은 고딕" pitchFamily="34" charset="-122"/>
                <a:cs typeface="맑은 고딕" pitchFamily="34" charset="-120"/>
              </a:rPr>
              <a:t>요한복음 3:8</a:t>
            </a:r>
            <a:endParaRPr lang="en-US" sz="1700" dirty="0"/>
          </a:p>
        </p:txBody>
      </p:sp>
      <p:sp>
        <p:nvSpPr>
          <p:cNvPr id="6" name="keyline"/>
          <p:cNvSpPr/>
          <p:nvPr/>
        </p:nvSpPr>
        <p:spPr>
          <a:xfrm>
            <a:off x="685800" y="5029200"/>
            <a:ext cx="10820095" cy="822960"/>
          </a:xfrm>
          <a:prstGeom prst="roundRect">
            <a:avLst>
              <a:gd name="adj" fmla="val 11111"/>
            </a:avLst>
          </a:prstGeom>
          <a:solidFill>
            <a:schemeClr val="tx2"/>
          </a:solidFill>
          <a:ln/>
        </p:spPr>
      </p:sp>
      <p:sp>
        <p:nvSpPr>
          <p:cNvPr id="7" name="keyline-text"/>
          <p:cNvSpPr txBox="1"/>
          <p:nvPr/>
        </p:nvSpPr>
        <p:spPr>
          <a:xfrm>
            <a:off x="960120" y="5029200"/>
            <a:ext cx="10271455" cy="822960"/>
          </a:xfrm>
          <a:prstGeom prst="rect">
            <a:avLst/>
          </a:prstGeom>
          <a:noFill/>
          <a:ln/>
        </p:spPr>
        <p:txBody>
          <a:bodyPr wrap="square" lIns="0" tIns="0" rIns="0" bIns="0" rtlCol="0" anchor="ctr"/>
          <a:lstStyle/>
          <a:p>
            <a:pPr indent="0" marL="0">
              <a:buNone/>
            </a:pPr>
            <a:r>
              <a:rPr lang="en-US" sz="2600" b="1" dirty="0">
                <a:solidFill>
                  <a:schemeClr val="accent6"/>
                </a:solidFill>
                <a:latin typeface="맑은 고딕" pitchFamily="34" charset="0"/>
                <a:ea typeface="맑은 고딕" pitchFamily="34" charset="-122"/>
                <a:cs typeface="맑은 고딕" pitchFamily="34" charset="-120"/>
              </a:rPr>
              <a:t>성령은 자신을 감추시고 예수님을 드러내십니다</a:t>
            </a:r>
            <a:endParaRPr lang="en-US" sz="26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이 단락의 열쇠말은 ‘믿음’입니다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36~38</a:t>
            </a:r>
            <a:endParaRPr lang="en-US" sz="1700" dirty="0"/>
          </a:p>
        </p:txBody>
      </p:sp>
      <p:sp>
        <p:nvSpPr>
          <p:cNvPr id="4" name="stmt-text"/>
          <p:cNvSpPr txBox="1"/>
          <p:nvPr/>
        </p:nvSpPr>
        <p:spPr>
          <a:xfrm>
            <a:off x="685800" y="2011680"/>
            <a:ext cx="10820095" cy="680720"/>
          </a:xfrm>
          <a:prstGeom prst="rect">
            <a:avLst/>
          </a:prstGeom>
          <a:noFill/>
          <a:ln/>
        </p:spPr>
        <p:txBody>
          <a:bodyPr wrap="square" lIns="0" tIns="0" rIns="0" bIns="0" rtlCol="0" anchor="t"/>
          <a:lstStyle/>
          <a:p>
            <a:pPr algn="l" indent="0" marL="0">
              <a:lnSpc>
                <a:spcPct val="134000"/>
              </a:lnSpc>
              <a:buNone/>
            </a:pPr>
            <a:r>
              <a:rPr lang="en-US" sz="4000" b="1" dirty="0">
                <a:solidFill>
                  <a:schemeClr val="tx1"/>
                </a:solidFill>
                <a:latin typeface="맑은 고딕" pitchFamily="34" charset="0"/>
                <a:ea typeface="맑은 고딕" pitchFamily="34" charset="-122"/>
                <a:cs typeface="맑은 고딕" pitchFamily="34" charset="-120"/>
              </a:rPr>
              <a:t>일곱 번 반복됩니다</a:t>
            </a:r>
            <a:endParaRPr lang="en-US" sz="4000" dirty="0"/>
          </a:p>
        </p:txBody>
      </p:sp>
      <p:sp>
        <p:nvSpPr>
          <p:cNvPr id="5" name="stmt-sub"/>
          <p:cNvSpPr txBox="1"/>
          <p:nvPr/>
        </p:nvSpPr>
        <p:spPr>
          <a:xfrm>
            <a:off x="685800" y="2893568"/>
            <a:ext cx="10820095" cy="739648"/>
          </a:xfrm>
          <a:prstGeom prst="rect">
            <a:avLst/>
          </a:prstGeom>
          <a:noFill/>
          <a:ln/>
        </p:spPr>
        <p:txBody>
          <a:bodyPr wrap="square" lIns="0" tIns="0" rIns="0" bIns="0" rtlCol="0" anchor="t"/>
          <a:lstStyle/>
          <a:p>
            <a:pPr algn="l" indent="0" marL="0">
              <a:lnSpc>
                <a:spcPct val="130000"/>
              </a:lnSpc>
              <a:buNone/>
            </a:pPr>
            <a:r>
              <a:rPr lang="en-US" sz="2200" dirty="0">
                <a:solidFill>
                  <a:schemeClr val="accent3"/>
                </a:solidFill>
                <a:latin typeface="맑은 고딕" pitchFamily="34" charset="0"/>
                <a:ea typeface="맑은 고딕" pitchFamily="34" charset="-122"/>
                <a:cs typeface="맑은 고딕" pitchFamily="34" charset="-120"/>
              </a:rPr>
              <a:t>믿어야 거듭납니다.</a:t>
            </a:r>
            <a:endParaRPr lang="en-US" sz="2200" dirty="0"/>
          </a:p>
          <a:p>
            <a:pPr algn="l" indent="0" marL="0">
              <a:lnSpc>
                <a:spcPct val="130000"/>
              </a:lnSpc>
              <a:buNone/>
            </a:pPr>
            <a:r>
              <a:rPr lang="en-US" sz="2200" dirty="0">
                <a:solidFill>
                  <a:schemeClr val="accent3"/>
                </a:solidFill>
                <a:latin typeface="맑은 고딕" pitchFamily="34" charset="0"/>
                <a:ea typeface="맑은 고딕" pitchFamily="34" charset="-122"/>
                <a:cs typeface="맑은 고딕" pitchFamily="34" charset="-120"/>
              </a:rPr>
              <a:t>하나님 나라에 들어가는 것 = 영생을 얻는 것 = 구원을 얻는 것</a:t>
            </a:r>
            <a:endParaRPr lang="en-US" sz="2200" dirty="0"/>
          </a:p>
        </p:txBody>
      </p:sp>
      <p:sp>
        <p:nvSpPr>
          <p:cNvPr id="6" name="keyline"/>
          <p:cNvSpPr/>
          <p:nvPr/>
        </p:nvSpPr>
        <p:spPr>
          <a:xfrm>
            <a:off x="685800" y="4937760"/>
            <a:ext cx="10820095" cy="914400"/>
          </a:xfrm>
          <a:prstGeom prst="roundRect">
            <a:avLst>
              <a:gd name="adj" fmla="val 10000"/>
            </a:avLst>
          </a:prstGeom>
          <a:solidFill>
            <a:schemeClr val="tx2"/>
          </a:solidFill>
          <a:ln/>
        </p:spPr>
      </p:sp>
      <p:sp>
        <p:nvSpPr>
          <p:cNvPr id="7" name="keyline-text"/>
          <p:cNvSpPr txBox="1"/>
          <p:nvPr/>
        </p:nvSpPr>
        <p:spPr>
          <a:xfrm>
            <a:off x="960120" y="4937760"/>
            <a:ext cx="10271455" cy="914400"/>
          </a:xfrm>
          <a:prstGeom prst="rect">
            <a:avLst/>
          </a:prstGeom>
          <a:noFill/>
          <a:ln/>
        </p:spPr>
        <p:txBody>
          <a:bodyPr wrap="square" lIns="0" tIns="0" rIns="0" bIns="0" rtlCol="0" anchor="ctr"/>
          <a:lstStyle/>
          <a:p>
            <a:pPr indent="0" marL="0">
              <a:buNone/>
            </a:pPr>
            <a:r>
              <a:rPr lang="en-US" sz="3000" b="1" dirty="0">
                <a:solidFill>
                  <a:schemeClr val="accent6"/>
                </a:solidFill>
                <a:latin typeface="맑은 고딕" pitchFamily="34" charset="0"/>
                <a:ea typeface="맑은 고딕" pitchFamily="34" charset="-122"/>
                <a:cs typeface="맑은 고딕" pitchFamily="34" charset="-120"/>
              </a:rPr>
              <a:t>영생 · 구원   /   멸망 · 심판</a:t>
            </a:r>
            <a:endParaRPr lang="en-US" sz="30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요한복음 3:16</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39</a:t>
            </a:r>
            <a:endParaRPr lang="en-US" sz="1700" dirty="0"/>
          </a:p>
        </p:txBody>
      </p:sp>
      <p:sp>
        <p:nvSpPr>
          <p:cNvPr id="4" name="rows-0-tag"/>
          <p:cNvSpPr txBox="1"/>
          <p:nvPr/>
        </p:nvSpPr>
        <p:spPr>
          <a:xfrm>
            <a:off x="685800" y="1865376"/>
            <a:ext cx="164592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근원</a:t>
            </a:r>
            <a:endParaRPr lang="en-US" sz="2800" dirty="0"/>
          </a:p>
        </p:txBody>
      </p:sp>
      <p:sp>
        <p:nvSpPr>
          <p:cNvPr id="5" name="rows-0-head"/>
          <p:cNvSpPr txBox="1"/>
          <p:nvPr/>
        </p:nvSpPr>
        <p:spPr>
          <a:xfrm>
            <a:off x="2514600" y="1865376"/>
            <a:ext cx="899129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하나님이</a:t>
            </a:r>
            <a:endParaRPr lang="en-US" sz="2800" dirty="0"/>
          </a:p>
        </p:txBody>
      </p:sp>
      <p:sp>
        <p:nvSpPr>
          <p:cNvPr id="6" name="rows-0-rule"/>
          <p:cNvSpPr/>
          <p:nvPr/>
        </p:nvSpPr>
        <p:spPr>
          <a:xfrm>
            <a:off x="685800" y="2386584"/>
            <a:ext cx="10820095" cy="10973"/>
          </a:xfrm>
          <a:prstGeom prst="rect">
            <a:avLst/>
          </a:prstGeom>
          <a:solidFill>
            <a:srgbClr val="E4E9EE"/>
          </a:solidFill>
          <a:ln/>
        </p:spPr>
      </p:sp>
      <p:sp>
        <p:nvSpPr>
          <p:cNvPr id="7" name="rows-1-tag"/>
          <p:cNvSpPr txBox="1"/>
          <p:nvPr/>
        </p:nvSpPr>
        <p:spPr>
          <a:xfrm>
            <a:off x="685800" y="2496312"/>
            <a:ext cx="164592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대상</a:t>
            </a:r>
            <a:endParaRPr lang="en-US" sz="2800" dirty="0"/>
          </a:p>
        </p:txBody>
      </p:sp>
      <p:sp>
        <p:nvSpPr>
          <p:cNvPr id="8" name="rows-1-head"/>
          <p:cNvSpPr txBox="1"/>
          <p:nvPr/>
        </p:nvSpPr>
        <p:spPr>
          <a:xfrm>
            <a:off x="2514600" y="2496312"/>
            <a:ext cx="899129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세상을</a:t>
            </a:r>
            <a:endParaRPr lang="en-US" sz="2800" dirty="0"/>
          </a:p>
        </p:txBody>
      </p:sp>
      <p:sp>
        <p:nvSpPr>
          <p:cNvPr id="9" name="rows-1-rule"/>
          <p:cNvSpPr/>
          <p:nvPr/>
        </p:nvSpPr>
        <p:spPr>
          <a:xfrm>
            <a:off x="685800" y="3017520"/>
            <a:ext cx="10820095" cy="10973"/>
          </a:xfrm>
          <a:prstGeom prst="rect">
            <a:avLst/>
          </a:prstGeom>
          <a:solidFill>
            <a:srgbClr val="E4E9EE"/>
          </a:solidFill>
          <a:ln/>
        </p:spPr>
      </p:sp>
      <p:sp>
        <p:nvSpPr>
          <p:cNvPr id="10" name="rows-2-tag"/>
          <p:cNvSpPr txBox="1"/>
          <p:nvPr/>
        </p:nvSpPr>
        <p:spPr>
          <a:xfrm>
            <a:off x="685800" y="3127248"/>
            <a:ext cx="164592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이유</a:t>
            </a:r>
            <a:endParaRPr lang="en-US" sz="2800" dirty="0"/>
          </a:p>
        </p:txBody>
      </p:sp>
      <p:sp>
        <p:nvSpPr>
          <p:cNvPr id="11" name="rows-2-head"/>
          <p:cNvSpPr txBox="1"/>
          <p:nvPr/>
        </p:nvSpPr>
        <p:spPr>
          <a:xfrm>
            <a:off x="2514600" y="3127248"/>
            <a:ext cx="899129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이처럼 사랑하사</a:t>
            </a:r>
            <a:endParaRPr lang="en-US" sz="2800" dirty="0"/>
          </a:p>
        </p:txBody>
      </p:sp>
      <p:sp>
        <p:nvSpPr>
          <p:cNvPr id="12" name="rows-2-rule"/>
          <p:cNvSpPr/>
          <p:nvPr/>
        </p:nvSpPr>
        <p:spPr>
          <a:xfrm>
            <a:off x="685800" y="3648456"/>
            <a:ext cx="10820095" cy="10973"/>
          </a:xfrm>
          <a:prstGeom prst="rect">
            <a:avLst/>
          </a:prstGeom>
          <a:solidFill>
            <a:srgbClr val="E4E9EE"/>
          </a:solidFill>
          <a:ln/>
        </p:spPr>
      </p:sp>
      <p:sp>
        <p:nvSpPr>
          <p:cNvPr id="13" name="rows-3-tag"/>
          <p:cNvSpPr txBox="1"/>
          <p:nvPr/>
        </p:nvSpPr>
        <p:spPr>
          <a:xfrm>
            <a:off x="685800" y="3758184"/>
            <a:ext cx="164592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하신 일</a:t>
            </a:r>
            <a:endParaRPr lang="en-US" sz="2800" dirty="0"/>
          </a:p>
        </p:txBody>
      </p:sp>
      <p:sp>
        <p:nvSpPr>
          <p:cNvPr id="14" name="rows-3-head"/>
          <p:cNvSpPr txBox="1"/>
          <p:nvPr/>
        </p:nvSpPr>
        <p:spPr>
          <a:xfrm>
            <a:off x="2514600" y="3758184"/>
            <a:ext cx="899129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독생자를 주셨으니</a:t>
            </a:r>
            <a:endParaRPr lang="en-US" sz="2800" dirty="0"/>
          </a:p>
        </p:txBody>
      </p:sp>
      <p:sp>
        <p:nvSpPr>
          <p:cNvPr id="15" name="rows-3-rule"/>
          <p:cNvSpPr/>
          <p:nvPr/>
        </p:nvSpPr>
        <p:spPr>
          <a:xfrm>
            <a:off x="685800" y="4279392"/>
            <a:ext cx="10820095" cy="10973"/>
          </a:xfrm>
          <a:prstGeom prst="rect">
            <a:avLst/>
          </a:prstGeom>
          <a:solidFill>
            <a:srgbClr val="E4E9EE"/>
          </a:solidFill>
          <a:ln/>
        </p:spPr>
      </p:sp>
      <p:sp>
        <p:nvSpPr>
          <p:cNvPr id="16" name="rows-4-tag"/>
          <p:cNvSpPr txBox="1"/>
          <p:nvPr/>
        </p:nvSpPr>
        <p:spPr>
          <a:xfrm>
            <a:off x="685800" y="4389120"/>
            <a:ext cx="164592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할 일</a:t>
            </a:r>
            <a:endParaRPr lang="en-US" sz="2800" dirty="0"/>
          </a:p>
        </p:txBody>
      </p:sp>
      <p:sp>
        <p:nvSpPr>
          <p:cNvPr id="17" name="rows-4-head"/>
          <p:cNvSpPr txBox="1"/>
          <p:nvPr/>
        </p:nvSpPr>
        <p:spPr>
          <a:xfrm>
            <a:off x="2514600" y="4389120"/>
            <a:ext cx="899129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그를 믿는 자마다</a:t>
            </a:r>
            <a:endParaRPr lang="en-US" sz="2800" dirty="0"/>
          </a:p>
        </p:txBody>
      </p:sp>
      <p:sp>
        <p:nvSpPr>
          <p:cNvPr id="18" name="rows-4-rule"/>
          <p:cNvSpPr/>
          <p:nvPr/>
        </p:nvSpPr>
        <p:spPr>
          <a:xfrm>
            <a:off x="685800" y="4910328"/>
            <a:ext cx="10820095" cy="10973"/>
          </a:xfrm>
          <a:prstGeom prst="rect">
            <a:avLst/>
          </a:prstGeom>
          <a:solidFill>
            <a:srgbClr val="E4E9EE"/>
          </a:solidFill>
          <a:ln/>
        </p:spPr>
      </p:sp>
      <p:sp>
        <p:nvSpPr>
          <p:cNvPr id="19" name="rows-5-tag"/>
          <p:cNvSpPr txBox="1"/>
          <p:nvPr/>
        </p:nvSpPr>
        <p:spPr>
          <a:xfrm>
            <a:off x="685800" y="5020056"/>
            <a:ext cx="1645920" cy="448056"/>
          </a:xfrm>
          <a:prstGeom prst="rect">
            <a:avLst/>
          </a:prstGeom>
          <a:noFill/>
          <a:ln/>
        </p:spPr>
        <p:txBody>
          <a:bodyPr wrap="square" lIns="0" tIns="0" rIns="0" bIns="0" rtlCol="0" anchor="t"/>
          <a:lstStyle/>
          <a:p>
            <a:pPr indent="0" marL="0">
              <a:buNone/>
            </a:pPr>
            <a:r>
              <a:rPr lang="en-US" sz="2800" b="1" dirty="0">
                <a:solidFill>
                  <a:schemeClr val="accent1"/>
                </a:solidFill>
                <a:latin typeface="맑은 고딕" pitchFamily="34" charset="0"/>
                <a:ea typeface="맑은 고딕" pitchFamily="34" charset="-122"/>
                <a:cs typeface="맑은 고딕" pitchFamily="34" charset="-120"/>
              </a:rPr>
              <a:t>결과</a:t>
            </a:r>
            <a:endParaRPr lang="en-US" sz="2800" dirty="0"/>
          </a:p>
        </p:txBody>
      </p:sp>
      <p:sp>
        <p:nvSpPr>
          <p:cNvPr id="20" name="rows-5-head"/>
          <p:cNvSpPr txBox="1"/>
          <p:nvPr/>
        </p:nvSpPr>
        <p:spPr>
          <a:xfrm>
            <a:off x="2514600" y="5020056"/>
            <a:ext cx="8991295" cy="448056"/>
          </a:xfrm>
          <a:prstGeom prst="rect">
            <a:avLst/>
          </a:prstGeom>
          <a:noFill/>
          <a:ln/>
        </p:spPr>
        <p:txBody>
          <a:bodyPr wrap="square" lIns="0" tIns="0" rIns="0" bIns="0" rtlCol="0" anchor="t"/>
          <a:lstStyle/>
          <a:p>
            <a:pPr indent="0" marL="0">
              <a:buNone/>
            </a:pPr>
            <a:r>
              <a:rPr lang="en-US" sz="2800" b="1" dirty="0">
                <a:solidFill>
                  <a:schemeClr val="tx1"/>
                </a:solidFill>
                <a:latin typeface="맑은 고딕" pitchFamily="34" charset="0"/>
                <a:ea typeface="맑은 고딕" pitchFamily="34" charset="-122"/>
                <a:cs typeface="맑은 고딕" pitchFamily="34" charset="-120"/>
              </a:rPr>
              <a:t>멸망하지 않고 영생을 얻는다</a:t>
            </a:r>
            <a:endParaRPr lang="en-US" sz="2800" dirty="0"/>
          </a:p>
        </p:txBody>
      </p:sp>
      <p:sp>
        <p:nvSpPr>
          <p:cNvPr id="22"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믿음은 행동의 변화를 동반합니다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40</a:t>
            </a:r>
            <a:endParaRPr lang="en-US" sz="1700" dirty="0"/>
          </a:p>
        </p:txBody>
      </p:sp>
      <p:sp>
        <p:nvSpPr>
          <p:cNvPr id="4" name="flow-0"/>
          <p:cNvSpPr/>
          <p:nvPr/>
        </p:nvSpPr>
        <p:spPr>
          <a:xfrm>
            <a:off x="1097280" y="2194560"/>
            <a:ext cx="3066288" cy="1371600"/>
          </a:xfrm>
          <a:prstGeom prst="roundRect">
            <a:avLst>
              <a:gd name="adj" fmla="val 4000"/>
            </a:avLst>
          </a:prstGeom>
          <a:solidFill>
            <a:schemeClr val="bg2"/>
          </a:solidFill>
          <a:ln/>
          <a:effectLst>
            <a:outerShdw sx="100000" sy="100000" kx="0" ky="0" algn="bl" rotWithShape="0" blurRad="127000" dist="25400" dir="5400000">
              <a:srgbClr val="0E1826">
                <a:alpha val="10000"/>
              </a:srgbClr>
            </a:outerShdw>
          </a:effectLst>
        </p:spPr>
      </p:sp>
      <p:sp>
        <p:nvSpPr>
          <p:cNvPr id="5" name="flow-0-head"/>
          <p:cNvSpPr txBox="1"/>
          <p:nvPr/>
        </p:nvSpPr>
        <p:spPr>
          <a:xfrm>
            <a:off x="1243584" y="2377440"/>
            <a:ext cx="2773680" cy="384048"/>
          </a:xfrm>
          <a:prstGeom prst="rect">
            <a:avLst/>
          </a:prstGeom>
          <a:noFill/>
          <a:ln/>
        </p:spPr>
        <p:txBody>
          <a:bodyPr wrap="square" lIns="0" tIns="0" rIns="0" bIns="0" rtlCol="0" anchor="ctr"/>
          <a:lstStyle/>
          <a:p>
            <a:pPr algn="ctr" indent="0" marL="0">
              <a:buNone/>
            </a:pPr>
            <a:r>
              <a:rPr lang="en-US" sz="2800" b="1" dirty="0">
                <a:solidFill>
                  <a:schemeClr val="tx1"/>
                </a:solidFill>
                <a:latin typeface="맑은 고딕" pitchFamily="34" charset="0"/>
                <a:ea typeface="맑은 고딕" pitchFamily="34" charset="-122"/>
                <a:cs typeface="맑은 고딕" pitchFamily="34" charset="-120"/>
              </a:rPr>
              <a:t>진리를 따름</a:t>
            </a:r>
            <a:endParaRPr lang="en-US" sz="2800" dirty="0"/>
          </a:p>
        </p:txBody>
      </p:sp>
      <p:sp>
        <p:nvSpPr>
          <p:cNvPr id="6" name="flow-0-arrow"/>
          <p:cNvSpPr txBox="1"/>
          <p:nvPr/>
        </p:nvSpPr>
        <p:spPr>
          <a:xfrm>
            <a:off x="4163568" y="2679192"/>
            <a:ext cx="384048"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7" name="flow-1"/>
          <p:cNvSpPr/>
          <p:nvPr/>
        </p:nvSpPr>
        <p:spPr>
          <a:xfrm>
            <a:off x="4547616" y="2194560"/>
            <a:ext cx="3066288" cy="1371600"/>
          </a:xfrm>
          <a:prstGeom prst="roundRect">
            <a:avLst>
              <a:gd name="adj" fmla="val 4000"/>
            </a:avLst>
          </a:prstGeom>
          <a:solidFill>
            <a:schemeClr val="bg2"/>
          </a:solidFill>
          <a:ln/>
          <a:effectLst>
            <a:outerShdw sx="100000" sy="100000" kx="0" ky="0" algn="bl" rotWithShape="0" blurRad="127000" dist="25400" dir="5400000">
              <a:srgbClr val="0E1826">
                <a:alpha val="10000"/>
              </a:srgbClr>
            </a:outerShdw>
          </a:effectLst>
        </p:spPr>
      </p:sp>
      <p:sp>
        <p:nvSpPr>
          <p:cNvPr id="8" name="flow-1-head"/>
          <p:cNvSpPr txBox="1"/>
          <p:nvPr/>
        </p:nvSpPr>
        <p:spPr>
          <a:xfrm>
            <a:off x="4693920" y="2377440"/>
            <a:ext cx="2773680" cy="384048"/>
          </a:xfrm>
          <a:prstGeom prst="rect">
            <a:avLst/>
          </a:prstGeom>
          <a:noFill/>
          <a:ln/>
        </p:spPr>
        <p:txBody>
          <a:bodyPr wrap="square" lIns="0" tIns="0" rIns="0" bIns="0" rtlCol="0" anchor="ctr"/>
          <a:lstStyle/>
          <a:p>
            <a:pPr algn="ctr" indent="0" marL="0">
              <a:buNone/>
            </a:pPr>
            <a:r>
              <a:rPr lang="en-US" sz="2800" b="1" dirty="0">
                <a:solidFill>
                  <a:schemeClr val="tx1"/>
                </a:solidFill>
                <a:latin typeface="맑은 고딕" pitchFamily="34" charset="0"/>
                <a:ea typeface="맑은 고딕" pitchFamily="34" charset="-122"/>
                <a:cs typeface="맑은 고딕" pitchFamily="34" charset="-120"/>
              </a:rPr>
              <a:t>빛으로 나옴</a:t>
            </a:r>
            <a:endParaRPr lang="en-US" sz="2800" dirty="0"/>
          </a:p>
        </p:txBody>
      </p:sp>
      <p:sp>
        <p:nvSpPr>
          <p:cNvPr id="9" name="flow-1-arrow"/>
          <p:cNvSpPr txBox="1"/>
          <p:nvPr/>
        </p:nvSpPr>
        <p:spPr>
          <a:xfrm>
            <a:off x="7613904" y="2679192"/>
            <a:ext cx="384048"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10" name="flow-2"/>
          <p:cNvSpPr/>
          <p:nvPr/>
        </p:nvSpPr>
        <p:spPr>
          <a:xfrm>
            <a:off x="7997952" y="2194560"/>
            <a:ext cx="3066288" cy="1371600"/>
          </a:xfrm>
          <a:prstGeom prst="roundRect">
            <a:avLst>
              <a:gd name="adj" fmla="val 4000"/>
            </a:avLst>
          </a:prstGeom>
          <a:solidFill>
            <a:schemeClr val="bg2"/>
          </a:solidFill>
          <a:ln/>
          <a:effectLst>
            <a:outerShdw sx="100000" sy="100000" kx="0" ky="0" algn="bl" rotWithShape="0" blurRad="127000" dist="25400" dir="5400000">
              <a:srgbClr val="0E1826">
                <a:alpha val="10000"/>
              </a:srgbClr>
            </a:outerShdw>
          </a:effectLst>
        </p:spPr>
      </p:sp>
      <p:sp>
        <p:nvSpPr>
          <p:cNvPr id="11" name="flow-2-head"/>
          <p:cNvSpPr txBox="1"/>
          <p:nvPr/>
        </p:nvSpPr>
        <p:spPr>
          <a:xfrm>
            <a:off x="8144256" y="2377440"/>
            <a:ext cx="2773680" cy="384048"/>
          </a:xfrm>
          <a:prstGeom prst="rect">
            <a:avLst/>
          </a:prstGeom>
          <a:noFill/>
          <a:ln/>
        </p:spPr>
        <p:txBody>
          <a:bodyPr wrap="square" lIns="0" tIns="0" rIns="0" bIns="0" rtlCol="0" anchor="ctr"/>
          <a:lstStyle/>
          <a:p>
            <a:pPr algn="ctr" indent="0" marL="0">
              <a:buNone/>
            </a:pPr>
            <a:r>
              <a:rPr lang="en-US" sz="2800" b="1" dirty="0">
                <a:solidFill>
                  <a:schemeClr val="tx1"/>
                </a:solidFill>
                <a:latin typeface="맑은 고딕" pitchFamily="34" charset="0"/>
                <a:ea typeface="맑은 고딕" pitchFamily="34" charset="-122"/>
                <a:cs typeface="맑은 고딕" pitchFamily="34" charset="-120"/>
              </a:rPr>
              <a:t>행위가 드러남</a:t>
            </a:r>
            <a:endParaRPr lang="en-US" sz="2800" dirty="0"/>
          </a:p>
        </p:txBody>
      </p:sp>
      <p:sp>
        <p:nvSpPr>
          <p:cNvPr id="12" name="keyline"/>
          <p:cNvSpPr/>
          <p:nvPr/>
        </p:nvSpPr>
        <p:spPr>
          <a:xfrm>
            <a:off x="685800" y="4206240"/>
            <a:ext cx="10820095" cy="1463040"/>
          </a:xfrm>
          <a:prstGeom prst="roundRect">
            <a:avLst>
              <a:gd name="adj" fmla="val 6250"/>
            </a:avLst>
          </a:prstGeom>
          <a:solidFill>
            <a:schemeClr val="tx2"/>
          </a:solidFill>
          <a:ln/>
        </p:spPr>
      </p:sp>
      <p:sp>
        <p:nvSpPr>
          <p:cNvPr id="13" name="keyline-text"/>
          <p:cNvSpPr txBox="1"/>
          <p:nvPr/>
        </p:nvSpPr>
        <p:spPr>
          <a:xfrm>
            <a:off x="960120" y="4206240"/>
            <a:ext cx="10271455" cy="1463040"/>
          </a:xfrm>
          <a:prstGeom prst="rect">
            <a:avLst/>
          </a:prstGeom>
          <a:noFill/>
          <a:ln/>
        </p:spPr>
        <p:txBody>
          <a:bodyPr wrap="square" lIns="0" tIns="0" rIns="0" bIns="0" rtlCol="0" anchor="ctr"/>
          <a:lstStyle/>
          <a:p>
            <a:pPr indent="0" marL="0">
              <a:buNone/>
            </a:pPr>
            <a:r>
              <a:rPr lang="en-US" sz="2400" b="1" dirty="0">
                <a:solidFill>
                  <a:schemeClr val="accent6"/>
                </a:solidFill>
                <a:latin typeface="맑은 고딕" pitchFamily="34" charset="0"/>
                <a:ea typeface="맑은 고딕" pitchFamily="34" charset="-122"/>
                <a:cs typeface="맑은 고딕" pitchFamily="34" charset="-120"/>
              </a:rPr>
              <a:t>“악을 행하는 자마다 빛을 미워하여 빛으로 오지 아니하나니</a:t>
            </a:r>
            <a:endParaRPr lang="en-US" sz="2400" dirty="0"/>
          </a:p>
          <a:p>
            <a:pPr indent="0" marL="0">
              <a:buNone/>
            </a:pPr>
            <a:r>
              <a:rPr lang="en-US" sz="2400" b="1" dirty="0">
                <a:solidFill>
                  <a:schemeClr val="accent6"/>
                </a:solidFill>
                <a:latin typeface="맑은 고딕" pitchFamily="34" charset="0"/>
                <a:ea typeface="맑은 고딕" pitchFamily="34" charset="-122"/>
                <a:cs typeface="맑은 고딕" pitchFamily="34" charset="-120"/>
              </a:rPr>
              <a:t>이는 그 행위가 드러날까 함이요”  (3:20)</a:t>
            </a:r>
            <a:endParaRPr lang="en-US" sz="2400" dirty="0"/>
          </a:p>
        </p:txBody>
      </p:sp>
      <p:sp>
        <p:nvSpPr>
          <p:cNvPr id="15"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960120" y="2011680"/>
            <a:ext cx="2011680" cy="1005840"/>
          </a:xfrm>
          <a:prstGeom prst="rect">
            <a:avLst/>
          </a:prstGeom>
          <a:noFill/>
          <a:ln/>
        </p:spPr>
        <p:txBody>
          <a:bodyPr wrap="square" lIns="0" tIns="0" rIns="0" bIns="0" rtlCol="0"/>
          <a:lstStyle/>
          <a:p>
            <a:pPr algn="l" indent="0" marL="0">
              <a:buNone/>
            </a:pPr>
            <a:r>
              <a:rPr lang="en-US" sz="7200" b="1" dirty="0">
                <a:solidFill>
                  <a:schemeClr val="accent5"/>
                </a:solidFill>
                <a:latin typeface="맑은 고딕" pitchFamily="34" charset="0"/>
                <a:ea typeface="맑은 고딕" pitchFamily="34" charset="-122"/>
                <a:cs typeface="맑은 고딕" pitchFamily="34" charset="-120"/>
              </a:rPr>
              <a:t>05</a:t>
            </a:r>
            <a:endParaRPr lang="en-US" sz="7200" dirty="0"/>
          </a:p>
        </p:txBody>
      </p:sp>
      <p:sp>
        <p:nvSpPr>
          <p:cNvPr id="3" name="Text 0"/>
          <p:cNvSpPr/>
          <p:nvPr>
            <p:ph idx="101" type="title" hasCustomPrompt="1"/>
          </p:nvPr>
        </p:nvSpPr>
        <p:spPr>
          <a:xfrm>
            <a:off x="960120" y="3127248"/>
            <a:ext cx="9875520" cy="1005840"/>
          </a:xfrm>
          <a:prstGeom prst="rect">
            <a:avLst/>
          </a:prstGeom>
          <a:noFill/>
          <a:ln/>
        </p:spPr>
        <p:txBody>
          <a:bodyPr wrap="square" lIns="0" tIns="0" rIns="0" bIns="0" rtlCol="0" anchor="t"/>
          <a:lstStyle/>
          <a:p>
            <a:pPr algn="l" indent="0" marL="0">
              <a:buNone/>
            </a:pPr>
            <a:r>
              <a:rPr lang="en-US" sz="4600" b="1" dirty="0">
                <a:solidFill>
                  <a:schemeClr val="bg1"/>
                </a:solidFill>
                <a:latin typeface="맑은 고딕" pitchFamily="34" charset="0"/>
                <a:ea typeface="맑은 고딕" pitchFamily="34" charset="-122"/>
                <a:cs typeface="맑은 고딕" pitchFamily="34" charset="-120"/>
              </a:rPr>
              <a:t>사마리아에 드러난 영광</a:t>
            </a:r>
            <a:endParaRPr lang="en-US" sz="4600" dirty="0"/>
          </a:p>
        </p:txBody>
      </p:sp>
      <p:sp>
        <p:nvSpPr>
          <p:cNvPr id="4" name="Text 0"/>
          <p:cNvSpPr/>
          <p:nvPr>
            <p:ph idx="102" type="body" hasCustomPrompt="1"/>
          </p:nvPr>
        </p:nvSpPr>
        <p:spPr>
          <a:xfrm>
            <a:off x="1005840" y="4206240"/>
            <a:ext cx="9144000" cy="822960"/>
          </a:xfrm>
          <a:prstGeom prst="rect">
            <a:avLst/>
          </a:prstGeom>
          <a:noFill/>
          <a:ln/>
        </p:spPr>
        <p:txBody>
          <a:bodyPr wrap="square" lIns="0" tIns="0" rIns="0" bIns="0" rtlCol="0"/>
          <a:lstStyle/>
          <a:p>
            <a:pPr indent="0" marL="0">
              <a:buNone/>
            </a:pPr>
            <a:r>
              <a:rPr lang="en-US" sz="1900" dirty="0">
                <a:solidFill>
                  <a:schemeClr val="accent6"/>
                </a:solidFill>
                <a:latin typeface="맑은 고딕" pitchFamily="34" charset="0"/>
                <a:ea typeface="맑은 고딕" pitchFamily="34" charset="-122"/>
                <a:cs typeface="맑은 고딕" pitchFamily="34" charset="-120"/>
              </a:rPr>
              <a:t>여인 · 제자들 · 왕의 신하   ·   요한복음 4장</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“사마리아를 통과하여야 하겠으므로”</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요 4:4</a:t>
            </a:r>
            <a:endParaRPr lang="en-US" sz="1700" dirty="0"/>
          </a:p>
        </p:txBody>
      </p:sp>
      <p:sp>
        <p:nvSpPr>
          <p:cNvPr id="4" name="rows-0-tag"/>
          <p:cNvSpPr txBox="1"/>
          <p:nvPr/>
        </p:nvSpPr>
        <p:spPr>
          <a:xfrm>
            <a:off x="685800" y="1883664"/>
            <a:ext cx="12801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지리</a:t>
            </a:r>
            <a:endParaRPr lang="en-US" sz="2600" dirty="0"/>
          </a:p>
        </p:txBody>
      </p:sp>
      <p:sp>
        <p:nvSpPr>
          <p:cNvPr id="5" name="rows-0-head"/>
          <p:cNvSpPr txBox="1"/>
          <p:nvPr/>
        </p:nvSpPr>
        <p:spPr>
          <a:xfrm>
            <a:off x="2148840" y="1883664"/>
            <a:ext cx="93570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갈릴리로 가는 가장 빠른 길</a:t>
            </a:r>
            <a:endParaRPr lang="en-US" sz="2600" dirty="0"/>
          </a:p>
        </p:txBody>
      </p:sp>
      <p:sp>
        <p:nvSpPr>
          <p:cNvPr id="6" name="rows-0-body"/>
          <p:cNvSpPr txBox="1"/>
          <p:nvPr/>
        </p:nvSpPr>
        <p:spPr>
          <a:xfrm>
            <a:off x="2148840" y="2372868"/>
            <a:ext cx="935705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그러나 유대인은 일부러 돌아갔습니다</a:t>
            </a:r>
            <a:endParaRPr lang="en-US" sz="1900" dirty="0"/>
          </a:p>
        </p:txBody>
      </p:sp>
      <p:sp>
        <p:nvSpPr>
          <p:cNvPr id="7" name="rows-0-rule"/>
          <p:cNvSpPr/>
          <p:nvPr/>
        </p:nvSpPr>
        <p:spPr>
          <a:xfrm>
            <a:off x="685800" y="2823210"/>
            <a:ext cx="10820095" cy="10973"/>
          </a:xfrm>
          <a:prstGeom prst="rect">
            <a:avLst/>
          </a:prstGeom>
          <a:solidFill>
            <a:srgbClr val="E4E9EE"/>
          </a:solidFill>
          <a:ln/>
        </p:spPr>
      </p:sp>
      <p:sp>
        <p:nvSpPr>
          <p:cNvPr id="8" name="rows-1-tag"/>
          <p:cNvSpPr txBox="1"/>
          <p:nvPr/>
        </p:nvSpPr>
        <p:spPr>
          <a:xfrm>
            <a:off x="685800" y="3006090"/>
            <a:ext cx="12801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역사</a:t>
            </a:r>
            <a:endParaRPr lang="en-US" sz="2600" dirty="0"/>
          </a:p>
        </p:txBody>
      </p:sp>
      <p:sp>
        <p:nvSpPr>
          <p:cNvPr id="9" name="rows-1-head"/>
          <p:cNvSpPr txBox="1"/>
          <p:nvPr/>
        </p:nvSpPr>
        <p:spPr>
          <a:xfrm>
            <a:off x="2148840" y="3006090"/>
            <a:ext cx="93570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혼혈 · 혼합종교 — 서로 상종하지 않음</a:t>
            </a:r>
            <a:endParaRPr lang="en-US" sz="2600" dirty="0"/>
          </a:p>
        </p:txBody>
      </p:sp>
      <p:sp>
        <p:nvSpPr>
          <p:cNvPr id="10" name="rows-1-body"/>
          <p:cNvSpPr txBox="1"/>
          <p:nvPr/>
        </p:nvSpPr>
        <p:spPr>
          <a:xfrm>
            <a:off x="2148840" y="3495294"/>
            <a:ext cx="935705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유대인에게 사마리아는 피해야 할 땅이었습니다</a:t>
            </a:r>
            <a:endParaRPr lang="en-US" sz="1900" dirty="0"/>
          </a:p>
        </p:txBody>
      </p:sp>
      <p:sp>
        <p:nvSpPr>
          <p:cNvPr id="11" name="rows-1-rule"/>
          <p:cNvSpPr/>
          <p:nvPr/>
        </p:nvSpPr>
        <p:spPr>
          <a:xfrm>
            <a:off x="685800" y="3945636"/>
            <a:ext cx="10820095" cy="10973"/>
          </a:xfrm>
          <a:prstGeom prst="rect">
            <a:avLst/>
          </a:prstGeom>
          <a:solidFill>
            <a:srgbClr val="E4E9EE"/>
          </a:solidFill>
          <a:ln/>
        </p:spPr>
      </p:sp>
      <p:sp>
        <p:nvSpPr>
          <p:cNvPr id="12" name="rows-2-tag"/>
          <p:cNvSpPr txBox="1"/>
          <p:nvPr/>
        </p:nvSpPr>
        <p:spPr>
          <a:xfrm>
            <a:off x="685800" y="4128516"/>
            <a:ext cx="12801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의지</a:t>
            </a:r>
            <a:endParaRPr lang="en-US" sz="2600" dirty="0"/>
          </a:p>
        </p:txBody>
      </p:sp>
      <p:sp>
        <p:nvSpPr>
          <p:cNvPr id="13" name="rows-2-head"/>
          <p:cNvSpPr txBox="1"/>
          <p:nvPr/>
        </p:nvSpPr>
        <p:spPr>
          <a:xfrm>
            <a:off x="2148840" y="4128516"/>
            <a:ext cx="93570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‘하겠다’ — 하나님의 필연</a:t>
            </a:r>
            <a:endParaRPr lang="en-US" sz="2600" dirty="0"/>
          </a:p>
        </p:txBody>
      </p:sp>
      <p:sp>
        <p:nvSpPr>
          <p:cNvPr id="14" name="rows-2-body"/>
          <p:cNvSpPr txBox="1"/>
          <p:nvPr/>
        </p:nvSpPr>
        <p:spPr>
          <a:xfrm>
            <a:off x="2148840" y="4617720"/>
            <a:ext cx="935705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한 사람을 만나기 위해 그 길로 들어가십니다</a:t>
            </a:r>
            <a:endParaRPr lang="en-US" sz="1900" dirty="0"/>
          </a:p>
        </p:txBody>
      </p:sp>
      <p:sp>
        <p:nvSpPr>
          <p:cNvPr id="15" name="keyline"/>
          <p:cNvSpPr/>
          <p:nvPr/>
        </p:nvSpPr>
        <p:spPr>
          <a:xfrm>
            <a:off x="685800" y="5342382"/>
            <a:ext cx="10820095" cy="822960"/>
          </a:xfrm>
          <a:prstGeom prst="roundRect">
            <a:avLst>
              <a:gd name="adj" fmla="val 11111"/>
            </a:avLst>
          </a:prstGeom>
          <a:solidFill>
            <a:schemeClr val="tx2"/>
          </a:solidFill>
          <a:ln/>
        </p:spPr>
      </p:sp>
      <p:sp>
        <p:nvSpPr>
          <p:cNvPr id="16" name="keyline-text"/>
          <p:cNvSpPr txBox="1"/>
          <p:nvPr/>
        </p:nvSpPr>
        <p:spPr>
          <a:xfrm>
            <a:off x="960120" y="5342382"/>
            <a:ext cx="10271455" cy="82296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복음은 경계를 넘어갑니다</a:t>
            </a:r>
            <a:endParaRPr lang="en-US" sz="28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대화가 옮겨갑니다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45~48</a:t>
            </a:r>
            <a:endParaRPr lang="en-US" sz="1700" dirty="0"/>
          </a:p>
        </p:txBody>
      </p:sp>
      <p:sp>
        <p:nvSpPr>
          <p:cNvPr id="4" name="flow-0"/>
          <p:cNvSpPr/>
          <p:nvPr/>
        </p:nvSpPr>
        <p:spPr>
          <a:xfrm>
            <a:off x="685800" y="2194560"/>
            <a:ext cx="1944563" cy="1645920"/>
          </a:xfrm>
          <a:prstGeom prst="roundRect">
            <a:avLst>
              <a:gd name="adj" fmla="val 3333"/>
            </a:avLst>
          </a:prstGeom>
          <a:solidFill>
            <a:schemeClr val="bg2"/>
          </a:solidFill>
          <a:ln/>
          <a:effectLst>
            <a:outerShdw sx="100000" sy="100000" kx="0" ky="0" algn="bl" rotWithShape="0" blurRad="127000" dist="25400" dir="5400000">
              <a:srgbClr val="0E1826">
                <a:alpha val="10000"/>
              </a:srgbClr>
            </a:outerShdw>
          </a:effectLst>
        </p:spPr>
      </p:sp>
      <p:sp>
        <p:nvSpPr>
          <p:cNvPr id="5" name="flow-0-head"/>
          <p:cNvSpPr txBox="1"/>
          <p:nvPr/>
        </p:nvSpPr>
        <p:spPr>
          <a:xfrm>
            <a:off x="832104" y="2377440"/>
            <a:ext cx="1651955" cy="384048"/>
          </a:xfrm>
          <a:prstGeom prst="rect">
            <a:avLst/>
          </a:prstGeom>
          <a:noFill/>
          <a:ln/>
        </p:spPr>
        <p:txBody>
          <a:bodyPr wrap="square" lIns="0" tIns="0" rIns="0" bIns="0" rtlCol="0" anchor="ctr"/>
          <a:lstStyle/>
          <a:p>
            <a:pPr algn="ctr" indent="0" marL="0">
              <a:buNone/>
            </a:pPr>
            <a:r>
              <a:rPr lang="en-US" sz="2500" b="1" dirty="0">
                <a:solidFill>
                  <a:schemeClr val="tx1"/>
                </a:solidFill>
                <a:latin typeface="맑은 고딕" pitchFamily="34" charset="0"/>
                <a:ea typeface="맑은 고딕" pitchFamily="34" charset="-122"/>
                <a:cs typeface="맑은 고딕" pitchFamily="34" charset="-120"/>
              </a:rPr>
              <a:t>우물물</a:t>
            </a:r>
            <a:endParaRPr lang="en-US" sz="2500" dirty="0"/>
          </a:p>
        </p:txBody>
      </p:sp>
      <p:sp>
        <p:nvSpPr>
          <p:cNvPr id="6" name="flow-0-body"/>
          <p:cNvSpPr txBox="1"/>
          <p:nvPr/>
        </p:nvSpPr>
        <p:spPr>
          <a:xfrm>
            <a:off x="813816" y="2798064"/>
            <a:ext cx="1688531" cy="877824"/>
          </a:xfrm>
          <a:prstGeom prst="rect">
            <a:avLst/>
          </a:prstGeom>
          <a:noFill/>
          <a:ln/>
        </p:spPr>
        <p:txBody>
          <a:bodyPr wrap="square" lIns="0" tIns="0" rIns="0" bIns="0" rtlCol="0" anchor="t"/>
          <a:lstStyle/>
          <a:p>
            <a:pPr algn="ctr" indent="0" marL="0">
              <a:lnSpc>
                <a:spcPct val="118000"/>
              </a:lnSpc>
              <a:buNone/>
            </a:pPr>
            <a:r>
              <a:rPr lang="en-US" sz="1800" dirty="0">
                <a:solidFill>
                  <a:schemeClr val="accent3"/>
                </a:solidFill>
                <a:latin typeface="맑은 고딕" pitchFamily="34" charset="0"/>
                <a:ea typeface="맑은 고딕" pitchFamily="34" charset="-122"/>
                <a:cs typeface="맑은 고딕" pitchFamily="34" charset="-120"/>
              </a:rPr>
              <a:t>물 좀 달라</a:t>
            </a:r>
            <a:endParaRPr lang="en-US" sz="1800" dirty="0"/>
          </a:p>
        </p:txBody>
      </p:sp>
      <p:sp>
        <p:nvSpPr>
          <p:cNvPr id="7" name="flow-0-arrow"/>
          <p:cNvSpPr txBox="1"/>
          <p:nvPr/>
        </p:nvSpPr>
        <p:spPr>
          <a:xfrm>
            <a:off x="2630363" y="2816352"/>
            <a:ext cx="274320"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8" name="flow-1"/>
          <p:cNvSpPr/>
          <p:nvPr/>
        </p:nvSpPr>
        <p:spPr>
          <a:xfrm>
            <a:off x="2904683" y="2194560"/>
            <a:ext cx="1944563" cy="1645920"/>
          </a:xfrm>
          <a:prstGeom prst="roundRect">
            <a:avLst>
              <a:gd name="adj" fmla="val 3333"/>
            </a:avLst>
          </a:prstGeom>
          <a:solidFill>
            <a:schemeClr val="bg2"/>
          </a:solidFill>
          <a:ln/>
          <a:effectLst>
            <a:outerShdw sx="100000" sy="100000" kx="0" ky="0" algn="bl" rotWithShape="0" blurRad="127000" dist="25400" dir="5400000">
              <a:srgbClr val="0E1826">
                <a:alpha val="10000"/>
              </a:srgbClr>
            </a:outerShdw>
          </a:effectLst>
        </p:spPr>
      </p:sp>
      <p:sp>
        <p:nvSpPr>
          <p:cNvPr id="9" name="flow-1-head"/>
          <p:cNvSpPr txBox="1"/>
          <p:nvPr/>
        </p:nvSpPr>
        <p:spPr>
          <a:xfrm>
            <a:off x="3050987" y="2377440"/>
            <a:ext cx="1651955" cy="384048"/>
          </a:xfrm>
          <a:prstGeom prst="rect">
            <a:avLst/>
          </a:prstGeom>
          <a:noFill/>
          <a:ln/>
        </p:spPr>
        <p:txBody>
          <a:bodyPr wrap="square" lIns="0" tIns="0" rIns="0" bIns="0" rtlCol="0" anchor="ctr"/>
          <a:lstStyle/>
          <a:p>
            <a:pPr algn="ctr" indent="0" marL="0">
              <a:buNone/>
            </a:pPr>
            <a:r>
              <a:rPr lang="en-US" sz="2500" b="1" dirty="0">
                <a:solidFill>
                  <a:schemeClr val="tx1"/>
                </a:solidFill>
                <a:latin typeface="맑은 고딕" pitchFamily="34" charset="0"/>
                <a:ea typeface="맑은 고딕" pitchFamily="34" charset="-122"/>
                <a:cs typeface="맑은 고딕" pitchFamily="34" charset="-120"/>
              </a:rPr>
              <a:t>생수</a:t>
            </a:r>
            <a:endParaRPr lang="en-US" sz="2500" dirty="0"/>
          </a:p>
        </p:txBody>
      </p:sp>
      <p:sp>
        <p:nvSpPr>
          <p:cNvPr id="10" name="flow-1-body"/>
          <p:cNvSpPr txBox="1"/>
          <p:nvPr/>
        </p:nvSpPr>
        <p:spPr>
          <a:xfrm>
            <a:off x="3032699" y="2798064"/>
            <a:ext cx="1688531" cy="877824"/>
          </a:xfrm>
          <a:prstGeom prst="rect">
            <a:avLst/>
          </a:prstGeom>
          <a:noFill/>
          <a:ln/>
        </p:spPr>
        <p:txBody>
          <a:bodyPr wrap="square" lIns="0" tIns="0" rIns="0" bIns="0" rtlCol="0" anchor="t"/>
          <a:lstStyle/>
          <a:p>
            <a:pPr algn="ctr" indent="0" marL="0">
              <a:lnSpc>
                <a:spcPct val="118000"/>
              </a:lnSpc>
              <a:buNone/>
            </a:pPr>
            <a:r>
              <a:rPr lang="en-US" sz="1800" dirty="0">
                <a:solidFill>
                  <a:schemeClr val="accent3"/>
                </a:solidFill>
                <a:latin typeface="맑은 고딕" pitchFamily="34" charset="0"/>
                <a:ea typeface="맑은 고딕" pitchFamily="34" charset="-122"/>
                <a:cs typeface="맑은 고딕" pitchFamily="34" charset="-120"/>
              </a:rPr>
              <a:t>영원히 목마르지 않는</a:t>
            </a:r>
            <a:endParaRPr lang="en-US" sz="1800" dirty="0"/>
          </a:p>
        </p:txBody>
      </p:sp>
      <p:sp>
        <p:nvSpPr>
          <p:cNvPr id="11" name="flow-1-arrow"/>
          <p:cNvSpPr txBox="1"/>
          <p:nvPr/>
        </p:nvSpPr>
        <p:spPr>
          <a:xfrm>
            <a:off x="4849246" y="2816352"/>
            <a:ext cx="274320"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12" name="flow-2"/>
          <p:cNvSpPr/>
          <p:nvPr/>
        </p:nvSpPr>
        <p:spPr>
          <a:xfrm>
            <a:off x="5123566" y="2194560"/>
            <a:ext cx="1944563" cy="1645920"/>
          </a:xfrm>
          <a:prstGeom prst="roundRect">
            <a:avLst>
              <a:gd name="adj" fmla="val 3333"/>
            </a:avLst>
          </a:prstGeom>
          <a:solidFill>
            <a:schemeClr val="bg2"/>
          </a:solidFill>
          <a:ln/>
          <a:effectLst>
            <a:outerShdw sx="100000" sy="100000" kx="0" ky="0" algn="bl" rotWithShape="0" blurRad="127000" dist="25400" dir="5400000">
              <a:srgbClr val="0E1826">
                <a:alpha val="10000"/>
              </a:srgbClr>
            </a:outerShdw>
          </a:effectLst>
        </p:spPr>
      </p:sp>
      <p:sp>
        <p:nvSpPr>
          <p:cNvPr id="13" name="flow-2-head"/>
          <p:cNvSpPr txBox="1"/>
          <p:nvPr/>
        </p:nvSpPr>
        <p:spPr>
          <a:xfrm>
            <a:off x="5269870" y="2377440"/>
            <a:ext cx="1651955" cy="384048"/>
          </a:xfrm>
          <a:prstGeom prst="rect">
            <a:avLst/>
          </a:prstGeom>
          <a:noFill/>
          <a:ln/>
        </p:spPr>
        <p:txBody>
          <a:bodyPr wrap="square" lIns="0" tIns="0" rIns="0" bIns="0" rtlCol="0" anchor="ctr"/>
          <a:lstStyle/>
          <a:p>
            <a:pPr algn="ctr" indent="0" marL="0">
              <a:buNone/>
            </a:pPr>
            <a:r>
              <a:rPr lang="en-US" sz="2500" b="1" dirty="0">
                <a:solidFill>
                  <a:schemeClr val="tx1"/>
                </a:solidFill>
                <a:latin typeface="맑은 고딕" pitchFamily="34" charset="0"/>
                <a:ea typeface="맑은 고딕" pitchFamily="34" charset="-122"/>
                <a:cs typeface="맑은 고딕" pitchFamily="34" charset="-120"/>
              </a:rPr>
              <a:t>남편</a:t>
            </a:r>
            <a:endParaRPr lang="en-US" sz="2500" dirty="0"/>
          </a:p>
        </p:txBody>
      </p:sp>
      <p:sp>
        <p:nvSpPr>
          <p:cNvPr id="14" name="flow-2-body"/>
          <p:cNvSpPr txBox="1"/>
          <p:nvPr/>
        </p:nvSpPr>
        <p:spPr>
          <a:xfrm>
            <a:off x="5251582" y="2798064"/>
            <a:ext cx="1688531" cy="877824"/>
          </a:xfrm>
          <a:prstGeom prst="rect">
            <a:avLst/>
          </a:prstGeom>
          <a:noFill/>
          <a:ln/>
        </p:spPr>
        <p:txBody>
          <a:bodyPr wrap="square" lIns="0" tIns="0" rIns="0" bIns="0" rtlCol="0" anchor="t"/>
          <a:lstStyle/>
          <a:p>
            <a:pPr algn="ctr" indent="0" marL="0">
              <a:lnSpc>
                <a:spcPct val="118000"/>
              </a:lnSpc>
              <a:buNone/>
            </a:pPr>
            <a:r>
              <a:rPr lang="en-US" sz="1800" dirty="0">
                <a:solidFill>
                  <a:schemeClr val="accent3"/>
                </a:solidFill>
                <a:latin typeface="맑은 고딕" pitchFamily="34" charset="0"/>
                <a:ea typeface="맑은 고딕" pitchFamily="34" charset="-122"/>
                <a:cs typeface="맑은 고딕" pitchFamily="34" charset="-120"/>
              </a:rPr>
              <a:t>다섯 · 지금 그 사람도</a:t>
            </a:r>
            <a:endParaRPr lang="en-US" sz="1800" dirty="0"/>
          </a:p>
        </p:txBody>
      </p:sp>
      <p:sp>
        <p:nvSpPr>
          <p:cNvPr id="15" name="flow-2-arrow"/>
          <p:cNvSpPr txBox="1"/>
          <p:nvPr/>
        </p:nvSpPr>
        <p:spPr>
          <a:xfrm>
            <a:off x="7068129" y="2816352"/>
            <a:ext cx="274320"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16" name="flow-3"/>
          <p:cNvSpPr/>
          <p:nvPr/>
        </p:nvSpPr>
        <p:spPr>
          <a:xfrm>
            <a:off x="7342449" y="2194560"/>
            <a:ext cx="1944563" cy="1645920"/>
          </a:xfrm>
          <a:prstGeom prst="roundRect">
            <a:avLst>
              <a:gd name="adj" fmla="val 3333"/>
            </a:avLst>
          </a:prstGeom>
          <a:solidFill>
            <a:schemeClr val="bg2"/>
          </a:solidFill>
          <a:ln/>
          <a:effectLst>
            <a:outerShdw sx="100000" sy="100000" kx="0" ky="0" algn="bl" rotWithShape="0" blurRad="127000" dist="25400" dir="5400000">
              <a:srgbClr val="0E1826">
                <a:alpha val="10000"/>
              </a:srgbClr>
            </a:outerShdw>
          </a:effectLst>
        </p:spPr>
      </p:sp>
      <p:sp>
        <p:nvSpPr>
          <p:cNvPr id="17" name="flow-3-head"/>
          <p:cNvSpPr txBox="1"/>
          <p:nvPr/>
        </p:nvSpPr>
        <p:spPr>
          <a:xfrm>
            <a:off x="7488753" y="2377440"/>
            <a:ext cx="1651955" cy="384048"/>
          </a:xfrm>
          <a:prstGeom prst="rect">
            <a:avLst/>
          </a:prstGeom>
          <a:noFill/>
          <a:ln/>
        </p:spPr>
        <p:txBody>
          <a:bodyPr wrap="square" lIns="0" tIns="0" rIns="0" bIns="0" rtlCol="0" anchor="ctr"/>
          <a:lstStyle/>
          <a:p>
            <a:pPr algn="ctr" indent="0" marL="0">
              <a:buNone/>
            </a:pPr>
            <a:r>
              <a:rPr lang="en-US" sz="2500" b="1" dirty="0">
                <a:solidFill>
                  <a:schemeClr val="tx1"/>
                </a:solidFill>
                <a:latin typeface="맑은 고딕" pitchFamily="34" charset="0"/>
                <a:ea typeface="맑은 고딕" pitchFamily="34" charset="-122"/>
                <a:cs typeface="맑은 고딕" pitchFamily="34" charset="-120"/>
              </a:rPr>
              <a:t>예배</a:t>
            </a:r>
            <a:endParaRPr lang="en-US" sz="2500" dirty="0"/>
          </a:p>
        </p:txBody>
      </p:sp>
      <p:sp>
        <p:nvSpPr>
          <p:cNvPr id="18" name="flow-3-body"/>
          <p:cNvSpPr txBox="1"/>
          <p:nvPr/>
        </p:nvSpPr>
        <p:spPr>
          <a:xfrm>
            <a:off x="7470465" y="2798064"/>
            <a:ext cx="1688531" cy="877824"/>
          </a:xfrm>
          <a:prstGeom prst="rect">
            <a:avLst/>
          </a:prstGeom>
          <a:noFill/>
          <a:ln/>
        </p:spPr>
        <p:txBody>
          <a:bodyPr wrap="square" lIns="0" tIns="0" rIns="0" bIns="0" rtlCol="0" anchor="t"/>
          <a:lstStyle/>
          <a:p>
            <a:pPr algn="ctr" indent="0" marL="0">
              <a:lnSpc>
                <a:spcPct val="118000"/>
              </a:lnSpc>
              <a:buNone/>
            </a:pPr>
            <a:r>
              <a:rPr lang="en-US" sz="1800" dirty="0">
                <a:solidFill>
                  <a:schemeClr val="accent3"/>
                </a:solidFill>
                <a:latin typeface="맑은 고딕" pitchFamily="34" charset="0"/>
                <a:ea typeface="맑은 고딕" pitchFamily="34" charset="-122"/>
                <a:cs typeface="맑은 고딕" pitchFamily="34" charset="-120"/>
              </a:rPr>
              <a:t>영과 진리로</a:t>
            </a:r>
            <a:endParaRPr lang="en-US" sz="1800" dirty="0"/>
          </a:p>
        </p:txBody>
      </p:sp>
      <p:sp>
        <p:nvSpPr>
          <p:cNvPr id="19" name="flow-3-arrow"/>
          <p:cNvSpPr txBox="1"/>
          <p:nvPr/>
        </p:nvSpPr>
        <p:spPr>
          <a:xfrm>
            <a:off x="9287012" y="2816352"/>
            <a:ext cx="274320" cy="402336"/>
          </a:xfrm>
          <a:prstGeom prst="rect">
            <a:avLst/>
          </a:prstGeom>
          <a:noFill/>
          <a:ln/>
        </p:spPr>
        <p:txBody>
          <a:bodyPr wrap="square" lIns="0" tIns="0" rIns="0" bIns="0" rtlCol="0" anchor="ctr"/>
          <a:lstStyle/>
          <a:p>
            <a:pPr algn="ctr" indent="0" marL="0">
              <a:buNone/>
            </a:pPr>
            <a:r>
              <a:rPr lang="en-US" sz="1500" dirty="0">
                <a:solidFill>
                  <a:schemeClr val="accent1"/>
                </a:solidFill>
                <a:latin typeface="맑은 고딕" pitchFamily="34" charset="0"/>
                <a:ea typeface="맑은 고딕" pitchFamily="34" charset="-122"/>
                <a:cs typeface="맑은 고딕" pitchFamily="34" charset="-120"/>
              </a:rPr>
              <a:t>▸</a:t>
            </a:r>
            <a:endParaRPr lang="en-US" sz="1500" dirty="0"/>
          </a:p>
        </p:txBody>
      </p:sp>
      <p:sp>
        <p:nvSpPr>
          <p:cNvPr id="20" name="flow-4"/>
          <p:cNvSpPr/>
          <p:nvPr/>
        </p:nvSpPr>
        <p:spPr>
          <a:xfrm>
            <a:off x="9561332" y="2194560"/>
            <a:ext cx="1944563" cy="1645920"/>
          </a:xfrm>
          <a:prstGeom prst="roundRect">
            <a:avLst>
              <a:gd name="adj" fmla="val 3333"/>
            </a:avLst>
          </a:prstGeom>
          <a:solidFill>
            <a:schemeClr val="bg2"/>
          </a:solidFill>
          <a:ln/>
          <a:effectLst>
            <a:outerShdw sx="100000" sy="100000" kx="0" ky="0" algn="bl" rotWithShape="0" blurRad="127000" dist="25400" dir="5400000">
              <a:srgbClr val="0E1826">
                <a:alpha val="10000"/>
              </a:srgbClr>
            </a:outerShdw>
          </a:effectLst>
        </p:spPr>
      </p:sp>
      <p:sp>
        <p:nvSpPr>
          <p:cNvPr id="21" name="flow-4-head"/>
          <p:cNvSpPr txBox="1"/>
          <p:nvPr/>
        </p:nvSpPr>
        <p:spPr>
          <a:xfrm>
            <a:off x="9707636" y="2377440"/>
            <a:ext cx="1651955" cy="384048"/>
          </a:xfrm>
          <a:prstGeom prst="rect">
            <a:avLst/>
          </a:prstGeom>
          <a:noFill/>
          <a:ln/>
        </p:spPr>
        <p:txBody>
          <a:bodyPr wrap="square" lIns="0" tIns="0" rIns="0" bIns="0" rtlCol="0" anchor="ctr"/>
          <a:lstStyle/>
          <a:p>
            <a:pPr algn="ctr" indent="0" marL="0">
              <a:buNone/>
            </a:pPr>
            <a:r>
              <a:rPr lang="en-US" sz="2500" b="1" dirty="0">
                <a:solidFill>
                  <a:schemeClr val="tx1"/>
                </a:solidFill>
                <a:latin typeface="맑은 고딕" pitchFamily="34" charset="0"/>
                <a:ea typeface="맑은 고딕" pitchFamily="34" charset="-122"/>
                <a:cs typeface="맑은 고딕" pitchFamily="34" charset="-120"/>
              </a:rPr>
              <a:t>메시아</a:t>
            </a:r>
            <a:endParaRPr lang="en-US" sz="2500" dirty="0"/>
          </a:p>
        </p:txBody>
      </p:sp>
      <p:sp>
        <p:nvSpPr>
          <p:cNvPr id="22" name="flow-4-body"/>
          <p:cNvSpPr txBox="1"/>
          <p:nvPr/>
        </p:nvSpPr>
        <p:spPr>
          <a:xfrm>
            <a:off x="9689348" y="2798064"/>
            <a:ext cx="1688531" cy="877824"/>
          </a:xfrm>
          <a:prstGeom prst="rect">
            <a:avLst/>
          </a:prstGeom>
          <a:noFill/>
          <a:ln/>
        </p:spPr>
        <p:txBody>
          <a:bodyPr wrap="square" lIns="0" tIns="0" rIns="0" bIns="0" rtlCol="0" anchor="t"/>
          <a:lstStyle/>
          <a:p>
            <a:pPr algn="ctr" indent="0" marL="0">
              <a:lnSpc>
                <a:spcPct val="118000"/>
              </a:lnSpc>
              <a:buNone/>
            </a:pPr>
            <a:r>
              <a:rPr lang="en-US" sz="1800" dirty="0">
                <a:solidFill>
                  <a:schemeClr val="accent3"/>
                </a:solidFill>
                <a:latin typeface="맑은 고딕" pitchFamily="34" charset="0"/>
                <a:ea typeface="맑은 고딕" pitchFamily="34" charset="-122"/>
                <a:cs typeface="맑은 고딕" pitchFamily="34" charset="-120"/>
              </a:rPr>
              <a:t>내가 그라</a:t>
            </a:r>
            <a:endParaRPr lang="en-US" sz="1800" dirty="0"/>
          </a:p>
        </p:txBody>
      </p:sp>
      <p:sp>
        <p:nvSpPr>
          <p:cNvPr id="23" name="keyline"/>
          <p:cNvSpPr/>
          <p:nvPr/>
        </p:nvSpPr>
        <p:spPr>
          <a:xfrm>
            <a:off x="685800" y="5029200"/>
            <a:ext cx="10820095" cy="914400"/>
          </a:xfrm>
          <a:prstGeom prst="roundRect">
            <a:avLst>
              <a:gd name="adj" fmla="val 10000"/>
            </a:avLst>
          </a:prstGeom>
          <a:solidFill>
            <a:schemeClr val="tx2"/>
          </a:solidFill>
          <a:ln/>
        </p:spPr>
      </p:sp>
      <p:sp>
        <p:nvSpPr>
          <p:cNvPr id="24" name="keyline-text"/>
          <p:cNvSpPr txBox="1"/>
          <p:nvPr/>
        </p:nvSpPr>
        <p:spPr>
          <a:xfrm>
            <a:off x="960120" y="5029200"/>
            <a:ext cx="10271455" cy="914400"/>
          </a:xfrm>
          <a:prstGeom prst="rect">
            <a:avLst/>
          </a:prstGeom>
          <a:noFill/>
          <a:ln/>
        </p:spPr>
        <p:txBody>
          <a:bodyPr wrap="square" lIns="0" tIns="0" rIns="0" bIns="0" rtlCol="0" anchor="ctr"/>
          <a:lstStyle/>
          <a:p>
            <a:pPr indent="0" marL="0">
              <a:buNone/>
            </a:pPr>
            <a:r>
              <a:rPr lang="en-US" sz="2700" b="1" dirty="0">
                <a:solidFill>
                  <a:schemeClr val="accent6"/>
                </a:solidFill>
                <a:latin typeface="맑은 고딕" pitchFamily="34" charset="0"/>
                <a:ea typeface="맑은 고딕" pitchFamily="34" charset="-122"/>
                <a:cs typeface="맑은 고딕" pitchFamily="34" charset="-120"/>
              </a:rPr>
              <a:t>목마름에서 시작해 예배로, 예배에서 메시아로</a:t>
            </a:r>
            <a:endParaRPr lang="en-US" sz="2700" dirty="0"/>
          </a:p>
        </p:txBody>
      </p:sp>
      <p:sp>
        <p:nvSpPr>
          <p:cNvPr id="26"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영과 진리로 예배할 때가 오나니</a:t>
            </a:r>
            <a:endParaRPr lang="en-US" sz="4000" dirty="0"/>
          </a:p>
        </p:txBody>
      </p:sp>
      <p:sp>
        <p:nvSpPr>
          <p:cNvPr id="3" name="stmt-text"/>
          <p:cNvSpPr txBox="1"/>
          <p:nvPr/>
        </p:nvSpPr>
        <p:spPr>
          <a:xfrm>
            <a:off x="685800" y="2011680"/>
            <a:ext cx="10820095" cy="1225296"/>
          </a:xfrm>
          <a:prstGeom prst="rect">
            <a:avLst/>
          </a:prstGeom>
          <a:noFill/>
          <a:ln/>
        </p:spPr>
        <p:txBody>
          <a:bodyPr wrap="square" lIns="0" tIns="0" rIns="0" bIns="0" rtlCol="0" anchor="t"/>
          <a:lstStyle/>
          <a:p>
            <a:pPr algn="l" indent="0" marL="0">
              <a:lnSpc>
                <a:spcPct val="134000"/>
              </a:lnSpc>
              <a:buNone/>
            </a:pPr>
            <a:r>
              <a:rPr lang="en-US" sz="3600" b="1" dirty="0">
                <a:solidFill>
                  <a:schemeClr val="bg1"/>
                </a:solidFill>
                <a:latin typeface="맑은 고딕" pitchFamily="34" charset="0"/>
                <a:ea typeface="맑은 고딕" pitchFamily="34" charset="-122"/>
                <a:cs typeface="맑은 고딕" pitchFamily="34" charset="-120"/>
              </a:rPr>
              <a:t>예배는 장소의 문제가 아니라</a:t>
            </a:r>
            <a:endParaRPr lang="en-US" sz="3600" dirty="0"/>
          </a:p>
          <a:p>
            <a:pPr algn="l" indent="0" marL="0">
              <a:lnSpc>
                <a:spcPct val="134000"/>
              </a:lnSpc>
              <a:buNone/>
            </a:pPr>
            <a:r>
              <a:rPr lang="en-US" sz="3600" b="1" dirty="0">
                <a:solidFill>
                  <a:schemeClr val="bg1"/>
                </a:solidFill>
                <a:latin typeface="맑은 고딕" pitchFamily="34" charset="0"/>
                <a:ea typeface="맑은 고딕" pitchFamily="34" charset="-122"/>
                <a:cs typeface="맑은 고딕" pitchFamily="34" charset="-120"/>
              </a:rPr>
              <a:t>대상과 태도의 문제입니다</a:t>
            </a:r>
            <a:endParaRPr lang="en-US" sz="3600" dirty="0"/>
          </a:p>
        </p:txBody>
      </p:sp>
      <p:sp>
        <p:nvSpPr>
          <p:cNvPr id="4" name="stmt-sub"/>
          <p:cNvSpPr txBox="1"/>
          <p:nvPr/>
        </p:nvSpPr>
        <p:spPr>
          <a:xfrm>
            <a:off x="685800" y="3438144"/>
            <a:ext cx="10820095" cy="332842"/>
          </a:xfrm>
          <a:prstGeom prst="rect">
            <a:avLst/>
          </a:prstGeom>
          <a:noFill/>
          <a:ln/>
        </p:spPr>
        <p:txBody>
          <a:bodyPr wrap="square" lIns="0" tIns="0" rIns="0" bIns="0" rtlCol="0" anchor="t"/>
          <a:lstStyle/>
          <a:p>
            <a:pPr algn="l" indent="0" marL="0">
              <a:lnSpc>
                <a:spcPct val="130000"/>
              </a:lnSpc>
              <a:buNone/>
            </a:pPr>
            <a:r>
              <a:rPr lang="en-US" sz="2000" dirty="0">
                <a:solidFill>
                  <a:schemeClr val="accent6"/>
                </a:solidFill>
                <a:latin typeface="맑은 고딕" pitchFamily="34" charset="0"/>
                <a:ea typeface="맑은 고딕" pitchFamily="34" charset="-122"/>
                <a:cs typeface="맑은 고딕" pitchFamily="34" charset="-120"/>
              </a:rPr>
              <a:t>하나님은 영이시니 — 예배하는 자가 영과 진리로 예배할 것이니라</a:t>
            </a:r>
            <a:endParaRPr lang="en-US" sz="2000" dirty="0"/>
          </a:p>
        </p:txBody>
      </p:sp>
      <p:sp>
        <p:nvSpPr>
          <p:cNvPr id="5" name="stmt-ref"/>
          <p:cNvSpPr txBox="1"/>
          <p:nvPr/>
        </p:nvSpPr>
        <p:spPr>
          <a:xfrm>
            <a:off x="685800" y="3917290"/>
            <a:ext cx="10820095" cy="402336"/>
          </a:xfrm>
          <a:prstGeom prst="rect">
            <a:avLst/>
          </a:prstGeom>
          <a:noFill/>
          <a:ln/>
        </p:spPr>
        <p:txBody>
          <a:bodyPr wrap="square" lIns="0" tIns="0" rIns="0" bIns="0" rtlCol="0" anchor="ctr"/>
          <a:lstStyle/>
          <a:p>
            <a:pPr algn="l" indent="0" marL="0">
              <a:buNone/>
            </a:pPr>
            <a:r>
              <a:rPr lang="en-US" sz="1800" b="1" dirty="0">
                <a:solidFill>
                  <a:schemeClr val="accent1"/>
                </a:solidFill>
                <a:latin typeface="맑은 고딕" pitchFamily="34" charset="0"/>
                <a:ea typeface="맑은 고딕" pitchFamily="34" charset="-122"/>
                <a:cs typeface="맑은 고딕" pitchFamily="34" charset="-120"/>
              </a:rPr>
              <a:t>요한복음 4:23~24</a:t>
            </a:r>
            <a:endParaRPr lang="en-US" sz="1800" dirty="0"/>
          </a:p>
        </p:txBody>
      </p:sp>
      <p:sp>
        <p:nvSpPr>
          <p:cNvPr id="6" name="keyline"/>
          <p:cNvSpPr/>
          <p:nvPr/>
        </p:nvSpPr>
        <p:spPr>
          <a:xfrm>
            <a:off x="685800" y="5120640"/>
            <a:ext cx="10820095" cy="822960"/>
          </a:xfrm>
          <a:prstGeom prst="roundRect">
            <a:avLst>
              <a:gd name="adj" fmla="val 11111"/>
            </a:avLst>
          </a:prstGeom>
          <a:solidFill>
            <a:schemeClr val="tx2"/>
          </a:solidFill>
          <a:ln/>
        </p:spPr>
      </p:sp>
      <p:sp>
        <p:nvSpPr>
          <p:cNvPr id="7" name="keyline-text"/>
          <p:cNvSpPr txBox="1"/>
          <p:nvPr/>
        </p:nvSpPr>
        <p:spPr>
          <a:xfrm>
            <a:off x="960120" y="5120640"/>
            <a:ext cx="10271455" cy="822960"/>
          </a:xfrm>
          <a:prstGeom prst="rect">
            <a:avLst/>
          </a:prstGeom>
          <a:noFill/>
          <a:ln/>
        </p:spPr>
        <p:txBody>
          <a:bodyPr wrap="square" lIns="0" tIns="0" rIns="0" bIns="0" rtlCol="0" anchor="ctr"/>
          <a:lstStyle/>
          <a:p>
            <a:pPr indent="0" marL="0">
              <a:buNone/>
            </a:pPr>
            <a:r>
              <a:rPr lang="en-US" sz="2700" b="1" dirty="0">
                <a:solidFill>
                  <a:schemeClr val="accent6"/>
                </a:solidFill>
                <a:latin typeface="맑은 고딕" pitchFamily="34" charset="0"/>
                <a:ea typeface="맑은 고딕" pitchFamily="34" charset="-122"/>
                <a:cs typeface="맑은 고딕" pitchFamily="34" charset="-120"/>
              </a:rPr>
              <a:t>아버지께서 그런 자들을 찾으십니다</a:t>
            </a:r>
            <a:endParaRPr lang="en-US" sz="27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물동이를 버려두고</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요 4:28~29</a:t>
            </a:r>
            <a:endParaRPr lang="en-US" sz="1700" dirty="0"/>
          </a:p>
        </p:txBody>
      </p:sp>
      <p:sp>
        <p:nvSpPr>
          <p:cNvPr id="4" name="stmt-text"/>
          <p:cNvSpPr txBox="1"/>
          <p:nvPr/>
        </p:nvSpPr>
        <p:spPr>
          <a:xfrm>
            <a:off x="685800" y="2103120"/>
            <a:ext cx="10820095" cy="680720"/>
          </a:xfrm>
          <a:prstGeom prst="rect">
            <a:avLst/>
          </a:prstGeom>
          <a:noFill/>
          <a:ln/>
        </p:spPr>
        <p:txBody>
          <a:bodyPr wrap="square" lIns="0" tIns="0" rIns="0" bIns="0" rtlCol="0" anchor="t"/>
          <a:lstStyle/>
          <a:p>
            <a:pPr algn="l" indent="0" marL="0">
              <a:lnSpc>
                <a:spcPct val="134000"/>
              </a:lnSpc>
              <a:buNone/>
            </a:pPr>
            <a:r>
              <a:rPr lang="en-US" sz="4000" b="1" dirty="0">
                <a:solidFill>
                  <a:schemeClr val="tx1"/>
                </a:solidFill>
                <a:latin typeface="맑은 고딕" pitchFamily="34" charset="0"/>
                <a:ea typeface="맑은 고딕" pitchFamily="34" charset="-122"/>
                <a:cs typeface="맑은 고딕" pitchFamily="34" charset="-120"/>
              </a:rPr>
              <a:t>“와서 보라”</a:t>
            </a:r>
            <a:endParaRPr lang="en-US" sz="4000" dirty="0"/>
          </a:p>
        </p:txBody>
      </p:sp>
      <p:sp>
        <p:nvSpPr>
          <p:cNvPr id="5" name="stmt-sub"/>
          <p:cNvSpPr txBox="1"/>
          <p:nvPr/>
        </p:nvSpPr>
        <p:spPr>
          <a:xfrm>
            <a:off x="685800" y="2985008"/>
            <a:ext cx="10820095" cy="739648"/>
          </a:xfrm>
          <a:prstGeom prst="rect">
            <a:avLst/>
          </a:prstGeom>
          <a:noFill/>
          <a:ln/>
        </p:spPr>
        <p:txBody>
          <a:bodyPr wrap="square" lIns="0" tIns="0" rIns="0" bIns="0" rtlCol="0" anchor="t"/>
          <a:lstStyle/>
          <a:p>
            <a:pPr algn="l" indent="0" marL="0">
              <a:lnSpc>
                <a:spcPct val="130000"/>
              </a:lnSpc>
              <a:buNone/>
            </a:pPr>
            <a:r>
              <a:rPr lang="en-US" sz="2200" dirty="0">
                <a:solidFill>
                  <a:schemeClr val="accent3"/>
                </a:solidFill>
                <a:latin typeface="맑은 고딕" pitchFamily="34" charset="0"/>
                <a:ea typeface="맑은 고딕" pitchFamily="34" charset="-122"/>
                <a:cs typeface="맑은 고딕" pitchFamily="34" charset="-120"/>
              </a:rPr>
              <a:t>정오에 사람을 피해 혼자 왔던 여인이</a:t>
            </a:r>
            <a:endParaRPr lang="en-US" sz="2200" dirty="0"/>
          </a:p>
          <a:p>
            <a:pPr algn="l" indent="0" marL="0">
              <a:lnSpc>
                <a:spcPct val="130000"/>
              </a:lnSpc>
              <a:buNone/>
            </a:pPr>
            <a:r>
              <a:rPr lang="en-US" sz="2200" dirty="0">
                <a:solidFill>
                  <a:schemeClr val="accent3"/>
                </a:solidFill>
                <a:latin typeface="맑은 고딕" pitchFamily="34" charset="0"/>
                <a:ea typeface="맑은 고딕" pitchFamily="34" charset="-122"/>
                <a:cs typeface="맑은 고딕" pitchFamily="34" charset="-120"/>
              </a:rPr>
              <a:t>동네로 들어가 사람들을 불러옵니다</a:t>
            </a:r>
            <a:endParaRPr lang="en-US" sz="2200" dirty="0"/>
          </a:p>
        </p:txBody>
      </p:sp>
      <p:sp>
        <p:nvSpPr>
          <p:cNvPr id="6" name="keyline"/>
          <p:cNvSpPr/>
          <p:nvPr/>
        </p:nvSpPr>
        <p:spPr>
          <a:xfrm>
            <a:off x="685800" y="4937760"/>
            <a:ext cx="10820095" cy="914400"/>
          </a:xfrm>
          <a:prstGeom prst="roundRect">
            <a:avLst>
              <a:gd name="adj" fmla="val 10000"/>
            </a:avLst>
          </a:prstGeom>
          <a:solidFill>
            <a:schemeClr val="tx2"/>
          </a:solidFill>
          <a:ln/>
        </p:spPr>
      </p:sp>
      <p:sp>
        <p:nvSpPr>
          <p:cNvPr id="7" name="keyline-text"/>
          <p:cNvSpPr txBox="1"/>
          <p:nvPr/>
        </p:nvSpPr>
        <p:spPr>
          <a:xfrm>
            <a:off x="960120" y="4937760"/>
            <a:ext cx="10271455" cy="91440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만난 사람은 말하지 않을 수 없습니다</a:t>
            </a:r>
            <a:endParaRPr lang="en-US" sz="2800" dirty="0"/>
          </a:p>
        </p:txBody>
      </p:sp>
      <p:sp>
        <p:nvSpPr>
          <p:cNvPr id="9"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제자들은 음식을 보고 있었습니다</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질문 49~50</a:t>
            </a:r>
            <a:endParaRPr lang="en-US" sz="1700" dirty="0"/>
          </a:p>
        </p:txBody>
      </p:sp>
      <p:sp>
        <p:nvSpPr>
          <p:cNvPr id="4" name="cmp-0"/>
          <p:cNvSpPr/>
          <p:nvPr/>
        </p:nvSpPr>
        <p:spPr>
          <a:xfrm>
            <a:off x="685800" y="1920240"/>
            <a:ext cx="5272888" cy="3017520"/>
          </a:xfrm>
          <a:prstGeom prst="roundRect">
            <a:avLst>
              <a:gd name="adj" fmla="val 1818"/>
            </a:avLst>
          </a:prstGeom>
          <a:solidFill>
            <a:schemeClr val="bg2"/>
          </a:solidFill>
          <a:ln/>
          <a:effectLst>
            <a:outerShdw sx="100000" sy="100000" kx="0" ky="0" algn="bl" rotWithShape="0" blurRad="127000" dist="25400" dir="5400000">
              <a:srgbClr val="0E1826">
                <a:alpha val="10000"/>
              </a:srgbClr>
            </a:outerShdw>
          </a:effectLst>
        </p:spPr>
      </p:sp>
      <p:sp>
        <p:nvSpPr>
          <p:cNvPr id="5" name="cmp-0-head"/>
          <p:cNvSpPr txBox="1"/>
          <p:nvPr/>
        </p:nvSpPr>
        <p:spPr>
          <a:xfrm>
            <a:off x="960120" y="2157984"/>
            <a:ext cx="4724248" cy="420624"/>
          </a:xfrm>
          <a:prstGeom prst="rect">
            <a:avLst/>
          </a:prstGeom>
          <a:noFill/>
          <a:ln/>
        </p:spPr>
        <p:txBody>
          <a:bodyPr wrap="square" lIns="0" tIns="0" rIns="0" bIns="0" rtlCol="0" anchor="t"/>
          <a:lstStyle/>
          <a:p>
            <a:pPr indent="0" marL="0">
              <a:buNone/>
            </a:pPr>
            <a:r>
              <a:rPr lang="en-US" sz="2000" b="1" dirty="0">
                <a:solidFill>
                  <a:schemeClr val="tx1"/>
                </a:solidFill>
                <a:latin typeface="맑은 고딕" pitchFamily="34" charset="0"/>
                <a:ea typeface="맑은 고딕" pitchFamily="34" charset="-122"/>
                <a:cs typeface="맑은 고딕" pitchFamily="34" charset="-120"/>
              </a:rPr>
              <a:t>제자들</a:t>
            </a:r>
            <a:endParaRPr lang="en-US" sz="2000" dirty="0"/>
          </a:p>
        </p:txBody>
      </p:sp>
      <p:sp>
        <p:nvSpPr>
          <p:cNvPr id="6" name="cmp-0-items"/>
          <p:cNvSpPr txBox="1"/>
          <p:nvPr/>
        </p:nvSpPr>
        <p:spPr>
          <a:xfrm>
            <a:off x="960120" y="2743200"/>
            <a:ext cx="4724248" cy="2066544"/>
          </a:xfrm>
          <a:prstGeom prst="rect">
            <a:avLst/>
          </a:prstGeom>
          <a:noFill/>
          <a:ln/>
        </p:spPr>
        <p:txBody>
          <a:bodyPr wrap="square" lIns="0" tIns="0" rIns="0" bIns="0" rtlCol="0" anchor="t"/>
          <a:lstStyle/>
          <a:p>
            <a:pPr marL="342900" indent="-342900">
              <a:spcAft>
                <a:spcPts val="900"/>
              </a:spcAft>
              <a:buSzPct val="100000"/>
              <a:buChar char="•"/>
            </a:pPr>
            <a:r>
              <a:rPr lang="en-US" sz="2000" dirty="0">
                <a:solidFill>
                  <a:schemeClr val="tx1"/>
                </a:solidFill>
                <a:latin typeface="맑은 고딕" pitchFamily="34" charset="0"/>
                <a:ea typeface="맑은 고딕" pitchFamily="34" charset="-122"/>
                <a:cs typeface="맑은 고딕" pitchFamily="34" charset="-120"/>
              </a:rPr>
              <a:t>먹을 것을 사러 동네에 갔습니다</a:t>
            </a:r>
            <a:endParaRPr lang="en-US" sz="2000" dirty="0"/>
          </a:p>
          <a:p>
            <a:pPr marL="342900" indent="-342900">
              <a:spcAft>
                <a:spcPts val="900"/>
              </a:spcAft>
              <a:buSzPct val="100000"/>
              <a:buChar char="•"/>
            </a:pPr>
            <a:r>
              <a:rPr lang="en-US" sz="2000" dirty="0">
                <a:solidFill>
                  <a:schemeClr val="tx1"/>
                </a:solidFill>
                <a:latin typeface="맑은 고딕" pitchFamily="34" charset="0"/>
                <a:ea typeface="맑은 고딕" pitchFamily="34" charset="-122"/>
                <a:cs typeface="맑은 고딕" pitchFamily="34" charset="-120"/>
              </a:rPr>
              <a:t>“랍비여 잡수소서”</a:t>
            </a:r>
            <a:endParaRPr lang="en-US" sz="2000" dirty="0"/>
          </a:p>
          <a:p>
            <a:pPr marL="342900" indent="-342900">
              <a:spcAft>
                <a:spcPts val="900"/>
              </a:spcAft>
              <a:buSzPct val="100000"/>
              <a:buChar char="•"/>
            </a:pPr>
            <a:r>
              <a:rPr lang="en-US" sz="2000" dirty="0">
                <a:solidFill>
                  <a:schemeClr val="tx1"/>
                </a:solidFill>
                <a:latin typeface="맑은 고딕" pitchFamily="34" charset="0"/>
                <a:ea typeface="맑은 고딕" pitchFamily="34" charset="-122"/>
                <a:cs typeface="맑은 고딕" pitchFamily="34" charset="-120"/>
              </a:rPr>
              <a:t>눈에 보이는 양식에 머물러 있습니다</a:t>
            </a:r>
            <a:endParaRPr lang="en-US" sz="2000" dirty="0"/>
          </a:p>
        </p:txBody>
      </p:sp>
      <p:sp>
        <p:nvSpPr>
          <p:cNvPr id="7" name="cmp-1"/>
          <p:cNvSpPr/>
          <p:nvPr/>
        </p:nvSpPr>
        <p:spPr>
          <a:xfrm>
            <a:off x="6233008" y="1920240"/>
            <a:ext cx="5272888" cy="3017520"/>
          </a:xfrm>
          <a:prstGeom prst="roundRect">
            <a:avLst>
              <a:gd name="adj" fmla="val 1818"/>
            </a:avLst>
          </a:prstGeom>
          <a:solidFill>
            <a:schemeClr val="tx2"/>
          </a:solidFill>
          <a:ln/>
          <a:effectLst>
            <a:outerShdw sx="100000" sy="100000" kx="0" ky="0" algn="bl" rotWithShape="0" blurRad="127000" dist="25400" dir="5400000">
              <a:srgbClr val="0E1826">
                <a:alpha val="10000"/>
              </a:srgbClr>
            </a:outerShdw>
          </a:effectLst>
        </p:spPr>
      </p:sp>
      <p:sp>
        <p:nvSpPr>
          <p:cNvPr id="8" name="cmp-1-head"/>
          <p:cNvSpPr txBox="1"/>
          <p:nvPr/>
        </p:nvSpPr>
        <p:spPr>
          <a:xfrm>
            <a:off x="6507328" y="2157984"/>
            <a:ext cx="4724248" cy="420624"/>
          </a:xfrm>
          <a:prstGeom prst="rect">
            <a:avLst/>
          </a:prstGeom>
          <a:noFill/>
          <a:ln/>
        </p:spPr>
        <p:txBody>
          <a:bodyPr wrap="square" lIns="0" tIns="0" rIns="0" bIns="0" rtlCol="0" anchor="t"/>
          <a:lstStyle/>
          <a:p>
            <a:pPr indent="0" marL="0">
              <a:buNone/>
            </a:pPr>
            <a:r>
              <a:rPr lang="en-US" sz="2000" b="1" dirty="0">
                <a:solidFill>
                  <a:schemeClr val="accent1"/>
                </a:solidFill>
                <a:latin typeface="맑은 고딕" pitchFamily="34" charset="0"/>
                <a:ea typeface="맑은 고딕" pitchFamily="34" charset="-122"/>
                <a:cs typeface="맑은 고딕" pitchFamily="34" charset="-120"/>
              </a:rPr>
              <a:t>예수님</a:t>
            </a:r>
            <a:endParaRPr lang="en-US" sz="2000" dirty="0"/>
          </a:p>
        </p:txBody>
      </p:sp>
      <p:sp>
        <p:nvSpPr>
          <p:cNvPr id="9" name="cmp-1-items"/>
          <p:cNvSpPr txBox="1"/>
          <p:nvPr/>
        </p:nvSpPr>
        <p:spPr>
          <a:xfrm>
            <a:off x="6507328" y="2743200"/>
            <a:ext cx="4724248" cy="2066544"/>
          </a:xfrm>
          <a:prstGeom prst="rect">
            <a:avLst/>
          </a:prstGeom>
          <a:noFill/>
          <a:ln/>
        </p:spPr>
        <p:txBody>
          <a:bodyPr wrap="square" lIns="0" tIns="0" rIns="0" bIns="0" rtlCol="0" anchor="t"/>
          <a:lstStyle/>
          <a:p>
            <a:pPr marL="342900" indent="-342900">
              <a:spcAft>
                <a:spcPts val="900"/>
              </a:spcAft>
              <a:buSzPct val="100000"/>
              <a:buChar char="•"/>
            </a:pPr>
            <a:r>
              <a:rPr lang="en-US" sz="2000" dirty="0">
                <a:solidFill>
                  <a:schemeClr val="bg1"/>
                </a:solidFill>
                <a:latin typeface="맑은 고딕" pitchFamily="34" charset="0"/>
                <a:ea typeface="맑은 고딕" pitchFamily="34" charset="-122"/>
                <a:cs typeface="맑은 고딕" pitchFamily="34" charset="-120"/>
              </a:rPr>
              <a:t>“내게는 너희가 알지 못하는 양식이 있느니라”</a:t>
            </a:r>
            <a:endParaRPr lang="en-US" sz="2000" dirty="0"/>
          </a:p>
          <a:p>
            <a:pPr marL="342900" indent="-342900">
              <a:spcAft>
                <a:spcPts val="900"/>
              </a:spcAft>
              <a:buSzPct val="100000"/>
              <a:buChar char="•"/>
            </a:pPr>
            <a:r>
              <a:rPr lang="en-US" sz="2000" dirty="0">
                <a:solidFill>
                  <a:schemeClr val="bg1"/>
                </a:solidFill>
                <a:latin typeface="맑은 고딕" pitchFamily="34" charset="0"/>
                <a:ea typeface="맑은 고딕" pitchFamily="34" charset="-122"/>
                <a:cs typeface="맑은 고딕" pitchFamily="34" charset="-120"/>
              </a:rPr>
              <a:t>“나를 보내신 이의 뜻을 행하는 것”</a:t>
            </a:r>
            <a:endParaRPr lang="en-US" sz="2000" dirty="0"/>
          </a:p>
          <a:p>
            <a:pPr marL="342900" indent="-342900">
              <a:spcAft>
                <a:spcPts val="900"/>
              </a:spcAft>
              <a:buSzPct val="100000"/>
              <a:buChar char="•"/>
            </a:pPr>
            <a:r>
              <a:rPr lang="en-US" sz="2000" dirty="0">
                <a:solidFill>
                  <a:schemeClr val="bg1"/>
                </a:solidFill>
                <a:latin typeface="맑은 고딕" pitchFamily="34" charset="0"/>
                <a:ea typeface="맑은 고딕" pitchFamily="34" charset="-122"/>
                <a:cs typeface="맑은 고딕" pitchFamily="34" charset="-120"/>
              </a:rPr>
              <a:t>“눈을 들어 밭을 보라 희어져 추수하게 되었도다”</a:t>
            </a:r>
            <a:endParaRPr lang="en-US" sz="2000" dirty="0"/>
          </a:p>
        </p:txBody>
      </p:sp>
      <p:sp>
        <p:nvSpPr>
          <p:cNvPr id="10" name="keyline"/>
          <p:cNvSpPr/>
          <p:nvPr/>
        </p:nvSpPr>
        <p:spPr>
          <a:xfrm>
            <a:off x="685800" y="5120640"/>
            <a:ext cx="10820095" cy="822960"/>
          </a:xfrm>
          <a:prstGeom prst="roundRect">
            <a:avLst>
              <a:gd name="adj" fmla="val 11111"/>
            </a:avLst>
          </a:prstGeom>
          <a:solidFill>
            <a:schemeClr val="tx2"/>
          </a:solidFill>
          <a:ln/>
        </p:spPr>
      </p:sp>
      <p:sp>
        <p:nvSpPr>
          <p:cNvPr id="11" name="keyline-text"/>
          <p:cNvSpPr txBox="1"/>
          <p:nvPr/>
        </p:nvSpPr>
        <p:spPr>
          <a:xfrm>
            <a:off x="960120" y="5120640"/>
            <a:ext cx="10271455" cy="822960"/>
          </a:xfrm>
          <a:prstGeom prst="rect">
            <a:avLst/>
          </a:prstGeom>
          <a:noFill/>
          <a:ln/>
        </p:spPr>
        <p:txBody>
          <a:bodyPr wrap="square" lIns="0" tIns="0" rIns="0" bIns="0" rtlCol="0" anchor="ctr"/>
          <a:lstStyle/>
          <a:p>
            <a:pPr indent="0" marL="0">
              <a:buNone/>
            </a:pPr>
            <a:r>
              <a:rPr lang="en-US" sz="2500" b="1" dirty="0">
                <a:solidFill>
                  <a:schemeClr val="accent6"/>
                </a:solidFill>
                <a:latin typeface="맑은 고딕" pitchFamily="34" charset="0"/>
                <a:ea typeface="맑은 고딕" pitchFamily="34" charset="-122"/>
                <a:cs typeface="맑은 고딕" pitchFamily="34" charset="-120"/>
              </a:rPr>
              <a:t>같은 자리에서 한쪽은 음식을, 한쪽은 추수를 봅니다</a:t>
            </a:r>
            <a:endParaRPr lang="en-US" sz="2500" dirty="0"/>
          </a:p>
        </p:txBody>
      </p:sp>
      <p:sp>
        <p:nvSpPr>
          <p:cNvPr id="13"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두 번째 표적 — 왕의 신하</a:t>
            </a:r>
            <a:endParaRPr lang="en-US" sz="4000" dirty="0"/>
          </a:p>
        </p:txBody>
      </p:sp>
      <p:sp>
        <p:nvSpPr>
          <p:cNvPr id="3" name="qtag"/>
          <p:cNvSpPr txBox="1"/>
          <p:nvPr/>
        </p:nvSpPr>
        <p:spPr>
          <a:xfrm>
            <a:off x="9601200" y="420624"/>
            <a:ext cx="1901952" cy="841248"/>
          </a:xfrm>
          <a:prstGeom prst="rect">
            <a:avLst/>
          </a:prstGeom>
          <a:noFill/>
          <a:ln/>
        </p:spPr>
        <p:txBody>
          <a:bodyPr wrap="square" lIns="0" tIns="0" rIns="0" bIns="0" rtlCol="0" anchor="ctr"/>
          <a:lstStyle/>
          <a:p>
            <a:pPr algn="r" indent="0" marL="0">
              <a:buNone/>
            </a:pPr>
            <a:r>
              <a:rPr lang="en-US" sz="1700" b="1" dirty="0">
                <a:solidFill>
                  <a:schemeClr val="accent1"/>
                </a:solidFill>
                <a:latin typeface="맑은 고딕" pitchFamily="34" charset="0"/>
                <a:ea typeface="맑은 고딕" pitchFamily="34" charset="-122"/>
                <a:cs typeface="맑은 고딕" pitchFamily="34" charset="-120"/>
              </a:rPr>
              <a:t>요 4:46~54</a:t>
            </a:r>
            <a:endParaRPr lang="en-US" sz="1700" dirty="0"/>
          </a:p>
        </p:txBody>
      </p:sp>
      <p:sp>
        <p:nvSpPr>
          <p:cNvPr id="4" name="rows-0-tag"/>
          <p:cNvSpPr txBox="1"/>
          <p:nvPr/>
        </p:nvSpPr>
        <p:spPr>
          <a:xfrm>
            <a:off x="685800" y="1883664"/>
            <a:ext cx="118872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요청</a:t>
            </a:r>
            <a:endParaRPr lang="en-US" sz="2600" dirty="0"/>
          </a:p>
        </p:txBody>
      </p:sp>
      <p:sp>
        <p:nvSpPr>
          <p:cNvPr id="5" name="rows-0-head"/>
          <p:cNvSpPr txBox="1"/>
          <p:nvPr/>
        </p:nvSpPr>
        <p:spPr>
          <a:xfrm>
            <a:off x="2057400" y="1883664"/>
            <a:ext cx="944849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“내 아이가 죽기 전에 내려오소서”</a:t>
            </a:r>
            <a:endParaRPr lang="en-US" sz="2600" dirty="0"/>
          </a:p>
        </p:txBody>
      </p:sp>
      <p:sp>
        <p:nvSpPr>
          <p:cNvPr id="6" name="rows-0-body"/>
          <p:cNvSpPr txBox="1"/>
          <p:nvPr/>
        </p:nvSpPr>
        <p:spPr>
          <a:xfrm>
            <a:off x="2057400" y="2372868"/>
            <a:ext cx="944849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장소와 방법을 자기가 정합니다</a:t>
            </a:r>
            <a:endParaRPr lang="en-US" sz="1900" dirty="0"/>
          </a:p>
        </p:txBody>
      </p:sp>
      <p:sp>
        <p:nvSpPr>
          <p:cNvPr id="7" name="rows-0-rule"/>
          <p:cNvSpPr/>
          <p:nvPr/>
        </p:nvSpPr>
        <p:spPr>
          <a:xfrm>
            <a:off x="685800" y="2823210"/>
            <a:ext cx="10820095" cy="10973"/>
          </a:xfrm>
          <a:prstGeom prst="rect">
            <a:avLst/>
          </a:prstGeom>
          <a:solidFill>
            <a:srgbClr val="E4E9EE"/>
          </a:solidFill>
          <a:ln/>
        </p:spPr>
      </p:sp>
      <p:sp>
        <p:nvSpPr>
          <p:cNvPr id="8" name="rows-1-tag"/>
          <p:cNvSpPr txBox="1"/>
          <p:nvPr/>
        </p:nvSpPr>
        <p:spPr>
          <a:xfrm>
            <a:off x="685800" y="3006090"/>
            <a:ext cx="118872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응답</a:t>
            </a:r>
            <a:endParaRPr lang="en-US" sz="2600" dirty="0"/>
          </a:p>
        </p:txBody>
      </p:sp>
      <p:sp>
        <p:nvSpPr>
          <p:cNvPr id="9" name="rows-1-head"/>
          <p:cNvSpPr txBox="1"/>
          <p:nvPr/>
        </p:nvSpPr>
        <p:spPr>
          <a:xfrm>
            <a:off x="2057400" y="3006090"/>
            <a:ext cx="944849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“가라 네 아들이 살아 있다”</a:t>
            </a:r>
            <a:endParaRPr lang="en-US" sz="2600" dirty="0"/>
          </a:p>
        </p:txBody>
      </p:sp>
      <p:sp>
        <p:nvSpPr>
          <p:cNvPr id="10" name="rows-1-body"/>
          <p:cNvSpPr txBox="1"/>
          <p:nvPr/>
        </p:nvSpPr>
        <p:spPr>
          <a:xfrm>
            <a:off x="2057400" y="3495294"/>
            <a:ext cx="944849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가버나움까지 약 30km — 가지 않으십니다</a:t>
            </a:r>
            <a:endParaRPr lang="en-US" sz="1900" dirty="0"/>
          </a:p>
        </p:txBody>
      </p:sp>
      <p:sp>
        <p:nvSpPr>
          <p:cNvPr id="11" name="rows-1-rule"/>
          <p:cNvSpPr/>
          <p:nvPr/>
        </p:nvSpPr>
        <p:spPr>
          <a:xfrm>
            <a:off x="685800" y="3945636"/>
            <a:ext cx="10820095" cy="10973"/>
          </a:xfrm>
          <a:prstGeom prst="rect">
            <a:avLst/>
          </a:prstGeom>
          <a:solidFill>
            <a:srgbClr val="E4E9EE"/>
          </a:solidFill>
          <a:ln/>
        </p:spPr>
      </p:sp>
      <p:sp>
        <p:nvSpPr>
          <p:cNvPr id="12" name="rows-2-tag"/>
          <p:cNvSpPr txBox="1"/>
          <p:nvPr/>
        </p:nvSpPr>
        <p:spPr>
          <a:xfrm>
            <a:off x="685800" y="4128516"/>
            <a:ext cx="118872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믿음</a:t>
            </a:r>
            <a:endParaRPr lang="en-US" sz="2600" dirty="0"/>
          </a:p>
        </p:txBody>
      </p:sp>
      <p:sp>
        <p:nvSpPr>
          <p:cNvPr id="13" name="rows-2-head"/>
          <p:cNvSpPr txBox="1"/>
          <p:nvPr/>
        </p:nvSpPr>
        <p:spPr>
          <a:xfrm>
            <a:off x="2057400" y="4128516"/>
            <a:ext cx="944849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그 말씀을 믿고 갔습니다</a:t>
            </a:r>
            <a:endParaRPr lang="en-US" sz="2600" dirty="0"/>
          </a:p>
        </p:txBody>
      </p:sp>
      <p:sp>
        <p:nvSpPr>
          <p:cNvPr id="14" name="rows-2-body"/>
          <p:cNvSpPr txBox="1"/>
          <p:nvPr/>
        </p:nvSpPr>
        <p:spPr>
          <a:xfrm>
            <a:off x="2057400" y="4617720"/>
            <a:ext cx="9448495" cy="304038"/>
          </a:xfrm>
          <a:prstGeom prst="rect">
            <a:avLst/>
          </a:prstGeom>
          <a:noFill/>
          <a:ln/>
        </p:spPr>
        <p:txBody>
          <a:bodyPr wrap="square" lIns="0" tIns="0" rIns="0" bIns="0" rtlCol="0" anchor="t"/>
          <a:lstStyle/>
          <a:p>
            <a:pPr indent="0" marL="0">
              <a:lnSpc>
                <a:spcPct val="126000"/>
              </a:lnSpc>
              <a:buNone/>
            </a:pPr>
            <a:r>
              <a:rPr lang="en-US" sz="1900" dirty="0">
                <a:solidFill>
                  <a:schemeClr val="accent3"/>
                </a:solidFill>
                <a:latin typeface="맑은 고딕" pitchFamily="34" charset="0"/>
                <a:ea typeface="맑은 고딕" pitchFamily="34" charset="-122"/>
                <a:cs typeface="맑은 고딕" pitchFamily="34" charset="-120"/>
              </a:rPr>
              <a:t>표적을 보기 전에 말씀을 믿었습니다</a:t>
            </a:r>
            <a:endParaRPr lang="en-US" sz="1900" dirty="0"/>
          </a:p>
        </p:txBody>
      </p:sp>
      <p:sp>
        <p:nvSpPr>
          <p:cNvPr id="15" name="keyline"/>
          <p:cNvSpPr/>
          <p:nvPr/>
        </p:nvSpPr>
        <p:spPr>
          <a:xfrm>
            <a:off x="685800" y="5342382"/>
            <a:ext cx="10820095" cy="822960"/>
          </a:xfrm>
          <a:prstGeom prst="roundRect">
            <a:avLst>
              <a:gd name="adj" fmla="val 11111"/>
            </a:avLst>
          </a:prstGeom>
          <a:solidFill>
            <a:schemeClr val="tx2"/>
          </a:solidFill>
          <a:ln/>
        </p:spPr>
      </p:sp>
      <p:sp>
        <p:nvSpPr>
          <p:cNvPr id="16" name="keyline-text"/>
          <p:cNvSpPr txBox="1"/>
          <p:nvPr/>
        </p:nvSpPr>
        <p:spPr>
          <a:xfrm>
            <a:off x="960120" y="5342382"/>
            <a:ext cx="10271455" cy="822960"/>
          </a:xfrm>
          <a:prstGeom prst="rect">
            <a:avLst/>
          </a:prstGeom>
          <a:noFill/>
          <a:ln/>
        </p:spPr>
        <p:txBody>
          <a:bodyPr wrap="square" lIns="0" tIns="0" rIns="0" bIns="0" rtlCol="0" anchor="ctr"/>
          <a:lstStyle/>
          <a:p>
            <a:pPr indent="0" marL="0">
              <a:buNone/>
            </a:pPr>
            <a:r>
              <a:rPr lang="en-US" sz="2800" b="1" dirty="0">
                <a:solidFill>
                  <a:schemeClr val="accent6"/>
                </a:solidFill>
                <a:latin typeface="맑은 고딕" pitchFamily="34" charset="0"/>
                <a:ea typeface="맑은 고딕" pitchFamily="34" charset="-122"/>
                <a:cs typeface="맑은 고딕" pitchFamily="34" charset="-120"/>
              </a:rPr>
              <a:t>말씀만으로 충분합니다</a:t>
            </a:r>
            <a:endParaRPr lang="en-US" sz="2800" dirty="0"/>
          </a:p>
        </p:txBody>
      </p:sp>
      <p:sp>
        <p:nvSpPr>
          <p:cNvPr id="18"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2강 한 장 정리</a:t>
            </a:r>
            <a:endParaRPr lang="en-US" sz="4000" dirty="0"/>
          </a:p>
        </p:txBody>
      </p:sp>
      <p:sp>
        <p:nvSpPr>
          <p:cNvPr id="3" name="rows-0-tag"/>
          <p:cNvSpPr txBox="1"/>
          <p:nvPr/>
        </p:nvSpPr>
        <p:spPr>
          <a:xfrm>
            <a:off x="685800" y="1737360"/>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증언</a:t>
            </a:r>
            <a:endParaRPr lang="en-US" sz="2600" dirty="0"/>
          </a:p>
        </p:txBody>
      </p:sp>
      <p:sp>
        <p:nvSpPr>
          <p:cNvPr id="4" name="rows-0-head"/>
          <p:cNvSpPr txBox="1"/>
          <p:nvPr/>
        </p:nvSpPr>
        <p:spPr>
          <a:xfrm>
            <a:off x="2606040" y="1737360"/>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세례 요한 — 나는 소리다</a:t>
            </a:r>
            <a:endParaRPr lang="en-US" sz="2600" dirty="0"/>
          </a:p>
        </p:txBody>
      </p:sp>
      <p:sp>
        <p:nvSpPr>
          <p:cNvPr id="5" name="rows-0-rule"/>
          <p:cNvSpPr/>
          <p:nvPr/>
        </p:nvSpPr>
        <p:spPr>
          <a:xfrm>
            <a:off x="685800" y="2226564"/>
            <a:ext cx="10820095" cy="10973"/>
          </a:xfrm>
          <a:prstGeom prst="rect">
            <a:avLst/>
          </a:prstGeom>
          <a:solidFill>
            <a:srgbClr val="E4E9EE"/>
          </a:solidFill>
          <a:ln/>
        </p:spPr>
      </p:sp>
      <p:sp>
        <p:nvSpPr>
          <p:cNvPr id="6" name="rows-1-tag"/>
          <p:cNvSpPr txBox="1"/>
          <p:nvPr/>
        </p:nvSpPr>
        <p:spPr>
          <a:xfrm>
            <a:off x="685800" y="2336292"/>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부름</a:t>
            </a:r>
            <a:endParaRPr lang="en-US" sz="2600" dirty="0"/>
          </a:p>
        </p:txBody>
      </p:sp>
      <p:sp>
        <p:nvSpPr>
          <p:cNvPr id="7" name="rows-1-head"/>
          <p:cNvSpPr txBox="1"/>
          <p:nvPr/>
        </p:nvSpPr>
        <p:spPr>
          <a:xfrm>
            <a:off x="2606040" y="2336292"/>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첫 제자들 — 와서 보라, 호칭이 바뀐다</a:t>
            </a:r>
            <a:endParaRPr lang="en-US" sz="2600" dirty="0"/>
          </a:p>
        </p:txBody>
      </p:sp>
      <p:sp>
        <p:nvSpPr>
          <p:cNvPr id="8" name="rows-1-rule"/>
          <p:cNvSpPr/>
          <p:nvPr/>
        </p:nvSpPr>
        <p:spPr>
          <a:xfrm>
            <a:off x="685800" y="2825496"/>
            <a:ext cx="10820095" cy="10973"/>
          </a:xfrm>
          <a:prstGeom prst="rect">
            <a:avLst/>
          </a:prstGeom>
          <a:solidFill>
            <a:srgbClr val="E4E9EE"/>
          </a:solidFill>
          <a:ln/>
        </p:spPr>
      </p:sp>
      <p:sp>
        <p:nvSpPr>
          <p:cNvPr id="9" name="rows-2-tag"/>
          <p:cNvSpPr txBox="1"/>
          <p:nvPr/>
        </p:nvSpPr>
        <p:spPr>
          <a:xfrm>
            <a:off x="685800" y="2935224"/>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표적 1</a:t>
            </a:r>
            <a:endParaRPr lang="en-US" sz="2600" dirty="0"/>
          </a:p>
        </p:txBody>
      </p:sp>
      <p:sp>
        <p:nvSpPr>
          <p:cNvPr id="10" name="rows-2-head"/>
          <p:cNvSpPr txBox="1"/>
          <p:nvPr/>
        </p:nvSpPr>
        <p:spPr>
          <a:xfrm>
            <a:off x="2606040" y="2935224"/>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가나 — 물이 포도주로</a:t>
            </a:r>
            <a:endParaRPr lang="en-US" sz="2600" dirty="0"/>
          </a:p>
        </p:txBody>
      </p:sp>
      <p:sp>
        <p:nvSpPr>
          <p:cNvPr id="11" name="rows-2-rule"/>
          <p:cNvSpPr/>
          <p:nvPr/>
        </p:nvSpPr>
        <p:spPr>
          <a:xfrm>
            <a:off x="685800" y="3424428"/>
            <a:ext cx="10820095" cy="10973"/>
          </a:xfrm>
          <a:prstGeom prst="rect">
            <a:avLst/>
          </a:prstGeom>
          <a:solidFill>
            <a:srgbClr val="E4E9EE"/>
          </a:solidFill>
          <a:ln/>
        </p:spPr>
      </p:sp>
      <p:sp>
        <p:nvSpPr>
          <p:cNvPr id="12" name="rows-3-tag"/>
          <p:cNvSpPr txBox="1"/>
          <p:nvPr/>
        </p:nvSpPr>
        <p:spPr>
          <a:xfrm>
            <a:off x="685800" y="3534156"/>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성전</a:t>
            </a:r>
            <a:endParaRPr lang="en-US" sz="2600" dirty="0"/>
          </a:p>
        </p:txBody>
      </p:sp>
      <p:sp>
        <p:nvSpPr>
          <p:cNvPr id="13" name="rows-3-head"/>
          <p:cNvSpPr txBox="1"/>
          <p:nvPr/>
        </p:nvSpPr>
        <p:spPr>
          <a:xfrm>
            <a:off x="2606040" y="3534156"/>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이제 성전은 당신입니다</a:t>
            </a:r>
            <a:endParaRPr lang="en-US" sz="2600" dirty="0"/>
          </a:p>
        </p:txBody>
      </p:sp>
      <p:sp>
        <p:nvSpPr>
          <p:cNvPr id="14" name="rows-3-rule"/>
          <p:cNvSpPr/>
          <p:nvPr/>
        </p:nvSpPr>
        <p:spPr>
          <a:xfrm>
            <a:off x="685800" y="4023360"/>
            <a:ext cx="10820095" cy="10973"/>
          </a:xfrm>
          <a:prstGeom prst="rect">
            <a:avLst/>
          </a:prstGeom>
          <a:solidFill>
            <a:srgbClr val="E4E9EE"/>
          </a:solidFill>
          <a:ln/>
        </p:spPr>
      </p:sp>
      <p:sp>
        <p:nvSpPr>
          <p:cNvPr id="15" name="rows-4-tag"/>
          <p:cNvSpPr txBox="1"/>
          <p:nvPr/>
        </p:nvSpPr>
        <p:spPr>
          <a:xfrm>
            <a:off x="685800" y="4133088"/>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거듭남</a:t>
            </a:r>
            <a:endParaRPr lang="en-US" sz="2600" dirty="0"/>
          </a:p>
        </p:txBody>
      </p:sp>
      <p:sp>
        <p:nvSpPr>
          <p:cNvPr id="16" name="rows-4-head"/>
          <p:cNvSpPr txBox="1"/>
          <p:nvPr/>
        </p:nvSpPr>
        <p:spPr>
          <a:xfrm>
            <a:off x="2606040" y="4133088"/>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니고데모 — 물과 성령으로</a:t>
            </a:r>
            <a:endParaRPr lang="en-US" sz="2600" dirty="0"/>
          </a:p>
        </p:txBody>
      </p:sp>
      <p:sp>
        <p:nvSpPr>
          <p:cNvPr id="17" name="rows-4-rule"/>
          <p:cNvSpPr/>
          <p:nvPr/>
        </p:nvSpPr>
        <p:spPr>
          <a:xfrm>
            <a:off x="685800" y="4622292"/>
            <a:ext cx="10820095" cy="10973"/>
          </a:xfrm>
          <a:prstGeom prst="rect">
            <a:avLst/>
          </a:prstGeom>
          <a:solidFill>
            <a:srgbClr val="E4E9EE"/>
          </a:solidFill>
          <a:ln/>
        </p:spPr>
      </p:sp>
      <p:sp>
        <p:nvSpPr>
          <p:cNvPr id="18" name="rows-5-tag"/>
          <p:cNvSpPr txBox="1"/>
          <p:nvPr/>
        </p:nvSpPr>
        <p:spPr>
          <a:xfrm>
            <a:off x="685800" y="4732020"/>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예배</a:t>
            </a:r>
            <a:endParaRPr lang="en-US" sz="2600" dirty="0"/>
          </a:p>
        </p:txBody>
      </p:sp>
      <p:sp>
        <p:nvSpPr>
          <p:cNvPr id="19" name="rows-5-head"/>
          <p:cNvSpPr txBox="1"/>
          <p:nvPr/>
        </p:nvSpPr>
        <p:spPr>
          <a:xfrm>
            <a:off x="2606040" y="4732020"/>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사마리아 여인 — 영과 진리로</a:t>
            </a:r>
            <a:endParaRPr lang="en-US" sz="2600" dirty="0"/>
          </a:p>
        </p:txBody>
      </p:sp>
      <p:sp>
        <p:nvSpPr>
          <p:cNvPr id="20" name="rows-5-rule"/>
          <p:cNvSpPr/>
          <p:nvPr/>
        </p:nvSpPr>
        <p:spPr>
          <a:xfrm>
            <a:off x="685800" y="5221224"/>
            <a:ext cx="10820095" cy="10973"/>
          </a:xfrm>
          <a:prstGeom prst="rect">
            <a:avLst/>
          </a:prstGeom>
          <a:solidFill>
            <a:srgbClr val="E4E9EE"/>
          </a:solidFill>
          <a:ln/>
        </p:spPr>
      </p:sp>
      <p:sp>
        <p:nvSpPr>
          <p:cNvPr id="21" name="rows-6-tag"/>
          <p:cNvSpPr txBox="1"/>
          <p:nvPr/>
        </p:nvSpPr>
        <p:spPr>
          <a:xfrm>
            <a:off x="685800" y="5330952"/>
            <a:ext cx="1737360" cy="416052"/>
          </a:xfrm>
          <a:prstGeom prst="rect">
            <a:avLst/>
          </a:prstGeom>
          <a:noFill/>
          <a:ln/>
        </p:spPr>
        <p:txBody>
          <a:bodyPr wrap="square" lIns="0" tIns="0" rIns="0" bIns="0" rtlCol="0" anchor="t"/>
          <a:lstStyle/>
          <a:p>
            <a:pPr indent="0" marL="0">
              <a:buNone/>
            </a:pPr>
            <a:r>
              <a:rPr lang="en-US" sz="2600" b="1" dirty="0">
                <a:solidFill>
                  <a:schemeClr val="accent1"/>
                </a:solidFill>
                <a:latin typeface="맑은 고딕" pitchFamily="34" charset="0"/>
                <a:ea typeface="맑은 고딕" pitchFamily="34" charset="-122"/>
                <a:cs typeface="맑은 고딕" pitchFamily="34" charset="-120"/>
              </a:rPr>
              <a:t>표적 2</a:t>
            </a:r>
            <a:endParaRPr lang="en-US" sz="2600" dirty="0"/>
          </a:p>
        </p:txBody>
      </p:sp>
      <p:sp>
        <p:nvSpPr>
          <p:cNvPr id="22" name="rows-6-head"/>
          <p:cNvSpPr txBox="1"/>
          <p:nvPr/>
        </p:nvSpPr>
        <p:spPr>
          <a:xfrm>
            <a:off x="2606040" y="5330952"/>
            <a:ext cx="8899855" cy="416052"/>
          </a:xfrm>
          <a:prstGeom prst="rect">
            <a:avLst/>
          </a:prstGeom>
          <a:noFill/>
          <a:ln/>
        </p:spPr>
        <p:txBody>
          <a:bodyPr wrap="square" lIns="0" tIns="0" rIns="0" bIns="0" rtlCol="0" anchor="t"/>
          <a:lstStyle/>
          <a:p>
            <a:pPr indent="0" marL="0">
              <a:buNone/>
            </a:pPr>
            <a:r>
              <a:rPr lang="en-US" sz="2600" b="1" dirty="0">
                <a:solidFill>
                  <a:schemeClr val="tx1"/>
                </a:solidFill>
                <a:latin typeface="맑은 고딕" pitchFamily="34" charset="0"/>
                <a:ea typeface="맑은 고딕" pitchFamily="34" charset="-122"/>
                <a:cs typeface="맑은 고딕" pitchFamily="34" charset="-120"/>
              </a:rPr>
              <a:t>왕의 신하 — 말씀만으로</a:t>
            </a:r>
            <a:endParaRPr lang="en-US" sz="2600" dirty="0"/>
          </a:p>
        </p:txBody>
      </p:sp>
      <p:sp>
        <p:nvSpPr>
          <p:cNvPr id="24"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bg1"/>
                </a:solidFill>
                <a:latin typeface="맑은 고딕" pitchFamily="34" charset="0"/>
                <a:ea typeface="맑은 고딕" pitchFamily="34" charset="-122"/>
                <a:cs typeface="맑은 고딕" pitchFamily="34" charset="-120"/>
              </a:rPr>
              <a:t>한 문장으로</a:t>
            </a:r>
            <a:endParaRPr lang="en-US" sz="4000" dirty="0"/>
          </a:p>
        </p:txBody>
      </p:sp>
      <p:sp>
        <p:nvSpPr>
          <p:cNvPr id="3" name="stmt-text"/>
          <p:cNvSpPr txBox="1"/>
          <p:nvPr/>
        </p:nvSpPr>
        <p:spPr>
          <a:xfrm>
            <a:off x="685800" y="2194560"/>
            <a:ext cx="10820095" cy="1429512"/>
          </a:xfrm>
          <a:prstGeom prst="rect">
            <a:avLst/>
          </a:prstGeom>
          <a:noFill/>
          <a:ln/>
        </p:spPr>
        <p:txBody>
          <a:bodyPr wrap="square" lIns="0" tIns="0" rIns="0" bIns="0" rtlCol="0" anchor="t"/>
          <a:lstStyle/>
          <a:p>
            <a:pPr algn="l" indent="0" marL="0">
              <a:lnSpc>
                <a:spcPct val="134000"/>
              </a:lnSpc>
              <a:buNone/>
            </a:pPr>
            <a:r>
              <a:rPr lang="en-US" sz="4200" b="1" dirty="0">
                <a:solidFill>
                  <a:schemeClr val="bg1"/>
                </a:solidFill>
                <a:latin typeface="맑은 고딕" pitchFamily="34" charset="0"/>
                <a:ea typeface="맑은 고딕" pitchFamily="34" charset="-122"/>
                <a:cs typeface="맑은 고딕" pitchFamily="34" charset="-120"/>
              </a:rPr>
              <a:t>영광은 드러났습니다</a:t>
            </a:r>
            <a:endParaRPr lang="en-US" sz="4200" dirty="0"/>
          </a:p>
          <a:p>
            <a:pPr algn="l" indent="0" marL="0">
              <a:lnSpc>
                <a:spcPct val="134000"/>
              </a:lnSpc>
              <a:buNone/>
            </a:pPr>
            <a:r>
              <a:rPr lang="en-US" sz="4200" b="1" dirty="0">
                <a:solidFill>
                  <a:schemeClr val="bg1"/>
                </a:solidFill>
                <a:latin typeface="맑은 고딕" pitchFamily="34" charset="0"/>
                <a:ea typeface="맑은 고딕" pitchFamily="34" charset="-122"/>
                <a:cs typeface="맑은 고딕" pitchFamily="34" charset="-120"/>
              </a:rPr>
              <a:t>믿는 자에게만 보입니다</a:t>
            </a:r>
            <a:endParaRPr lang="en-US" sz="4200" dirty="0"/>
          </a:p>
        </p:txBody>
      </p:sp>
      <p:sp>
        <p:nvSpPr>
          <p:cNvPr id="4" name="stmt-sub"/>
          <p:cNvSpPr txBox="1"/>
          <p:nvPr/>
        </p:nvSpPr>
        <p:spPr>
          <a:xfrm>
            <a:off x="685800" y="3825240"/>
            <a:ext cx="10820095" cy="388315"/>
          </a:xfrm>
          <a:prstGeom prst="rect">
            <a:avLst/>
          </a:prstGeom>
          <a:noFill/>
          <a:ln/>
        </p:spPr>
        <p:txBody>
          <a:bodyPr wrap="square" lIns="0" tIns="0" rIns="0" bIns="0" rtlCol="0" anchor="t"/>
          <a:lstStyle/>
          <a:p>
            <a:pPr algn="l" indent="0" marL="0">
              <a:lnSpc>
                <a:spcPct val="130000"/>
              </a:lnSpc>
              <a:buNone/>
            </a:pPr>
            <a:r>
              <a:rPr lang="en-US" sz="2400" dirty="0">
                <a:solidFill>
                  <a:schemeClr val="accent6"/>
                </a:solidFill>
                <a:latin typeface="맑은 고딕" pitchFamily="34" charset="0"/>
                <a:ea typeface="맑은 고딕" pitchFamily="34" charset="-122"/>
                <a:cs typeface="맑은 고딕" pitchFamily="34" charset="-120"/>
              </a:rPr>
              <a:t>제자들은 믿었고, 종교 지도자들은 표적을 요구했습니다</a:t>
            </a:r>
            <a:endParaRPr lang="en-US" sz="2400" dirty="0"/>
          </a:p>
        </p:txBody>
      </p:sp>
      <p:sp>
        <p:nvSpPr>
          <p:cNvPr id="6"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488"/>
                </a:solidFill>
                <a:latin typeface="맑은 고딕"/>
                <a:ea typeface="맑은 고딕"/>
                <a:cs typeface="맑은 고딕"/>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685800" y="420624"/>
            <a:ext cx="10820095" cy="841248"/>
          </a:xfrm>
          <a:prstGeom prst="rect">
            <a:avLst/>
          </a:prstGeom>
          <a:noFill/>
          <a:ln/>
        </p:spPr>
        <p:txBody>
          <a:bodyPr wrap="square" lIns="0" tIns="0" rIns="0" bIns="0" rtlCol="0" anchor="ctr"/>
          <a:lstStyle/>
          <a:p>
            <a:pPr algn="l" indent="0" marL="0">
              <a:buNone/>
            </a:pPr>
            <a:r>
              <a:rPr lang="en-US" sz="4000" b="1" dirty="0">
                <a:solidFill>
                  <a:schemeClr val="tx1"/>
                </a:solidFill>
                <a:latin typeface="맑은 고딕" pitchFamily="34" charset="0"/>
                <a:ea typeface="맑은 고딕" pitchFamily="34" charset="-122"/>
                <a:cs typeface="맑은 고딕" pitchFamily="34" charset="-120"/>
              </a:rPr>
              <a:t>다음 주까지</a:t>
            </a:r>
            <a:endParaRPr lang="en-US" sz="4000" dirty="0"/>
          </a:p>
        </p:txBody>
      </p:sp>
      <p:sp>
        <p:nvSpPr>
          <p:cNvPr id="3" name="card-0"/>
          <p:cNvSpPr/>
          <p:nvPr/>
        </p:nvSpPr>
        <p:spPr>
          <a:xfrm>
            <a:off x="685800" y="1737360"/>
            <a:ext cx="2526716" cy="2651760"/>
          </a:xfrm>
          <a:prstGeom prst="roundRect">
            <a:avLst>
              <a:gd name="adj" fmla="val 2171"/>
            </a:avLst>
          </a:prstGeom>
          <a:solidFill>
            <a:schemeClr val="bg2"/>
          </a:solidFill>
          <a:ln/>
          <a:effectLst>
            <a:outerShdw sx="100000" sy="100000" kx="0" ky="0" algn="bl" rotWithShape="0" blurRad="127000" dist="25400" dir="5400000">
              <a:srgbClr val="0E1826">
                <a:alpha val="10000"/>
              </a:srgbClr>
            </a:outerShdw>
          </a:effectLst>
        </p:spPr>
      </p:sp>
      <p:sp>
        <p:nvSpPr>
          <p:cNvPr id="4" name="card-0-badge"/>
          <p:cNvSpPr/>
          <p:nvPr/>
        </p:nvSpPr>
        <p:spPr>
          <a:xfrm>
            <a:off x="923544" y="1975104"/>
            <a:ext cx="402336" cy="402336"/>
          </a:xfrm>
          <a:prstGeom prst="ellipse">
            <a:avLst/>
          </a:prstGeom>
          <a:solidFill>
            <a:schemeClr val="accent1"/>
          </a:solidFill>
          <a:ln/>
        </p:spPr>
      </p:sp>
      <p:sp>
        <p:nvSpPr>
          <p:cNvPr id="5" name="card-0-badge-text"/>
          <p:cNvSpPr txBox="1"/>
          <p:nvPr/>
        </p:nvSpPr>
        <p:spPr>
          <a:xfrm>
            <a:off x="923544" y="19751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맑은 고딕" pitchFamily="34" charset="0"/>
                <a:ea typeface="맑은 고딕" pitchFamily="34" charset="-122"/>
                <a:cs typeface="맑은 고딕" pitchFamily="34" charset="-120"/>
              </a:rPr>
              <a:t>1</a:t>
            </a:r>
            <a:endParaRPr lang="en-US" sz="1500" dirty="0"/>
          </a:p>
        </p:txBody>
      </p:sp>
      <p:sp>
        <p:nvSpPr>
          <p:cNvPr id="6" name="card-0-head"/>
          <p:cNvSpPr txBox="1"/>
          <p:nvPr/>
        </p:nvSpPr>
        <p:spPr>
          <a:xfrm>
            <a:off x="923544" y="2505456"/>
            <a:ext cx="2051228" cy="368046"/>
          </a:xfrm>
          <a:prstGeom prst="rect">
            <a:avLst/>
          </a:prstGeom>
          <a:noFill/>
          <a:ln/>
        </p:spPr>
        <p:txBody>
          <a:bodyPr wrap="square" lIns="0" tIns="0" rIns="0" bIns="0" rtlCol="0" anchor="t"/>
          <a:lstStyle/>
          <a:p>
            <a:pPr indent="0" marL="0">
              <a:buNone/>
            </a:pPr>
            <a:r>
              <a:rPr lang="en-US" sz="2300" b="1" dirty="0">
                <a:solidFill>
                  <a:schemeClr val="tx1"/>
                </a:solidFill>
                <a:latin typeface="맑은 고딕" pitchFamily="34" charset="0"/>
                <a:ea typeface="맑은 고딕" pitchFamily="34" charset="-122"/>
                <a:cs typeface="맑은 고딕" pitchFamily="34" charset="-120"/>
              </a:rPr>
              <a:t>2강 소감문</a:t>
            </a:r>
            <a:endParaRPr lang="en-US" sz="2300" dirty="0"/>
          </a:p>
        </p:txBody>
      </p:sp>
      <p:sp>
        <p:nvSpPr>
          <p:cNvPr id="7" name="card-0-body"/>
          <p:cNvSpPr txBox="1"/>
          <p:nvPr/>
        </p:nvSpPr>
        <p:spPr>
          <a:xfrm>
            <a:off x="923544" y="2946654"/>
            <a:ext cx="2051228" cy="731266"/>
          </a:xfrm>
          <a:prstGeom prst="rect">
            <a:avLst/>
          </a:prstGeom>
          <a:noFill/>
          <a:ln/>
        </p:spPr>
        <p:txBody>
          <a:bodyPr wrap="square" lIns="0" tIns="0" rIns="0" bIns="0" rtlCol="0" anchor="t"/>
          <a:lstStyle/>
          <a:p>
            <a:pPr indent="0" marL="0">
              <a:lnSpc>
                <a:spcPct val="122000"/>
              </a:lnSpc>
              <a:buNone/>
            </a:pPr>
            <a:r>
              <a:rPr lang="en-US" sz="1800" dirty="0">
                <a:solidFill>
                  <a:schemeClr val="accent3"/>
                </a:solidFill>
                <a:latin typeface="맑은 고딕" pitchFamily="34" charset="0"/>
                <a:ea typeface="맑은 고딕" pitchFamily="34" charset="-122"/>
                <a:cs typeface="맑은 고딕" pitchFamily="34" charset="-120"/>
              </a:rPr>
              <a:t>가장 마음에 남은 한 장면</a:t>
            </a:r>
            <a:endParaRPr lang="en-US" sz="1800" dirty="0"/>
          </a:p>
        </p:txBody>
      </p:sp>
      <p:sp>
        <p:nvSpPr>
          <p:cNvPr id="8" name="card-0-foot"/>
          <p:cNvSpPr txBox="1"/>
          <p:nvPr/>
        </p:nvSpPr>
        <p:spPr>
          <a:xfrm>
            <a:off x="923544" y="3714496"/>
            <a:ext cx="2051228" cy="473456"/>
          </a:xfrm>
          <a:prstGeom prst="rect">
            <a:avLst/>
          </a:prstGeom>
          <a:noFill/>
          <a:ln/>
        </p:spPr>
        <p:txBody>
          <a:bodyPr wrap="square" lIns="0" tIns="0" rIns="0" bIns="0" rtlCol="0" anchor="b"/>
          <a:lstStyle/>
          <a:p>
            <a:pPr indent="0" marL="0">
              <a:buNone/>
            </a:pPr>
            <a:r>
              <a:rPr lang="en-US" sz="1600" b="1" dirty="0">
                <a:solidFill>
                  <a:schemeClr val="accent1"/>
                </a:solidFill>
                <a:latin typeface="맑은 고딕" pitchFamily="34" charset="0"/>
                <a:ea typeface="맑은 고딕" pitchFamily="34" charset="-122"/>
                <a:cs typeface="맑은 고딕" pitchFamily="34" charset="-120"/>
              </a:rPr>
              <a:t>제출 : 다음 주</a:t>
            </a:r>
            <a:endParaRPr lang="en-US" sz="1600" dirty="0"/>
          </a:p>
        </p:txBody>
      </p:sp>
      <p:sp>
        <p:nvSpPr>
          <p:cNvPr id="9" name="card-1"/>
          <p:cNvSpPr/>
          <p:nvPr/>
        </p:nvSpPr>
        <p:spPr>
          <a:xfrm>
            <a:off x="3450260" y="1737360"/>
            <a:ext cx="2526716" cy="2651760"/>
          </a:xfrm>
          <a:prstGeom prst="roundRect">
            <a:avLst>
              <a:gd name="adj" fmla="val 2171"/>
            </a:avLst>
          </a:prstGeom>
          <a:solidFill>
            <a:schemeClr val="bg2"/>
          </a:solidFill>
          <a:ln/>
          <a:effectLst>
            <a:outerShdw sx="100000" sy="100000" kx="0" ky="0" algn="bl" rotWithShape="0" blurRad="127000" dist="25400" dir="5400000">
              <a:srgbClr val="0E1826">
                <a:alpha val="10000"/>
              </a:srgbClr>
            </a:outerShdw>
          </a:effectLst>
        </p:spPr>
      </p:sp>
      <p:sp>
        <p:nvSpPr>
          <p:cNvPr id="10" name="card-1-badge"/>
          <p:cNvSpPr/>
          <p:nvPr/>
        </p:nvSpPr>
        <p:spPr>
          <a:xfrm>
            <a:off x="3688004" y="1975104"/>
            <a:ext cx="402336" cy="402336"/>
          </a:xfrm>
          <a:prstGeom prst="ellipse">
            <a:avLst/>
          </a:prstGeom>
          <a:solidFill>
            <a:schemeClr val="accent1"/>
          </a:solidFill>
          <a:ln/>
        </p:spPr>
      </p:sp>
      <p:sp>
        <p:nvSpPr>
          <p:cNvPr id="11" name="card-1-badge-text"/>
          <p:cNvSpPr txBox="1"/>
          <p:nvPr/>
        </p:nvSpPr>
        <p:spPr>
          <a:xfrm>
            <a:off x="3688004" y="19751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맑은 고딕" pitchFamily="34" charset="0"/>
                <a:ea typeface="맑은 고딕" pitchFamily="34" charset="-122"/>
                <a:cs typeface="맑은 고딕" pitchFamily="34" charset="-120"/>
              </a:rPr>
              <a:t>2</a:t>
            </a:r>
            <a:endParaRPr lang="en-US" sz="1500" dirty="0"/>
          </a:p>
        </p:txBody>
      </p:sp>
      <p:sp>
        <p:nvSpPr>
          <p:cNvPr id="12" name="card-1-head"/>
          <p:cNvSpPr txBox="1"/>
          <p:nvPr/>
        </p:nvSpPr>
        <p:spPr>
          <a:xfrm>
            <a:off x="3688004" y="2505456"/>
            <a:ext cx="2051228" cy="368046"/>
          </a:xfrm>
          <a:prstGeom prst="rect">
            <a:avLst/>
          </a:prstGeom>
          <a:noFill/>
          <a:ln/>
        </p:spPr>
        <p:txBody>
          <a:bodyPr wrap="square" lIns="0" tIns="0" rIns="0" bIns="0" rtlCol="0" anchor="t"/>
          <a:lstStyle/>
          <a:p>
            <a:pPr indent="0" marL="0">
              <a:buNone/>
            </a:pPr>
            <a:r>
              <a:rPr lang="en-US" sz="2300" b="1" dirty="0">
                <a:solidFill>
                  <a:schemeClr val="tx1"/>
                </a:solidFill>
                <a:latin typeface="맑은 고딕" pitchFamily="34" charset="0"/>
                <a:ea typeface="맑은 고딕" pitchFamily="34" charset="-122"/>
                <a:cs typeface="맑은 고딕" pitchFamily="34" charset="-120"/>
              </a:rPr>
              <a:t>제3과 예습</a:t>
            </a:r>
            <a:endParaRPr lang="en-US" sz="2300" dirty="0"/>
          </a:p>
        </p:txBody>
      </p:sp>
      <p:sp>
        <p:nvSpPr>
          <p:cNvPr id="13" name="card-1-body"/>
          <p:cNvSpPr txBox="1"/>
          <p:nvPr/>
        </p:nvSpPr>
        <p:spPr>
          <a:xfrm>
            <a:off x="3688004" y="2946654"/>
            <a:ext cx="2051228" cy="731266"/>
          </a:xfrm>
          <a:prstGeom prst="rect">
            <a:avLst/>
          </a:prstGeom>
          <a:noFill/>
          <a:ln/>
        </p:spPr>
        <p:txBody>
          <a:bodyPr wrap="square" lIns="0" tIns="0" rIns="0" bIns="0" rtlCol="0" anchor="t"/>
          <a:lstStyle/>
          <a:p>
            <a:pPr indent="0" marL="0">
              <a:lnSpc>
                <a:spcPct val="122000"/>
              </a:lnSpc>
              <a:buNone/>
            </a:pPr>
            <a:r>
              <a:rPr lang="en-US" sz="1800" dirty="0">
                <a:solidFill>
                  <a:schemeClr val="accent3"/>
                </a:solidFill>
                <a:latin typeface="맑은 고딕" pitchFamily="34" charset="0"/>
                <a:ea typeface="맑은 고딕" pitchFamily="34" charset="-122"/>
                <a:cs typeface="맑은 고딕" pitchFamily="34" charset="-120"/>
              </a:rPr>
              <a:t>교재 질문 미리 답하기</a:t>
            </a:r>
            <a:endParaRPr lang="en-US" sz="1800" dirty="0"/>
          </a:p>
        </p:txBody>
      </p:sp>
      <p:sp>
        <p:nvSpPr>
          <p:cNvPr id="14" name="card-1-foot"/>
          <p:cNvSpPr txBox="1"/>
          <p:nvPr/>
        </p:nvSpPr>
        <p:spPr>
          <a:xfrm>
            <a:off x="3688004" y="3714496"/>
            <a:ext cx="2051228" cy="473456"/>
          </a:xfrm>
          <a:prstGeom prst="rect">
            <a:avLst/>
          </a:prstGeom>
          <a:noFill/>
          <a:ln/>
        </p:spPr>
        <p:txBody>
          <a:bodyPr wrap="square" lIns="0" tIns="0" rIns="0" bIns="0" rtlCol="0" anchor="b"/>
          <a:lstStyle/>
          <a:p>
            <a:pPr indent="0" marL="0">
              <a:buNone/>
            </a:pPr>
            <a:r>
              <a:rPr lang="en-US" sz="1600" b="1" dirty="0">
                <a:solidFill>
                  <a:schemeClr val="accent1"/>
                </a:solidFill>
                <a:latin typeface="맑은 고딕" pitchFamily="34" charset="0"/>
                <a:ea typeface="맑은 고딕" pitchFamily="34" charset="-122"/>
                <a:cs typeface="맑은 고딕" pitchFamily="34" charset="-120"/>
              </a:rPr>
              <a:t>영광을 체험하다</a:t>
            </a:r>
            <a:endParaRPr lang="en-US" sz="1600" dirty="0"/>
          </a:p>
        </p:txBody>
      </p:sp>
      <p:sp>
        <p:nvSpPr>
          <p:cNvPr id="15" name="card-2"/>
          <p:cNvSpPr/>
          <p:nvPr/>
        </p:nvSpPr>
        <p:spPr>
          <a:xfrm>
            <a:off x="6214720" y="1737360"/>
            <a:ext cx="2526716" cy="2651760"/>
          </a:xfrm>
          <a:prstGeom prst="roundRect">
            <a:avLst>
              <a:gd name="adj" fmla="val 2171"/>
            </a:avLst>
          </a:prstGeom>
          <a:solidFill>
            <a:schemeClr val="bg2"/>
          </a:solidFill>
          <a:ln/>
          <a:effectLst>
            <a:outerShdw sx="100000" sy="100000" kx="0" ky="0" algn="bl" rotWithShape="0" blurRad="127000" dist="25400" dir="5400000">
              <a:srgbClr val="0E1826">
                <a:alpha val="10000"/>
              </a:srgbClr>
            </a:outerShdw>
          </a:effectLst>
        </p:spPr>
      </p:sp>
      <p:sp>
        <p:nvSpPr>
          <p:cNvPr id="16" name="card-2-badge"/>
          <p:cNvSpPr/>
          <p:nvPr/>
        </p:nvSpPr>
        <p:spPr>
          <a:xfrm>
            <a:off x="6452464" y="1975104"/>
            <a:ext cx="402336" cy="402336"/>
          </a:xfrm>
          <a:prstGeom prst="ellipse">
            <a:avLst/>
          </a:prstGeom>
          <a:solidFill>
            <a:schemeClr val="accent1"/>
          </a:solidFill>
          <a:ln/>
        </p:spPr>
      </p:sp>
      <p:sp>
        <p:nvSpPr>
          <p:cNvPr id="17" name="card-2-badge-text"/>
          <p:cNvSpPr txBox="1"/>
          <p:nvPr/>
        </p:nvSpPr>
        <p:spPr>
          <a:xfrm>
            <a:off x="6452464" y="19751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맑은 고딕" pitchFamily="34" charset="0"/>
                <a:ea typeface="맑은 고딕" pitchFamily="34" charset="-122"/>
                <a:cs typeface="맑은 고딕" pitchFamily="34" charset="-120"/>
              </a:rPr>
              <a:t>3</a:t>
            </a:r>
            <a:endParaRPr lang="en-US" sz="1500" dirty="0"/>
          </a:p>
        </p:txBody>
      </p:sp>
      <p:sp>
        <p:nvSpPr>
          <p:cNvPr id="18" name="card-2-head"/>
          <p:cNvSpPr txBox="1"/>
          <p:nvPr/>
        </p:nvSpPr>
        <p:spPr>
          <a:xfrm>
            <a:off x="6452464" y="2505456"/>
            <a:ext cx="2051228" cy="368046"/>
          </a:xfrm>
          <a:prstGeom prst="rect">
            <a:avLst/>
          </a:prstGeom>
          <a:noFill/>
          <a:ln/>
        </p:spPr>
        <p:txBody>
          <a:bodyPr wrap="square" lIns="0" tIns="0" rIns="0" bIns="0" rtlCol="0" anchor="t"/>
          <a:lstStyle/>
          <a:p>
            <a:pPr indent="0" marL="0">
              <a:buNone/>
            </a:pPr>
            <a:r>
              <a:rPr lang="en-US" sz="2300" b="1" dirty="0">
                <a:solidFill>
                  <a:schemeClr val="tx1"/>
                </a:solidFill>
                <a:latin typeface="맑은 고딕" pitchFamily="34" charset="0"/>
                <a:ea typeface="맑은 고딕" pitchFamily="34" charset="-122"/>
                <a:cs typeface="맑은 고딕" pitchFamily="34" charset="-120"/>
              </a:rPr>
              <a:t>통독</a:t>
            </a:r>
            <a:endParaRPr lang="en-US" sz="2300" dirty="0"/>
          </a:p>
        </p:txBody>
      </p:sp>
      <p:sp>
        <p:nvSpPr>
          <p:cNvPr id="19" name="card-2-body"/>
          <p:cNvSpPr txBox="1"/>
          <p:nvPr/>
        </p:nvSpPr>
        <p:spPr>
          <a:xfrm>
            <a:off x="6452464" y="2946654"/>
            <a:ext cx="2051228" cy="731266"/>
          </a:xfrm>
          <a:prstGeom prst="rect">
            <a:avLst/>
          </a:prstGeom>
          <a:noFill/>
          <a:ln/>
        </p:spPr>
        <p:txBody>
          <a:bodyPr wrap="square" lIns="0" tIns="0" rIns="0" bIns="0" rtlCol="0" anchor="t"/>
          <a:lstStyle/>
          <a:p>
            <a:pPr indent="0" marL="0">
              <a:lnSpc>
                <a:spcPct val="122000"/>
              </a:lnSpc>
              <a:buNone/>
            </a:pPr>
            <a:r>
              <a:rPr lang="en-US" sz="1800" dirty="0">
                <a:solidFill>
                  <a:schemeClr val="accent3"/>
                </a:solidFill>
                <a:latin typeface="맑은 고딕" pitchFamily="34" charset="0"/>
                <a:ea typeface="맑은 고딕" pitchFamily="34" charset="-122"/>
                <a:cs typeface="맑은 고딕" pitchFamily="34" charset="-120"/>
              </a:rPr>
              <a:t>요한복음 1~4장 다시</a:t>
            </a:r>
            <a:endParaRPr lang="en-US" sz="1800" dirty="0"/>
          </a:p>
        </p:txBody>
      </p:sp>
      <p:sp>
        <p:nvSpPr>
          <p:cNvPr id="20" name="card-2-foot"/>
          <p:cNvSpPr txBox="1"/>
          <p:nvPr/>
        </p:nvSpPr>
        <p:spPr>
          <a:xfrm>
            <a:off x="6452464" y="3714496"/>
            <a:ext cx="2051228" cy="473456"/>
          </a:xfrm>
          <a:prstGeom prst="rect">
            <a:avLst/>
          </a:prstGeom>
          <a:noFill/>
          <a:ln/>
        </p:spPr>
        <p:txBody>
          <a:bodyPr wrap="square" lIns="0" tIns="0" rIns="0" bIns="0" rtlCol="0" anchor="b"/>
          <a:lstStyle/>
          <a:p>
            <a:pPr indent="0" marL="0">
              <a:buNone/>
            </a:pPr>
            <a:r>
              <a:rPr lang="en-US" sz="1600" b="1" dirty="0">
                <a:solidFill>
                  <a:schemeClr val="accent1"/>
                </a:solidFill>
                <a:latin typeface="맑은 고딕" pitchFamily="34" charset="0"/>
                <a:ea typeface="맑은 고딕" pitchFamily="34" charset="-122"/>
                <a:cs typeface="맑은 고딕" pitchFamily="34" charset="-120"/>
              </a:rPr>
              <a:t>권장</a:t>
            </a:r>
            <a:endParaRPr lang="en-US" sz="1600" dirty="0"/>
          </a:p>
        </p:txBody>
      </p:sp>
      <p:sp>
        <p:nvSpPr>
          <p:cNvPr id="21" name="card-3"/>
          <p:cNvSpPr/>
          <p:nvPr/>
        </p:nvSpPr>
        <p:spPr>
          <a:xfrm>
            <a:off x="8979179" y="1737360"/>
            <a:ext cx="2526716" cy="2651760"/>
          </a:xfrm>
          <a:prstGeom prst="roundRect">
            <a:avLst>
              <a:gd name="adj" fmla="val 2171"/>
            </a:avLst>
          </a:prstGeom>
          <a:solidFill>
            <a:schemeClr val="bg2"/>
          </a:solidFill>
          <a:ln/>
          <a:effectLst>
            <a:outerShdw sx="100000" sy="100000" kx="0" ky="0" algn="bl" rotWithShape="0" blurRad="127000" dist="25400" dir="5400000">
              <a:srgbClr val="0E1826">
                <a:alpha val="10000"/>
              </a:srgbClr>
            </a:outerShdw>
          </a:effectLst>
        </p:spPr>
      </p:sp>
      <p:sp>
        <p:nvSpPr>
          <p:cNvPr id="22" name="card-3-badge"/>
          <p:cNvSpPr/>
          <p:nvPr/>
        </p:nvSpPr>
        <p:spPr>
          <a:xfrm>
            <a:off x="9216923" y="1975104"/>
            <a:ext cx="402336" cy="402336"/>
          </a:xfrm>
          <a:prstGeom prst="ellipse">
            <a:avLst/>
          </a:prstGeom>
          <a:solidFill>
            <a:schemeClr val="accent1"/>
          </a:solidFill>
          <a:ln/>
        </p:spPr>
      </p:sp>
      <p:sp>
        <p:nvSpPr>
          <p:cNvPr id="23" name="card-3-badge-text"/>
          <p:cNvSpPr txBox="1"/>
          <p:nvPr/>
        </p:nvSpPr>
        <p:spPr>
          <a:xfrm>
            <a:off x="9216923" y="19751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맑은 고딕" pitchFamily="34" charset="0"/>
                <a:ea typeface="맑은 고딕" pitchFamily="34" charset="-122"/>
                <a:cs typeface="맑은 고딕" pitchFamily="34" charset="-120"/>
              </a:rPr>
              <a:t>4</a:t>
            </a:r>
            <a:endParaRPr lang="en-US" sz="1500" dirty="0"/>
          </a:p>
        </p:txBody>
      </p:sp>
      <p:sp>
        <p:nvSpPr>
          <p:cNvPr id="24" name="card-3-head"/>
          <p:cNvSpPr txBox="1"/>
          <p:nvPr/>
        </p:nvSpPr>
        <p:spPr>
          <a:xfrm>
            <a:off x="9216923" y="2505456"/>
            <a:ext cx="2051228" cy="368046"/>
          </a:xfrm>
          <a:prstGeom prst="rect">
            <a:avLst/>
          </a:prstGeom>
          <a:noFill/>
          <a:ln/>
        </p:spPr>
        <p:txBody>
          <a:bodyPr wrap="square" lIns="0" tIns="0" rIns="0" bIns="0" rtlCol="0" anchor="t"/>
          <a:lstStyle/>
          <a:p>
            <a:pPr indent="0" marL="0">
              <a:buNone/>
            </a:pPr>
            <a:r>
              <a:rPr lang="en-US" sz="2300" b="1" dirty="0">
                <a:solidFill>
                  <a:schemeClr val="tx1"/>
                </a:solidFill>
                <a:latin typeface="맑은 고딕" pitchFamily="34" charset="0"/>
                <a:ea typeface="맑은 고딕" pitchFamily="34" charset="-122"/>
                <a:cs typeface="맑은 고딕" pitchFamily="34" charset="-120"/>
              </a:rPr>
              <a:t>암송</a:t>
            </a:r>
            <a:endParaRPr lang="en-US" sz="2300" dirty="0"/>
          </a:p>
        </p:txBody>
      </p:sp>
      <p:sp>
        <p:nvSpPr>
          <p:cNvPr id="25" name="card-3-body"/>
          <p:cNvSpPr txBox="1"/>
          <p:nvPr/>
        </p:nvSpPr>
        <p:spPr>
          <a:xfrm>
            <a:off x="9216923" y="2946654"/>
            <a:ext cx="2051228" cy="731266"/>
          </a:xfrm>
          <a:prstGeom prst="rect">
            <a:avLst/>
          </a:prstGeom>
          <a:noFill/>
          <a:ln/>
        </p:spPr>
        <p:txBody>
          <a:bodyPr wrap="square" lIns="0" tIns="0" rIns="0" bIns="0" rtlCol="0" anchor="t"/>
          <a:lstStyle/>
          <a:p>
            <a:pPr indent="0" marL="0">
              <a:lnSpc>
                <a:spcPct val="122000"/>
              </a:lnSpc>
              <a:buNone/>
            </a:pPr>
            <a:r>
              <a:rPr lang="en-US" sz="1800" dirty="0">
                <a:solidFill>
                  <a:schemeClr val="accent3"/>
                </a:solidFill>
                <a:latin typeface="맑은 고딕" pitchFamily="34" charset="0"/>
                <a:ea typeface="맑은 고딕" pitchFamily="34" charset="-122"/>
                <a:cs typeface="맑은 고딕" pitchFamily="34" charset="-120"/>
              </a:rPr>
              <a:t>요한복음 3:16</a:t>
            </a:r>
            <a:endParaRPr lang="en-US" sz="1800" dirty="0"/>
          </a:p>
        </p:txBody>
      </p:sp>
      <p:sp>
        <p:nvSpPr>
          <p:cNvPr id="26" name="card-3-foot"/>
          <p:cNvSpPr txBox="1"/>
          <p:nvPr/>
        </p:nvSpPr>
        <p:spPr>
          <a:xfrm>
            <a:off x="9216923" y="3714496"/>
            <a:ext cx="2051228" cy="473456"/>
          </a:xfrm>
          <a:prstGeom prst="rect">
            <a:avLst/>
          </a:prstGeom>
          <a:noFill/>
          <a:ln/>
        </p:spPr>
        <p:txBody>
          <a:bodyPr wrap="square" lIns="0" tIns="0" rIns="0" bIns="0" rtlCol="0" anchor="b"/>
          <a:lstStyle/>
          <a:p>
            <a:pPr indent="0" marL="0">
              <a:buNone/>
            </a:pPr>
            <a:r>
              <a:rPr lang="en-US" sz="1600" b="1" dirty="0">
                <a:solidFill>
                  <a:schemeClr val="accent1"/>
                </a:solidFill>
                <a:latin typeface="맑은 고딕" pitchFamily="34" charset="0"/>
                <a:ea typeface="맑은 고딕" pitchFamily="34" charset="-122"/>
                <a:cs typeface="맑은 고딕" pitchFamily="34" charset="-120"/>
              </a:rPr>
              <a:t>필수</a:t>
            </a:r>
            <a:endParaRPr lang="en-US" sz="1600" dirty="0"/>
          </a:p>
        </p:txBody>
      </p:sp>
      <p:sp>
        <p:nvSpPr>
          <p:cNvPr id="27" name="scripture-text"/>
          <p:cNvSpPr txBox="1"/>
          <p:nvPr/>
        </p:nvSpPr>
        <p:spPr>
          <a:xfrm>
            <a:off x="685800" y="4663440"/>
            <a:ext cx="10820095" cy="1005840"/>
          </a:xfrm>
          <a:prstGeom prst="rect">
            <a:avLst/>
          </a:prstGeom>
          <a:noFill/>
          <a:ln/>
        </p:spPr>
        <p:txBody>
          <a:bodyPr wrap="square" lIns="0" tIns="0" rIns="0" bIns="0" rtlCol="0" anchor="t"/>
          <a:lstStyle/>
          <a:p>
            <a:pPr indent="0" marL="0">
              <a:lnSpc>
                <a:spcPct val="142000"/>
              </a:lnSpc>
              <a:buNone/>
            </a:pPr>
            <a:r>
              <a:rPr lang="en-US" sz="2400" i="1" dirty="0">
                <a:solidFill>
                  <a:schemeClr val="tx1"/>
                </a:solidFill>
                <a:latin typeface="맑은 고딕" pitchFamily="34" charset="0"/>
                <a:ea typeface="맑은 고딕" pitchFamily="34" charset="-122"/>
                <a:cs typeface="맑은 고딕" pitchFamily="34" charset="-120"/>
              </a:rPr>
              <a:t>“하나님이 세상을 이처럼 사랑하사 독생자를 주셨으니 이는 그를 믿는 자마다 멸망하지 않고 영생을 얻게 하려 하심이라”</a:t>
            </a:r>
            <a:endParaRPr lang="en-US" sz="2400" dirty="0"/>
          </a:p>
        </p:txBody>
      </p:sp>
      <p:sp>
        <p:nvSpPr>
          <p:cNvPr id="28" name="scripture-ref"/>
          <p:cNvSpPr txBox="1"/>
          <p:nvPr/>
        </p:nvSpPr>
        <p:spPr>
          <a:xfrm>
            <a:off x="685800" y="5724144"/>
            <a:ext cx="10820095" cy="365760"/>
          </a:xfrm>
          <a:prstGeom prst="rect">
            <a:avLst/>
          </a:prstGeom>
          <a:noFill/>
          <a:ln/>
        </p:spPr>
        <p:txBody>
          <a:bodyPr wrap="square" lIns="0" tIns="0" rIns="0" bIns="0" rtlCol="0" anchor="ctr"/>
          <a:lstStyle/>
          <a:p>
            <a:pPr indent="0" marL="0">
              <a:buNone/>
            </a:pPr>
            <a:r>
              <a:rPr lang="en-US" sz="1500" b="1" dirty="0">
                <a:solidFill>
                  <a:schemeClr val="accent1"/>
                </a:solidFill>
                <a:latin typeface="맑은 고딕" pitchFamily="34" charset="0"/>
                <a:ea typeface="맑은 고딕" pitchFamily="34" charset="-122"/>
                <a:cs typeface="맑은 고딕" pitchFamily="34" charset="-120"/>
              </a:rPr>
              <a:t>요한복음 3:16 — 이번 주 암송 구절</a:t>
            </a:r>
            <a:endParaRPr lang="en-US" sz="1500" dirty="0"/>
          </a:p>
        </p:txBody>
      </p:sp>
      <p:sp>
        <p:nvSpPr>
          <p:cNvPr id="30" name="Text 0"/>
          <p:cNvSpPr/>
          <p:nvPr>
            <p:ph idx="101" type="body" hasCustomPrompt="1"/>
          </p:nvPr>
        </p:nvSpPr>
        <p:spPr>
          <a:xfrm>
            <a:off x="685800" y="1481328"/>
            <a:ext cx="10820095" cy="4791456"/>
          </a:xfrm>
          <a:prstGeom prst="rect">
            <a:avLst/>
          </a:prstGeom>
          <a:noFill/>
          <a:ln/>
        </p:spPr>
        <p:txBody>
          <a:bodyPr wrap="square" lIns="0" tIns="0" rIns="0" bIns="0" rtlCol="0"/>
          <a:lstStyle/>
          <a:p>
            <a:pPr indent="0" marL="0">
              <a:buNone/>
            </a:pPr>
            <a:endParaRPr lang="en-US" sz="1800" dirty="0"/>
          </a:p>
        </p:txBody>
      </p:sp>
      <p:sp>
        <p:nvSpPr>
          <p:cNvPr id="25" name="Slide Number Placeholder 0"/>
          <p:cNvSpPr>
            <a:spLocks noGrp="1"/>
          </p:cNvSpPr>
          <p:nvPr>
            <p:ph type="sldNum" sz="quarter" idx="4294967295"/>
          </p:nvPr>
        </p:nvSpPr>
        <p:spPr>
          <a:xfrm>
            <a:off x="10972800" y="6373368"/>
            <a:ext cx="53035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9C4"/>
                </a:solidFill>
                <a:latin typeface="맑은 고딕"/>
                <a:ea typeface="맑은 고딕"/>
                <a:cs typeface="맑은 고딕"/>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1005840" y="1938528"/>
            <a:ext cx="9144000" cy="365760"/>
          </a:xfrm>
          <a:prstGeom prst="rect">
            <a:avLst/>
          </a:prstGeom>
          <a:noFill/>
          <a:ln/>
        </p:spPr>
        <p:txBody>
          <a:bodyPr wrap="square" lIns="0" tIns="0" rIns="0" bIns="0" rtlCol="0"/>
          <a:lstStyle/>
          <a:p>
            <a:pPr indent="0" marL="0">
              <a:buNone/>
            </a:pPr>
            <a:r>
              <a:rPr lang="en-US" sz="1700" b="1" spc="400" kern="0" dirty="0">
                <a:solidFill>
                  <a:schemeClr val="accent1"/>
                </a:solidFill>
                <a:latin typeface="맑은 고딕" pitchFamily="34" charset="0"/>
                <a:ea typeface="맑은 고딕" pitchFamily="34" charset="-122"/>
                <a:cs typeface="맑은 고딕" pitchFamily="34" charset="-120"/>
              </a:rPr>
              <a:t>제2강을 마칩니다</a:t>
            </a:r>
            <a:endParaRPr lang="en-US" sz="1700" dirty="0"/>
          </a:p>
        </p:txBody>
      </p:sp>
      <p:sp>
        <p:nvSpPr>
          <p:cNvPr id="3" name="Text 0"/>
          <p:cNvSpPr/>
          <p:nvPr>
            <p:ph idx="101" type="title" hasCustomPrompt="1"/>
          </p:nvPr>
        </p:nvSpPr>
        <p:spPr>
          <a:xfrm>
            <a:off x="960120" y="2395728"/>
            <a:ext cx="10058400" cy="1600200"/>
          </a:xfrm>
          <a:prstGeom prst="rect">
            <a:avLst/>
          </a:prstGeom>
          <a:noFill/>
          <a:ln/>
        </p:spPr>
        <p:txBody>
          <a:bodyPr wrap="square" lIns="0" tIns="0" rIns="0" bIns="0" rtlCol="0" anchor="t"/>
          <a:lstStyle/>
          <a:p>
            <a:pPr algn="l" indent="0" marL="0">
              <a:buNone/>
            </a:pPr>
            <a:r>
              <a:rPr lang="en-US" sz="5400" b="1" dirty="0">
                <a:solidFill>
                  <a:schemeClr val="bg1"/>
                </a:solidFill>
                <a:latin typeface="맑은 고딕" pitchFamily="34" charset="0"/>
                <a:ea typeface="맑은 고딕" pitchFamily="34" charset="-122"/>
                <a:cs typeface="맑은 고딕" pitchFamily="34" charset="-120"/>
              </a:rPr>
              <a:t>영광이 드러나다</a:t>
            </a:r>
            <a:endParaRPr lang="en-US" sz="5400" dirty="0"/>
          </a:p>
        </p:txBody>
      </p:sp>
      <p:sp>
        <p:nvSpPr>
          <p:cNvPr id="4" name="Text 0"/>
          <p:cNvSpPr/>
          <p:nvPr>
            <p:ph idx="102" type="body" hasCustomPrompt="1"/>
          </p:nvPr>
        </p:nvSpPr>
        <p:spPr>
          <a:xfrm>
            <a:off x="1005840" y="4041648"/>
            <a:ext cx="9601200" cy="1371600"/>
          </a:xfrm>
          <a:prstGeom prst="rect">
            <a:avLst/>
          </a:prstGeom>
          <a:noFill/>
          <a:ln/>
        </p:spPr>
        <p:txBody>
          <a:bodyPr wrap="square" lIns="0" tIns="0" rIns="0" bIns="0" rtlCol="0"/>
          <a:lstStyle/>
          <a:p>
            <a:pPr indent="0" marL="0">
              <a:lnSpc>
                <a:spcPct val="135000"/>
              </a:lnSpc>
              <a:buNone/>
            </a:pPr>
            <a:r>
              <a:rPr lang="en-US" sz="2000" i="1" dirty="0">
                <a:solidFill>
                  <a:schemeClr val="accent6"/>
                </a:solidFill>
                <a:latin typeface="맑은 고딕" pitchFamily="34" charset="0"/>
                <a:ea typeface="맑은 고딕" pitchFamily="34" charset="-122"/>
                <a:cs typeface="맑은 고딕" pitchFamily="34" charset="-120"/>
              </a:rPr>
              <a:t>“예수께서 이 처음 표적을 갈릴리 가나에서 행하여</a:t>
            </a:r>
            <a:endParaRPr lang="en-US" sz="2000" dirty="0"/>
          </a:p>
          <a:p>
            <a:pPr indent="0" marL="0">
              <a:lnSpc>
                <a:spcPct val="135000"/>
              </a:lnSpc>
              <a:buNone/>
            </a:pPr>
            <a:r>
              <a:rPr lang="en-US" sz="2000" i="1" dirty="0">
                <a:solidFill>
                  <a:schemeClr val="accent6"/>
                </a:solidFill>
                <a:latin typeface="맑은 고딕" pitchFamily="34" charset="0"/>
                <a:ea typeface="맑은 고딕" pitchFamily="34" charset="-122"/>
                <a:cs typeface="맑은 고딕" pitchFamily="34" charset="-120"/>
              </a:rPr>
              <a:t>그의 영광을 나타내시매 제자들이 그를 믿었더라”</a:t>
            </a:r>
            <a:endParaRPr lang="en-US" sz="2000" dirty="0"/>
          </a:p>
          <a:p>
            <a:pPr indent="0" marL="0">
              <a:lnSpc>
                <a:spcPct val="135000"/>
              </a:lnSpc>
              <a:buNone/>
            </a:pPr>
            <a:r>
              <a:rPr lang="en-US" sz="1700" b="1" dirty="0">
                <a:solidFill>
                  <a:schemeClr val="accent6"/>
                </a:solidFill>
                <a:latin typeface="맑은 고딕" pitchFamily="34" charset="0"/>
                <a:ea typeface="맑은 고딕" pitchFamily="34" charset="-122"/>
                <a:cs typeface="맑은 고딕" pitchFamily="34" charset="-120"/>
              </a:rPr>
              <a:t>요한복음 2:11</a:t>
            </a:r>
            <a:endParaRPr lang="en-US" sz="2000" dirty="0"/>
          </a:p>
        </p:txBody>
      </p:sp>
    </p:spTree>
  </p:cSld>
  <p:clrMapOvr>
    <a:masterClrMapping/>
  </p:clrMapOvr>
</p:sld>
</file>

<file path=ppt/theme/theme1.xml><?xml version="1.0" encoding="utf-8"?>
<a:theme xmlns:a="http://schemas.openxmlformats.org/drawingml/2006/main" name="Glory - Gospel of John">
  <a:themeElements>
    <a:clrScheme name="Glory - Gospel of John">
      <a:dk1>
        <a:srgbClr val="17202B"/>
      </a:dk1>
      <a:lt1>
        <a:srgbClr val="FFFFFF"/>
      </a:lt1>
      <a:dk2>
        <a:srgbClr val="0E1826"/>
      </a:dk2>
      <a:lt2>
        <a:srgbClr val="F1F4F7"/>
      </a:lt2>
      <a:accent1>
        <a:srgbClr val="C19A4B"/>
      </a:accent1>
      <a:accent2>
        <a:srgbClr val="1F3A52"/>
      </a:accent2>
      <a:accent3>
        <a:srgbClr val="5E7488"/>
      </a:accent3>
      <a:accent4>
        <a:srgbClr val="AEB9C4"/>
      </a:accent4>
      <a:accent5>
        <a:srgbClr val="9A7628"/>
      </a:accent5>
      <a:accent6>
        <a:srgbClr val="E0CA9A"/>
      </a:accent6>
      <a:hlink>
        <a:srgbClr val="1F3A52"/>
      </a:hlink>
      <a:folHlink>
        <a:srgbClr val="5E7488"/>
      </a:folHlink>
    </a:clrScheme>
    <a:fontScheme name="Glory - Gospel of John">
      <a:majorFont>
        <a:latin typeface="맑은 고딕"/>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요한복음 제2강 영광이 드러나다</dc:title>
  <dc:subject>요한복음 제2과 · 요한복음 1:19~4:54</dc:subject>
  <dc:creator>박성은 목사</dc:creator>
  <cp:lastModifiedBy>박성은 목사</cp:lastModifiedBy>
  <cp:revision>1</cp:revision>
  <dcterms:created xsi:type="dcterms:W3CDTF">2026-10-28T05:50:17Z</dcterms:created>
  <dcterms:modified xsi:type="dcterms:W3CDTF">2026-10-28T05:50:17Z</dcterms:modified>
</cp:coreProperties>
</file>